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6858000" cx="12188950"/>
  <p:notesSz cx="6858000" cy="9144000"/>
  <p:embeddedFontLst>
    <p:embeddedFont>
      <p:font typeface="Proxima Nova"/>
      <p:regular r:id="rId60"/>
      <p:bold r:id="rId61"/>
      <p:italic r:id="rId62"/>
      <p:boldItalic r:id="rId63"/>
    </p:embeddedFont>
    <p:embeddedFont>
      <p:font typeface="Roboto"/>
      <p:regular r:id="rId64"/>
      <p:bold r:id="rId65"/>
      <p:italic r:id="rId66"/>
      <p:boldItalic r:id="rId67"/>
    </p:embeddedFont>
    <p:embeddedFont>
      <p:font typeface="Proxima Nova Semibold"/>
      <p:regular r:id="rId68"/>
      <p:bold r:id="rId69"/>
      <p:boldItalic r:id="rId70"/>
    </p:embeddedFont>
    <p:embeddedFont>
      <p:font typeface="Josefin Sans SemiBold"/>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JosefinSansSemiBold-italic.fntdata"/><Relationship Id="rId72" Type="http://schemas.openxmlformats.org/officeDocument/2006/relationships/font" Target="fonts/JosefinSansSemiBold-bold.fntdata"/><Relationship Id="rId31" Type="http://schemas.openxmlformats.org/officeDocument/2006/relationships/slide" Target="slides/slide26.xml"/><Relationship Id="rId30" Type="http://schemas.openxmlformats.org/officeDocument/2006/relationships/slide" Target="slides/slide25.xml"/><Relationship Id="rId74" Type="http://schemas.openxmlformats.org/officeDocument/2006/relationships/font" Target="fonts/JosefinSansSemiBold-bold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JosefinSansSemiBold-regular.fntdata"/><Relationship Id="rId70" Type="http://schemas.openxmlformats.org/officeDocument/2006/relationships/font" Target="fonts/ProximaNovaSemibold-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roximaNova-italic.fntdata"/><Relationship Id="rId61" Type="http://schemas.openxmlformats.org/officeDocument/2006/relationships/font" Target="fonts/ProximaNova-bold.fntdata"/><Relationship Id="rId20" Type="http://schemas.openxmlformats.org/officeDocument/2006/relationships/slide" Target="slides/slide15.xml"/><Relationship Id="rId64" Type="http://schemas.openxmlformats.org/officeDocument/2006/relationships/font" Target="fonts/Roboto-regular.fntdata"/><Relationship Id="rId63" Type="http://schemas.openxmlformats.org/officeDocument/2006/relationships/font" Target="fonts/ProximaNova-boldItalic.fntdata"/><Relationship Id="rId22" Type="http://schemas.openxmlformats.org/officeDocument/2006/relationships/slide" Target="slides/slide17.xml"/><Relationship Id="rId66" Type="http://schemas.openxmlformats.org/officeDocument/2006/relationships/font" Target="fonts/Roboto-italic.fntdata"/><Relationship Id="rId21" Type="http://schemas.openxmlformats.org/officeDocument/2006/relationships/slide" Target="slides/slide16.xml"/><Relationship Id="rId65" Type="http://schemas.openxmlformats.org/officeDocument/2006/relationships/font" Target="fonts/Roboto-bold.fntdata"/><Relationship Id="rId24" Type="http://schemas.openxmlformats.org/officeDocument/2006/relationships/slide" Target="slides/slide19.xml"/><Relationship Id="rId68" Type="http://schemas.openxmlformats.org/officeDocument/2006/relationships/font" Target="fonts/ProximaNovaSemibold-regular.fntdata"/><Relationship Id="rId23" Type="http://schemas.openxmlformats.org/officeDocument/2006/relationships/slide" Target="slides/slide18.xml"/><Relationship Id="rId67" Type="http://schemas.openxmlformats.org/officeDocument/2006/relationships/font" Target="fonts/Roboto-boldItalic.fntdata"/><Relationship Id="rId60" Type="http://schemas.openxmlformats.org/officeDocument/2006/relationships/font" Target="fonts/ProximaNova-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ProximaNovaSemibold-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9a22ca292_0_0: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9a22ca292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f9a22ca292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9a22ca292_0_1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f9a22ca292_0_16: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6291411065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26291411065_0_106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6291411065_0_1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26291411065_0_1082: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6291411065_0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26291411065_0_110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291411065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26291411065_0_1136: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6291411065_0_1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26291411065_0_1173: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6291411065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26291411065_0_121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6291411065_0_1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26291411065_0_1274: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6291411065_0_1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g26291411065_0_1338: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6291411065_0_1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26291411065_0_140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6291411065_0_1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g26291411065_0_1486: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6291411065_0_1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g26291411065_0_156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6291411065_0_1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g26291411065_0_1662: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f9a22ca292_0_20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g3f9a22ca292_0_201: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26291411065_0_4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g26291411065_0_4611: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26291411065_0_388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26291411065_0_3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26291411065_0_390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26291411065_0_3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6291411065_0_392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26291411065_0_3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26291411065_0_395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26291411065_0_3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26291411065_0_398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26291411065_0_3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26291411065_0_403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26291411065_0_4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26291411065_0_408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26291411065_0_4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26291411065_0_415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26291411065_0_4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26291411065_0_421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26291411065_0_4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26291411065_0_429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26291411065_0_4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26291411065_0_437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26291411065_0_4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26291411065_0_446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26291411065_0_4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f9a22ca292_0_20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g3f9a22ca292_0_206:notes"/>
          <p:cNvSpPr/>
          <p:nvPr>
            <p:ph idx="2" type="sldImg"/>
          </p:nvPr>
        </p:nvSpPr>
        <p:spPr>
          <a:xfrm>
            <a:off x="686486" y="1143000"/>
            <a:ext cx="54849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3f5fbb9fa1f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9" name="Google Shape;1399;g3f5fbb9fa1f_3_0: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3f5fbb9fa1f_3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[speak to experience]</a:t>
            </a:r>
            <a:endParaRPr/>
          </a:p>
        </p:txBody>
      </p:sp>
      <p:sp>
        <p:nvSpPr>
          <p:cNvPr id="1407" name="Google Shape;1407;g3f5fbb9fa1f_3_14: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g3f5fbb9fa1f_3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[speak to experience]</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1448" name="Google Shape;1448;g3f5fbb9fa1f_3_62: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3f5fbb9fa1f_3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[speak to experience]</a:t>
            </a:r>
            <a:endParaRPr>
              <a:solidFill>
                <a:schemeClr val="dk1"/>
              </a:solidFill>
            </a:endParaRPr>
          </a:p>
          <a:p>
            <a:pPr indent="0" lvl="0" marL="0" rtl="0" algn="l">
              <a:lnSpc>
                <a:spcPct val="100000"/>
              </a:lnSpc>
              <a:spcBef>
                <a:spcPts val="0"/>
              </a:spcBef>
              <a:spcAft>
                <a:spcPts val="0"/>
              </a:spcAft>
              <a:buSzPts val="1100"/>
              <a:buNone/>
            </a:pPr>
            <a:r>
              <a:rPr lang="en"/>
              <a:t>[read slide… and then]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Visualization is key for feature extraction. It helps you to select or derive relevant features from the raw data. This step involves identifying variables that contribute meaningfully to the problem being solved. Visual tools can be best for this, on top of understanding the contextual relevance of the variables in the particular business context of course.</a:t>
            </a:r>
            <a:endParaRPr/>
          </a:p>
        </p:txBody>
      </p:sp>
      <p:sp>
        <p:nvSpPr>
          <p:cNvPr id="1488" name="Google Shape;1488;g3f5fbb9fa1f_3_10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3f5fbb9fa1f_3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[speak to experience]</a:t>
            </a:r>
            <a:endParaRPr>
              <a:solidFill>
                <a:schemeClr val="dk1"/>
              </a:solidFill>
            </a:endParaRPr>
          </a:p>
          <a:p>
            <a:pPr indent="0" lvl="0" marL="0" rtl="0" algn="l">
              <a:lnSpc>
                <a:spcPct val="100000"/>
              </a:lnSpc>
              <a:spcBef>
                <a:spcPts val="0"/>
              </a:spcBef>
              <a:spcAft>
                <a:spcPts val="0"/>
              </a:spcAft>
              <a:buSzPts val="1100"/>
              <a:buNone/>
            </a:pPr>
            <a:r>
              <a:rPr lang="en"/>
              <a:t>Transform and enhance features to provide more information to the model. This may include creating interaction terms, scaling, or encoding categorical variables.</a:t>
            </a:r>
            <a:endParaRPr/>
          </a:p>
        </p:txBody>
      </p:sp>
      <p:sp>
        <p:nvSpPr>
          <p:cNvPr id="1530" name="Google Shape;1530;g3f5fbb9fa1f_3_158: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g3f5fbb9fa1f_3_2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0" name="Google Shape;1570;g3f5fbb9fa1f_3_205: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g3f5fbb9fa1f_3_2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5" name="Google Shape;1605;g3f5fbb9fa1f_3_247: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3f5fbb9fa1f_3_2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0" name="Google Shape;1620;g3f5fbb9fa1f_3_26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4" name="Shape 1624"/>
        <p:cNvGrpSpPr/>
        <p:nvPr/>
      </p:nvGrpSpPr>
      <p:grpSpPr>
        <a:xfrm>
          <a:off x="0" y="0"/>
          <a:ext cx="0" cy="0"/>
          <a:chOff x="0" y="0"/>
          <a:chExt cx="0" cy="0"/>
        </a:xfrm>
      </p:grpSpPr>
      <p:sp>
        <p:nvSpPr>
          <p:cNvPr id="1625" name="Google Shape;1625;g3f5fbb9fa1f_3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6" name="Google Shape;1626;g3f5fbb9fa1f_3_282: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g3f5fbb9fa1f_3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1" name="Google Shape;1641;g3f5fbb9fa1f_3_304: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3f5fbb9fa1f_3_3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7" name="Google Shape;1647;g3f5fbb9fa1f_3_317: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3f5fbb9fa1f_3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2" name="Google Shape;1662;g3f5fbb9fa1f_3_33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6" name="Shape 1666"/>
        <p:cNvGrpSpPr/>
        <p:nvPr/>
      </p:nvGrpSpPr>
      <p:grpSpPr>
        <a:xfrm>
          <a:off x="0" y="0"/>
          <a:ext cx="0" cy="0"/>
          <a:chOff x="0" y="0"/>
          <a:chExt cx="0" cy="0"/>
        </a:xfrm>
      </p:grpSpPr>
      <p:sp>
        <p:nvSpPr>
          <p:cNvPr id="1667" name="Google Shape;1667;g3f5fbb9fa1f_3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8" name="Google Shape;1668;g3f5fbb9fa1f_3_352: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g3f5fbb9fa1f_3_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5" name="Google Shape;1705;g3f5fbb9fa1f_3_396: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g3f5fbb9fa1f_3_4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Imagine you're a skilled fisher casting a net into a small lake to catch fish. You specifically want </a:t>
            </a:r>
            <a:r>
              <a:rPr b="1" lang="en"/>
              <a:t>bass</a:t>
            </a:r>
            <a:r>
              <a:rPr lang="en"/>
              <a:t> fish but the lake has many types of fish.</a:t>
            </a:r>
            <a:endParaRPr/>
          </a:p>
          <a:p>
            <a:pPr indent="0" lvl="0" marL="0" rtl="0" algn="l">
              <a:lnSpc>
                <a:spcPct val="100000"/>
              </a:lnSpc>
              <a:spcBef>
                <a:spcPts val="0"/>
              </a:spcBef>
              <a:spcAft>
                <a:spcPts val="0"/>
              </a:spcAft>
              <a:buSzPts val="1100"/>
              <a:buNone/>
            </a:pPr>
            <a:r>
              <a:rPr b="1" lang="en"/>
              <a:t>Precision</a:t>
            </a:r>
            <a:r>
              <a:rPr lang="en"/>
              <a:t> is like the </a:t>
            </a:r>
            <a:r>
              <a:rPr b="1" lang="en"/>
              <a:t>% of the fish you catch that are bass </a:t>
            </a:r>
            <a:r>
              <a:rPr lang="en"/>
              <a:t>—how </a:t>
            </a:r>
            <a:r>
              <a:rPr b="1" lang="en"/>
              <a:t>accurate</a:t>
            </a:r>
            <a:r>
              <a:rPr lang="en"/>
              <a:t> your technique is for bass. </a:t>
            </a:r>
            <a:endParaRPr/>
          </a:p>
          <a:p>
            <a:pPr indent="0" lvl="0" marL="0" rtl="0" algn="l">
              <a:lnSpc>
                <a:spcPct val="100000"/>
              </a:lnSpc>
              <a:spcBef>
                <a:spcPts val="0"/>
              </a:spcBef>
              <a:spcAft>
                <a:spcPts val="0"/>
              </a:spcAft>
              <a:buSzPts val="1100"/>
              <a:buNone/>
            </a:pPr>
            <a:r>
              <a:rPr lang="en"/>
              <a:t>On the other hand, </a:t>
            </a:r>
            <a:r>
              <a:rPr b="1" lang="en"/>
              <a:t>recall</a:t>
            </a:r>
            <a:r>
              <a:rPr lang="en"/>
              <a:t> is like the </a:t>
            </a:r>
            <a:r>
              <a:rPr b="1" lang="en"/>
              <a:t>% of the all the bass in the lake that you manage to catch</a:t>
            </a:r>
            <a:r>
              <a:rPr lang="en"/>
              <a:t>—how </a:t>
            </a:r>
            <a:r>
              <a:rPr b="1" lang="en"/>
              <a:t>effectively</a:t>
            </a:r>
            <a:r>
              <a:rPr lang="en"/>
              <a:t> your technique retrieves bass. So, in the world of machine learning, precision is about how many </a:t>
            </a:r>
            <a:r>
              <a:rPr b="1" lang="en"/>
              <a:t>bass</a:t>
            </a:r>
            <a:r>
              <a:rPr lang="en"/>
              <a:t> you catch vs. other fish, while recall is about how much </a:t>
            </a:r>
            <a:r>
              <a:rPr b="1" lang="en"/>
              <a:t>bass</a:t>
            </a:r>
            <a:r>
              <a:rPr lang="en"/>
              <a:t> you don't let slip away.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fisher would need to find a balance between precision and recall based on their specific goals and constraints. If the fisher is aiming for a high-quality catch and is concerned about accidentally catching the wrong type of fish, they would optimize for precision. On the other hand, if the fisher's primary concern is to not miss any of the target fish, even if it means catching some undesired ones, they would optimize for recall. The optimal balance depends on the priorities and trade-offs that align with the fisher's fishing objectives. In a similar way, in machine learning, the choice between precision and recall optimization depends on the specific requirements of the task at hand.</a:t>
            </a:r>
            <a:endParaRPr/>
          </a:p>
        </p:txBody>
      </p:sp>
      <p:sp>
        <p:nvSpPr>
          <p:cNvPr id="1721" name="Google Shape;1721;g3f5fbb9fa1f_3_41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7" name="Shape 1737"/>
        <p:cNvGrpSpPr/>
        <p:nvPr/>
      </p:nvGrpSpPr>
      <p:grpSpPr>
        <a:xfrm>
          <a:off x="0" y="0"/>
          <a:ext cx="0" cy="0"/>
          <a:chOff x="0" y="0"/>
          <a:chExt cx="0" cy="0"/>
        </a:xfrm>
      </p:grpSpPr>
      <p:sp>
        <p:nvSpPr>
          <p:cNvPr id="1738" name="Google Shape;1738;g3f5fbb9fa1f_3_4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ROC stands for Receiver Operating Characteristic, and it is a graphical representation used to evaluate the performance of classification models. Specifically, it illustrates the tradeoff between the true positive rate (sensitivity or recall) and the false positive rate across different threshold settings.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ROC curve visually depicts how the model's performance varies with different threshold values for classifying positive and negative instances. A steeper curve indicates better performance, and the area under the ROC curve (AUC-ROC) summarizes the model's overall discriminatory power. A higher AUC-ROC suggests better separation between positive and negative instances, making it a widely used metric for comparing and selecting models in binary classification tasks.</a:t>
            </a:r>
            <a:endParaRPr/>
          </a:p>
        </p:txBody>
      </p:sp>
      <p:sp>
        <p:nvSpPr>
          <p:cNvPr id="1739" name="Google Shape;1739;g3f5fbb9fa1f_3_443: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4" name="Shape 1754"/>
        <p:cNvGrpSpPr/>
        <p:nvPr/>
      </p:nvGrpSpPr>
      <p:grpSpPr>
        <a:xfrm>
          <a:off x="0" y="0"/>
          <a:ext cx="0" cy="0"/>
          <a:chOff x="0" y="0"/>
          <a:chExt cx="0" cy="0"/>
        </a:xfrm>
      </p:grpSpPr>
      <p:sp>
        <p:nvSpPr>
          <p:cNvPr id="1755" name="Google Shape;1755;g3f5fbb9fa1f_3_4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6" name="Google Shape;1756;g3f5fbb9fa1f_3_467: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1" name="Shape 1771"/>
        <p:cNvGrpSpPr/>
        <p:nvPr/>
      </p:nvGrpSpPr>
      <p:grpSpPr>
        <a:xfrm>
          <a:off x="0" y="0"/>
          <a:ext cx="0" cy="0"/>
          <a:chOff x="0" y="0"/>
          <a:chExt cx="0" cy="0"/>
        </a:xfrm>
      </p:grpSpPr>
      <p:sp>
        <p:nvSpPr>
          <p:cNvPr id="1772" name="Google Shape;1772;g3f5fbb9fa1f_3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3" name="Google Shape;1773;g3f5fbb9fa1f_3_491: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7" name="Shape 1787"/>
        <p:cNvGrpSpPr/>
        <p:nvPr/>
      </p:nvGrpSpPr>
      <p:grpSpPr>
        <a:xfrm>
          <a:off x="0" y="0"/>
          <a:ext cx="0" cy="0"/>
          <a:chOff x="0" y="0"/>
          <a:chExt cx="0" cy="0"/>
        </a:xfrm>
      </p:grpSpPr>
      <p:sp>
        <p:nvSpPr>
          <p:cNvPr id="1788" name="Google Shape;1788;g3f5fbb9fa1f_3_5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9" name="Google Shape;1789;g3f5fbb9fa1f_3_514: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g3f5fbb9fa1f_3_5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7" name="Google Shape;1817;g3f5fbb9fa1f_3_549: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g3f5fbb9fa1f_3_5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3" name="Google Shape;1823;g3f5fbb9fa1f_3_562: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8" name="Shape 1858"/>
        <p:cNvGrpSpPr/>
        <p:nvPr/>
      </p:nvGrpSpPr>
      <p:grpSpPr>
        <a:xfrm>
          <a:off x="0" y="0"/>
          <a:ext cx="0" cy="0"/>
          <a:chOff x="0" y="0"/>
          <a:chExt cx="0" cy="0"/>
        </a:xfrm>
      </p:grpSpPr>
      <p:sp>
        <p:nvSpPr>
          <p:cNvPr id="1859" name="Google Shape;1859;g3f5fbb9fa1f_3_6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0" name="Google Shape;1860;g3f5fbb9fa1f_3_606: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3" name="Shape 1873"/>
        <p:cNvGrpSpPr/>
        <p:nvPr/>
      </p:nvGrpSpPr>
      <p:grpSpPr>
        <a:xfrm>
          <a:off x="0" y="0"/>
          <a:ext cx="0" cy="0"/>
          <a:chOff x="0" y="0"/>
          <a:chExt cx="0" cy="0"/>
        </a:xfrm>
      </p:grpSpPr>
      <p:sp>
        <p:nvSpPr>
          <p:cNvPr id="1874" name="Google Shape;1874;g3f5fbb9fa1f_3_6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5" name="Google Shape;1875;g3f5fbb9fa1f_3_628:notes"/>
          <p:cNvSpPr/>
          <p:nvPr>
            <p:ph idx="2" type="sldImg"/>
          </p:nvPr>
        </p:nvSpPr>
        <p:spPr>
          <a:xfrm>
            <a:off x="1143797" y="685800"/>
            <a:ext cx="45711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g3f6d9463855_0_1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09" name="Google Shape;1909;g3f6d946385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1" type="title">
  <p:cSld name="TITLE">
    <p:bg>
      <p:bgPr>
        <a:solidFill>
          <a:srgbClr val="120A59"/>
        </a:solidFill>
      </p:bgPr>
    </p:bg>
    <p:spTree>
      <p:nvGrpSpPr>
        <p:cNvPr id="9" name="Shape 9"/>
        <p:cNvGrpSpPr/>
        <p:nvPr/>
      </p:nvGrpSpPr>
      <p:grpSpPr>
        <a:xfrm>
          <a:off x="0" y="0"/>
          <a:ext cx="0" cy="0"/>
          <a:chOff x="0" y="0"/>
          <a:chExt cx="0" cy="0"/>
        </a:xfrm>
      </p:grpSpPr>
      <p:sp>
        <p:nvSpPr>
          <p:cNvPr id="10" name="Google Shape;10;p2"/>
          <p:cNvSpPr txBox="1"/>
          <p:nvPr>
            <p:ph idx="1" type="body"/>
          </p:nvPr>
        </p:nvSpPr>
        <p:spPr>
          <a:xfrm>
            <a:off x="762000" y="4302175"/>
            <a:ext cx="6419100" cy="291300"/>
          </a:xfrm>
          <a:prstGeom prst="rect">
            <a:avLst/>
          </a:prstGeom>
        </p:spPr>
        <p:txBody>
          <a:bodyPr anchorCtr="0" anchor="t" bIns="121875" lIns="121875" spcFirstLastPara="1" rIns="121875" wrap="square" tIns="121875">
            <a:spAutoFit/>
          </a:bodyPr>
          <a:lstStyle>
            <a:lvl1pPr indent="-364044" lvl="0" marL="457200">
              <a:spcBef>
                <a:spcPts val="0"/>
              </a:spcBef>
              <a:spcAft>
                <a:spcPts val="0"/>
              </a:spcAft>
              <a:buClr>
                <a:schemeClr val="accent3"/>
              </a:buClr>
              <a:buSzPts val="2133"/>
              <a:buFont typeface="Proxima Nova"/>
              <a:buChar char="●"/>
              <a:defRPr sz="2133">
                <a:solidFill>
                  <a:schemeClr val="accent3"/>
                </a:solidFill>
                <a:latin typeface="Proxima Nova"/>
                <a:ea typeface="Proxima Nova"/>
                <a:cs typeface="Proxima Nova"/>
                <a:sym typeface="Proxima Nova"/>
              </a:defRPr>
            </a:lvl1pPr>
            <a:lvl2pPr indent="-364044" lvl="1" marL="914400">
              <a:spcBef>
                <a:spcPts val="0"/>
              </a:spcBef>
              <a:spcAft>
                <a:spcPts val="0"/>
              </a:spcAft>
              <a:buClr>
                <a:schemeClr val="accent3"/>
              </a:buClr>
              <a:buSzPts val="2133"/>
              <a:buFont typeface="Proxima Nova"/>
              <a:buChar char="○"/>
              <a:defRPr sz="2133">
                <a:solidFill>
                  <a:schemeClr val="accent3"/>
                </a:solidFill>
                <a:latin typeface="Proxima Nova"/>
                <a:ea typeface="Proxima Nova"/>
                <a:cs typeface="Proxima Nova"/>
                <a:sym typeface="Proxima Nova"/>
              </a:defRPr>
            </a:lvl2pPr>
            <a:lvl3pPr indent="-364044" lvl="2" marL="1371600">
              <a:spcBef>
                <a:spcPts val="0"/>
              </a:spcBef>
              <a:spcAft>
                <a:spcPts val="0"/>
              </a:spcAft>
              <a:buClr>
                <a:schemeClr val="accent3"/>
              </a:buClr>
              <a:buSzPts val="2133"/>
              <a:buFont typeface="Proxima Nova"/>
              <a:buChar char="■"/>
              <a:defRPr sz="2133">
                <a:solidFill>
                  <a:schemeClr val="accent3"/>
                </a:solidFill>
                <a:latin typeface="Proxima Nova"/>
                <a:ea typeface="Proxima Nova"/>
                <a:cs typeface="Proxima Nova"/>
                <a:sym typeface="Proxima Nova"/>
              </a:defRPr>
            </a:lvl3pPr>
            <a:lvl4pPr indent="-364044" lvl="3" marL="1828800">
              <a:spcBef>
                <a:spcPts val="0"/>
              </a:spcBef>
              <a:spcAft>
                <a:spcPts val="0"/>
              </a:spcAft>
              <a:buClr>
                <a:schemeClr val="accent3"/>
              </a:buClr>
              <a:buSzPts val="2133"/>
              <a:buFont typeface="Proxima Nova"/>
              <a:buChar char="●"/>
              <a:defRPr sz="2133">
                <a:solidFill>
                  <a:schemeClr val="accent3"/>
                </a:solidFill>
                <a:latin typeface="Proxima Nova"/>
                <a:ea typeface="Proxima Nova"/>
                <a:cs typeface="Proxima Nova"/>
                <a:sym typeface="Proxima Nova"/>
              </a:defRPr>
            </a:lvl4pPr>
            <a:lvl5pPr indent="-364044" lvl="4" marL="2286000">
              <a:spcBef>
                <a:spcPts val="0"/>
              </a:spcBef>
              <a:spcAft>
                <a:spcPts val="0"/>
              </a:spcAft>
              <a:buClr>
                <a:schemeClr val="accent3"/>
              </a:buClr>
              <a:buSzPts val="2133"/>
              <a:buFont typeface="Proxima Nova"/>
              <a:buChar char="○"/>
              <a:defRPr sz="2133">
                <a:solidFill>
                  <a:schemeClr val="accent3"/>
                </a:solidFill>
                <a:latin typeface="Proxima Nova"/>
                <a:ea typeface="Proxima Nova"/>
                <a:cs typeface="Proxima Nova"/>
                <a:sym typeface="Proxima Nova"/>
              </a:defRPr>
            </a:lvl5pPr>
            <a:lvl6pPr indent="-364044" lvl="5" marL="2743200">
              <a:spcBef>
                <a:spcPts val="0"/>
              </a:spcBef>
              <a:spcAft>
                <a:spcPts val="0"/>
              </a:spcAft>
              <a:buClr>
                <a:schemeClr val="accent3"/>
              </a:buClr>
              <a:buSzPts val="2133"/>
              <a:buFont typeface="Proxima Nova"/>
              <a:buChar char="■"/>
              <a:defRPr sz="2133">
                <a:solidFill>
                  <a:schemeClr val="accent3"/>
                </a:solidFill>
                <a:latin typeface="Proxima Nova"/>
                <a:ea typeface="Proxima Nova"/>
                <a:cs typeface="Proxima Nova"/>
                <a:sym typeface="Proxima Nova"/>
              </a:defRPr>
            </a:lvl6pPr>
            <a:lvl7pPr indent="-364044" lvl="6" marL="3200400">
              <a:spcBef>
                <a:spcPts val="0"/>
              </a:spcBef>
              <a:spcAft>
                <a:spcPts val="0"/>
              </a:spcAft>
              <a:buClr>
                <a:schemeClr val="accent3"/>
              </a:buClr>
              <a:buSzPts val="2133"/>
              <a:buFont typeface="Proxima Nova"/>
              <a:buChar char="●"/>
              <a:defRPr sz="2133">
                <a:solidFill>
                  <a:schemeClr val="accent3"/>
                </a:solidFill>
                <a:latin typeface="Proxima Nova"/>
                <a:ea typeface="Proxima Nova"/>
                <a:cs typeface="Proxima Nova"/>
                <a:sym typeface="Proxima Nova"/>
              </a:defRPr>
            </a:lvl7pPr>
            <a:lvl8pPr indent="-364044" lvl="7" marL="3657600">
              <a:spcBef>
                <a:spcPts val="0"/>
              </a:spcBef>
              <a:spcAft>
                <a:spcPts val="0"/>
              </a:spcAft>
              <a:buClr>
                <a:schemeClr val="accent3"/>
              </a:buClr>
              <a:buSzPts val="2133"/>
              <a:buFont typeface="Proxima Nova"/>
              <a:buChar char="○"/>
              <a:defRPr sz="2133">
                <a:solidFill>
                  <a:schemeClr val="accent3"/>
                </a:solidFill>
                <a:latin typeface="Proxima Nova"/>
                <a:ea typeface="Proxima Nova"/>
                <a:cs typeface="Proxima Nova"/>
                <a:sym typeface="Proxima Nova"/>
              </a:defRPr>
            </a:lvl8pPr>
            <a:lvl9pPr indent="-364044" lvl="8" marL="4114800">
              <a:spcBef>
                <a:spcPts val="0"/>
              </a:spcBef>
              <a:spcAft>
                <a:spcPts val="0"/>
              </a:spcAft>
              <a:buClr>
                <a:schemeClr val="accent3"/>
              </a:buClr>
              <a:buSzPts val="2133"/>
              <a:buFont typeface="Proxima Nova"/>
              <a:buChar char="■"/>
              <a:defRPr sz="2133">
                <a:solidFill>
                  <a:schemeClr val="accent3"/>
                </a:solidFill>
                <a:latin typeface="Proxima Nova"/>
                <a:ea typeface="Proxima Nova"/>
                <a:cs typeface="Proxima Nova"/>
                <a:sym typeface="Proxima Nova"/>
              </a:defRPr>
            </a:lvl9pPr>
          </a:lstStyle>
          <a:p/>
        </p:txBody>
      </p:sp>
      <p:sp>
        <p:nvSpPr>
          <p:cNvPr id="11" name="Google Shape;11;p2"/>
          <p:cNvSpPr txBox="1"/>
          <p:nvPr>
            <p:ph type="title"/>
          </p:nvPr>
        </p:nvSpPr>
        <p:spPr>
          <a:xfrm>
            <a:off x="752500" y="3017300"/>
            <a:ext cx="6589500" cy="831300"/>
          </a:xfrm>
          <a:prstGeom prst="rect">
            <a:avLst/>
          </a:prstGeom>
        </p:spPr>
        <p:txBody>
          <a:bodyPr anchorCtr="0" anchor="t" bIns="121875" lIns="121875" spcFirstLastPara="1" rIns="121875" wrap="square" tIns="121875">
            <a:spAutoFit/>
          </a:bodyPr>
          <a:lstStyle>
            <a:lvl1pPr lvl="0">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1pPr>
            <a:lvl2pPr lvl="1">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2pPr>
            <a:lvl3pPr lvl="2">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3pPr>
            <a:lvl4pPr lvl="3">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4pPr>
            <a:lvl5pPr lvl="4">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5pPr>
            <a:lvl6pPr lvl="5">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6pPr>
            <a:lvl7pPr lvl="6">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7pPr>
            <a:lvl8pPr lvl="7">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8pPr>
            <a:lvl9pPr lvl="8">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9pPr>
          </a:lstStyle>
          <a:p/>
        </p:txBody>
      </p:sp>
      <p:sp>
        <p:nvSpPr>
          <p:cNvPr id="12" name="Google Shape;12;p2"/>
          <p:cNvSpPr txBox="1"/>
          <p:nvPr>
            <p:ph idx="12" type="sldNum"/>
          </p:nvPr>
        </p:nvSpPr>
        <p:spPr>
          <a:xfrm>
            <a:off x="11293784" y="6217622"/>
            <a:ext cx="731400" cy="524700"/>
          </a:xfrm>
          <a:prstGeom prst="rect">
            <a:avLst/>
          </a:prstGeom>
        </p:spPr>
        <p:txBody>
          <a:bodyPr anchorCtr="0" anchor="t" bIns="121875" lIns="121875" spcFirstLastPara="1" rIns="121875" wrap="square" tIns="121875">
            <a:no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p:nvPr/>
        </p:nvSpPr>
        <p:spPr>
          <a:xfrm>
            <a:off x="904933" y="975700"/>
            <a:ext cx="4737224" cy="743353"/>
          </a:xfrm>
          <a:custGeom>
            <a:rect b="b" l="l" r="r" t="t"/>
            <a:pathLst>
              <a:path extrusionOk="0" h="914896" w="5830429">
                <a:moveTo>
                  <a:pt x="0" y="0"/>
                </a:moveTo>
                <a:lnTo>
                  <a:pt x="5830429" y="0"/>
                </a:lnTo>
                <a:lnTo>
                  <a:pt x="5830429" y="914895"/>
                </a:lnTo>
                <a:lnTo>
                  <a:pt x="0" y="914895"/>
                </a:lnTo>
                <a:lnTo>
                  <a:pt x="0" y="0"/>
                </a:lnTo>
                <a:close/>
              </a:path>
            </a:pathLst>
          </a:custGeom>
          <a:blipFill rotWithShape="1">
            <a:blip r:embed="rId2">
              <a:alphaModFix/>
            </a:blip>
            <a:stretch>
              <a:fillRect b="0" l="0" r="0" t="0"/>
            </a:stretch>
          </a:blipFill>
          <a:ln>
            <a:noFill/>
          </a:ln>
        </p:spPr>
      </p:sp>
      <p:sp>
        <p:nvSpPr>
          <p:cNvPr id="14" name="Google Shape;14;p2"/>
          <p:cNvSpPr/>
          <p:nvPr/>
        </p:nvSpPr>
        <p:spPr>
          <a:xfrm>
            <a:off x="7556567" y="-300"/>
            <a:ext cx="4632051" cy="6866488"/>
          </a:xfrm>
          <a:custGeom>
            <a:rect b="b" l="l" r="r" t="t"/>
            <a:pathLst>
              <a:path extrusionOk="0" h="10286873" w="7018259">
                <a:moveTo>
                  <a:pt x="7018259" y="10251440"/>
                </a:moveTo>
                <a:cubicBezTo>
                  <a:pt x="7018259" y="10284587"/>
                  <a:pt x="7009556" y="10286873"/>
                  <a:pt x="6986868" y="10286873"/>
                </a:cubicBezTo>
                <a:cubicBezTo>
                  <a:pt x="4658307" y="10286238"/>
                  <a:pt x="2329850" y="10286238"/>
                  <a:pt x="1289" y="10286238"/>
                </a:cubicBezTo>
                <a:cubicBezTo>
                  <a:pt x="-2541" y="10272395"/>
                  <a:pt x="3154" y="10259822"/>
                  <a:pt x="5537" y="10246995"/>
                </a:cubicBezTo>
                <a:cubicBezTo>
                  <a:pt x="107891" y="9685401"/>
                  <a:pt x="210349" y="9123934"/>
                  <a:pt x="313014" y="8562467"/>
                </a:cubicBezTo>
                <a:cubicBezTo>
                  <a:pt x="459397" y="7761986"/>
                  <a:pt x="606091" y="6961632"/>
                  <a:pt x="752371" y="6161151"/>
                </a:cubicBezTo>
                <a:cubicBezTo>
                  <a:pt x="933045" y="5172583"/>
                  <a:pt x="1113305" y="4184015"/>
                  <a:pt x="1293875" y="3195574"/>
                </a:cubicBezTo>
                <a:cubicBezTo>
                  <a:pt x="1477346" y="2191385"/>
                  <a:pt x="1660921" y="1187323"/>
                  <a:pt x="1844910" y="183261"/>
                </a:cubicBezTo>
                <a:cubicBezTo>
                  <a:pt x="1856099" y="122174"/>
                  <a:pt x="1863247" y="59690"/>
                  <a:pt x="1881377" y="635"/>
                </a:cubicBezTo>
                <a:cubicBezTo>
                  <a:pt x="3583277" y="635"/>
                  <a:pt x="5285177" y="635"/>
                  <a:pt x="6987076" y="0"/>
                </a:cubicBezTo>
                <a:cubicBezTo>
                  <a:pt x="7010179" y="0"/>
                  <a:pt x="7018052" y="3429"/>
                  <a:pt x="7018052" y="35814"/>
                </a:cubicBezTo>
                <a:cubicBezTo>
                  <a:pt x="7017430" y="3441065"/>
                  <a:pt x="7017430" y="6846316"/>
                  <a:pt x="7018259" y="10251440"/>
                </a:cubicBezTo>
                <a:close/>
              </a:path>
            </a:pathLst>
          </a:custGeom>
          <a:blipFill rotWithShape="1">
            <a:blip r:embed="rId3">
              <a:alphaModFix/>
            </a:blip>
            <a:stretch>
              <a:fillRect b="0" l="-80278" r="-80288" t="0"/>
            </a:stretch>
          </a:blipFill>
          <a:ln>
            <a:noFill/>
          </a:ln>
        </p:spPr>
        <p:txBody>
          <a:bodyPr anchorCtr="0" anchor="ctr" bIns="121925" lIns="121925" spcFirstLastPara="1" rIns="121925" wrap="square" tIns="121925">
            <a:noAutofit/>
          </a:bodyPr>
          <a:lstStyle/>
          <a:p>
            <a:pPr indent="0" lvl="0" marL="0" rtl="0" algn="l">
              <a:spcBef>
                <a:spcPts val="0"/>
              </a:spcBef>
              <a:spcAft>
                <a:spcPts val="0"/>
              </a:spcAft>
              <a:buNone/>
            </a:pPr>
            <a:r>
              <a:t/>
            </a:r>
            <a:endParaRPr/>
          </a:p>
        </p:txBody>
      </p:sp>
      <p:sp>
        <p:nvSpPr>
          <p:cNvPr id="15" name="Google Shape;15;p2"/>
          <p:cNvSpPr/>
          <p:nvPr/>
        </p:nvSpPr>
        <p:spPr>
          <a:xfrm>
            <a:off x="7470681" y="-300"/>
            <a:ext cx="1388400" cy="6858000"/>
          </a:xfrm>
          <a:prstGeom prst="parallelogram">
            <a:avLst>
              <a:gd fmla="val 91817" name="adj"/>
            </a:avLst>
          </a:prstGeom>
          <a:gradFill>
            <a:gsLst>
              <a:gs pos="0">
                <a:srgbClr val="DB3063"/>
              </a:gs>
              <a:gs pos="34000">
                <a:srgbClr val="AB46A5"/>
              </a:gs>
              <a:gs pos="66000">
                <a:srgbClr val="5FB8E4"/>
              </a:gs>
              <a:gs pos="100000">
                <a:srgbClr val="120A59"/>
              </a:gs>
            </a:gsLst>
            <a:lin ang="18900044"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2">
  <p:cSld name="TITLE_1">
    <p:bg>
      <p:bgPr>
        <a:solidFill>
          <a:srgbClr val="120A59"/>
        </a:solidFill>
      </p:bgPr>
    </p:bg>
    <p:spTree>
      <p:nvGrpSpPr>
        <p:cNvPr id="16" name="Shape 16"/>
        <p:cNvGrpSpPr/>
        <p:nvPr/>
      </p:nvGrpSpPr>
      <p:grpSpPr>
        <a:xfrm>
          <a:off x="0" y="0"/>
          <a:ext cx="0" cy="0"/>
          <a:chOff x="0" y="0"/>
          <a:chExt cx="0" cy="0"/>
        </a:xfrm>
      </p:grpSpPr>
      <p:sp>
        <p:nvSpPr>
          <p:cNvPr id="17" name="Google Shape;17;p3"/>
          <p:cNvSpPr txBox="1"/>
          <p:nvPr>
            <p:ph type="title"/>
          </p:nvPr>
        </p:nvSpPr>
        <p:spPr>
          <a:xfrm>
            <a:off x="752500" y="3017300"/>
            <a:ext cx="6589500" cy="831300"/>
          </a:xfrm>
          <a:prstGeom prst="rect">
            <a:avLst/>
          </a:prstGeom>
        </p:spPr>
        <p:txBody>
          <a:bodyPr anchorCtr="0" anchor="t" bIns="121875" lIns="121875" spcFirstLastPara="1" rIns="121875" wrap="square" tIns="121875">
            <a:spAutoFit/>
          </a:bodyPr>
          <a:lstStyle>
            <a:lvl1pPr lvl="0">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1pPr>
            <a:lvl2pPr lvl="1">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2pPr>
            <a:lvl3pPr lvl="2">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3pPr>
            <a:lvl4pPr lvl="3">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4pPr>
            <a:lvl5pPr lvl="4">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5pPr>
            <a:lvl6pPr lvl="5">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6pPr>
            <a:lvl7pPr lvl="6">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7pPr>
            <a:lvl8pPr lvl="7">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8pPr>
            <a:lvl9pPr lvl="8">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9pPr>
          </a:lstStyle>
          <a:p/>
        </p:txBody>
      </p:sp>
      <p:sp>
        <p:nvSpPr>
          <p:cNvPr id="18" name="Google Shape;18;p3"/>
          <p:cNvSpPr txBox="1"/>
          <p:nvPr>
            <p:ph idx="12" type="sldNum"/>
          </p:nvPr>
        </p:nvSpPr>
        <p:spPr>
          <a:xfrm>
            <a:off x="11293784" y="6217622"/>
            <a:ext cx="731400" cy="524700"/>
          </a:xfrm>
          <a:prstGeom prst="rect">
            <a:avLst/>
          </a:prstGeom>
        </p:spPr>
        <p:txBody>
          <a:bodyPr anchorCtr="0" anchor="t" bIns="121875" lIns="121875" spcFirstLastPara="1" rIns="121875" wrap="square" tIns="121875">
            <a:no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indent="0" lvl="0" marL="0" rtl="0" algn="r">
              <a:spcBef>
                <a:spcPts val="0"/>
              </a:spcBef>
              <a:spcAft>
                <a:spcPts val="0"/>
              </a:spcAft>
              <a:buNone/>
            </a:pPr>
            <a:fld id="{00000000-1234-1234-1234-123412341234}" type="slidenum">
              <a:rPr lang="en"/>
              <a:t>‹#›</a:t>
            </a:fld>
            <a:endParaRPr/>
          </a:p>
        </p:txBody>
      </p:sp>
      <p:sp>
        <p:nvSpPr>
          <p:cNvPr id="19" name="Google Shape;19;p3"/>
          <p:cNvSpPr/>
          <p:nvPr/>
        </p:nvSpPr>
        <p:spPr>
          <a:xfrm>
            <a:off x="904933" y="975700"/>
            <a:ext cx="4737224" cy="743353"/>
          </a:xfrm>
          <a:custGeom>
            <a:rect b="b" l="l" r="r" t="t"/>
            <a:pathLst>
              <a:path extrusionOk="0" h="914896" w="5830429">
                <a:moveTo>
                  <a:pt x="0" y="0"/>
                </a:moveTo>
                <a:lnTo>
                  <a:pt x="5830429" y="0"/>
                </a:lnTo>
                <a:lnTo>
                  <a:pt x="5830429" y="914895"/>
                </a:lnTo>
                <a:lnTo>
                  <a:pt x="0" y="914895"/>
                </a:lnTo>
                <a:lnTo>
                  <a:pt x="0" y="0"/>
                </a:lnTo>
                <a:close/>
              </a:path>
            </a:pathLst>
          </a:custGeom>
          <a:blipFill rotWithShape="1">
            <a:blip r:embed="rId2">
              <a:alphaModFix/>
            </a:blip>
            <a:stretch>
              <a:fillRect b="0" l="0" r="0" t="0"/>
            </a:stretch>
          </a:blipFill>
          <a:ln>
            <a:noFill/>
          </a:ln>
        </p:spPr>
      </p:sp>
      <p:sp>
        <p:nvSpPr>
          <p:cNvPr id="20" name="Google Shape;20;p3"/>
          <p:cNvSpPr/>
          <p:nvPr/>
        </p:nvSpPr>
        <p:spPr>
          <a:xfrm>
            <a:off x="7556567" y="-300"/>
            <a:ext cx="4632051" cy="6866488"/>
          </a:xfrm>
          <a:custGeom>
            <a:rect b="b" l="l" r="r" t="t"/>
            <a:pathLst>
              <a:path extrusionOk="0" h="10286873" w="7018259">
                <a:moveTo>
                  <a:pt x="7018259" y="10251440"/>
                </a:moveTo>
                <a:cubicBezTo>
                  <a:pt x="7018259" y="10284587"/>
                  <a:pt x="7009556" y="10286873"/>
                  <a:pt x="6986868" y="10286873"/>
                </a:cubicBezTo>
                <a:cubicBezTo>
                  <a:pt x="4658307" y="10286238"/>
                  <a:pt x="2329850" y="10286238"/>
                  <a:pt x="1289" y="10286238"/>
                </a:cubicBezTo>
                <a:cubicBezTo>
                  <a:pt x="-2541" y="10272395"/>
                  <a:pt x="3154" y="10259822"/>
                  <a:pt x="5537" y="10246995"/>
                </a:cubicBezTo>
                <a:cubicBezTo>
                  <a:pt x="107891" y="9685401"/>
                  <a:pt x="210349" y="9123934"/>
                  <a:pt x="313014" y="8562467"/>
                </a:cubicBezTo>
                <a:cubicBezTo>
                  <a:pt x="459397" y="7761986"/>
                  <a:pt x="606091" y="6961632"/>
                  <a:pt x="752371" y="6161151"/>
                </a:cubicBezTo>
                <a:cubicBezTo>
                  <a:pt x="933045" y="5172583"/>
                  <a:pt x="1113305" y="4184015"/>
                  <a:pt x="1293875" y="3195574"/>
                </a:cubicBezTo>
                <a:cubicBezTo>
                  <a:pt x="1477346" y="2191385"/>
                  <a:pt x="1660921" y="1187323"/>
                  <a:pt x="1844910" y="183261"/>
                </a:cubicBezTo>
                <a:cubicBezTo>
                  <a:pt x="1856099" y="122174"/>
                  <a:pt x="1863247" y="59690"/>
                  <a:pt x="1881377" y="635"/>
                </a:cubicBezTo>
                <a:cubicBezTo>
                  <a:pt x="3583277" y="635"/>
                  <a:pt x="5285177" y="635"/>
                  <a:pt x="6987076" y="0"/>
                </a:cubicBezTo>
                <a:cubicBezTo>
                  <a:pt x="7010179" y="0"/>
                  <a:pt x="7018052" y="3429"/>
                  <a:pt x="7018052" y="35814"/>
                </a:cubicBezTo>
                <a:cubicBezTo>
                  <a:pt x="7017430" y="3441065"/>
                  <a:pt x="7017430" y="6846316"/>
                  <a:pt x="7018259" y="10251440"/>
                </a:cubicBezTo>
                <a:close/>
              </a:path>
            </a:pathLst>
          </a:custGeom>
          <a:blipFill rotWithShape="1">
            <a:blip r:embed="rId3">
              <a:alphaModFix/>
            </a:blip>
            <a:stretch>
              <a:fillRect b="0" l="-80278" r="-80288" t="0"/>
            </a:stretch>
          </a:blipFill>
          <a:ln>
            <a:noFill/>
          </a:ln>
        </p:spPr>
        <p:txBody>
          <a:bodyPr anchorCtr="0" anchor="ctr" bIns="121925" lIns="121925" spcFirstLastPara="1" rIns="121925" wrap="square" tIns="121925">
            <a:noAutofit/>
          </a:bodyPr>
          <a:lstStyle/>
          <a:p>
            <a:pPr indent="0" lvl="0" marL="0" rtl="0" algn="l">
              <a:spcBef>
                <a:spcPts val="0"/>
              </a:spcBef>
              <a:spcAft>
                <a:spcPts val="0"/>
              </a:spcAft>
              <a:buNone/>
            </a:pPr>
            <a:r>
              <a:t/>
            </a:r>
            <a:endParaRPr/>
          </a:p>
        </p:txBody>
      </p:sp>
      <p:sp>
        <p:nvSpPr>
          <p:cNvPr id="21" name="Google Shape;21;p3"/>
          <p:cNvSpPr/>
          <p:nvPr/>
        </p:nvSpPr>
        <p:spPr>
          <a:xfrm>
            <a:off x="7470681" y="-300"/>
            <a:ext cx="1388400" cy="6858000"/>
          </a:xfrm>
          <a:prstGeom prst="parallelogram">
            <a:avLst>
              <a:gd fmla="val 91817" name="adj"/>
            </a:avLst>
          </a:prstGeom>
          <a:gradFill>
            <a:gsLst>
              <a:gs pos="0">
                <a:srgbClr val="DB3063"/>
              </a:gs>
              <a:gs pos="34000">
                <a:srgbClr val="AB46A5"/>
              </a:gs>
              <a:gs pos="66000">
                <a:srgbClr val="5FB8E4"/>
              </a:gs>
              <a:gs pos="100000">
                <a:srgbClr val="120A59"/>
              </a:gs>
            </a:gsLst>
            <a:lin ang="18900044"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type="secHead">
  <p:cSld name="SECTION_HEADER">
    <p:spTree>
      <p:nvGrpSpPr>
        <p:cNvPr id="22" name="Shape 22"/>
        <p:cNvGrpSpPr/>
        <p:nvPr/>
      </p:nvGrpSpPr>
      <p:grpSpPr>
        <a:xfrm>
          <a:off x="0" y="0"/>
          <a:ext cx="0" cy="0"/>
          <a:chOff x="0" y="0"/>
          <a:chExt cx="0" cy="0"/>
        </a:xfrm>
      </p:grpSpPr>
      <p:sp>
        <p:nvSpPr>
          <p:cNvPr id="23" name="Google Shape;23;p4"/>
          <p:cNvSpPr/>
          <p:nvPr/>
        </p:nvSpPr>
        <p:spPr>
          <a:xfrm>
            <a:off x="-1525" y="6701851"/>
            <a:ext cx="12192000" cy="165600"/>
          </a:xfrm>
          <a:prstGeom prst="roundRect">
            <a:avLst>
              <a:gd fmla="val 0" name="adj"/>
            </a:avLst>
          </a:prstGeom>
          <a:solidFill>
            <a:srgbClr val="120A59"/>
          </a:soli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sp>
        <p:nvSpPr>
          <p:cNvPr id="24" name="Google Shape;24;p4"/>
          <p:cNvSpPr/>
          <p:nvPr/>
        </p:nvSpPr>
        <p:spPr>
          <a:xfrm>
            <a:off x="0" y="8"/>
            <a:ext cx="12192000" cy="165600"/>
          </a:xfrm>
          <a:prstGeom prst="roundRect">
            <a:avLst>
              <a:gd fmla="val 0" name="adj"/>
            </a:avLst>
          </a:prstGeom>
          <a:gradFill>
            <a:gsLst>
              <a:gs pos="0">
                <a:srgbClr val="DB3063"/>
              </a:gs>
              <a:gs pos="34000">
                <a:srgbClr val="AB46A5"/>
              </a:gs>
              <a:gs pos="66000">
                <a:srgbClr val="5FB8E4"/>
              </a:gs>
              <a:gs pos="100000">
                <a:srgbClr val="120A59"/>
              </a:gs>
            </a:gsLst>
            <a:lin ang="10800025"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cxnSp>
        <p:nvCxnSpPr>
          <p:cNvPr id="25" name="Google Shape;25;p4"/>
          <p:cNvCxnSpPr/>
          <p:nvPr/>
        </p:nvCxnSpPr>
        <p:spPr>
          <a:xfrm>
            <a:off x="6122800" y="1908913"/>
            <a:ext cx="0" cy="3976800"/>
          </a:xfrm>
          <a:prstGeom prst="straightConnector1">
            <a:avLst/>
          </a:prstGeom>
          <a:noFill/>
          <a:ln cap="flat" cmpd="sng" w="28550">
            <a:solidFill>
              <a:schemeClr val="accent6"/>
            </a:solidFill>
            <a:prstDash val="solid"/>
            <a:round/>
            <a:headEnd len="med" w="med" type="oval"/>
            <a:tailEnd len="med" w="med" type="oval"/>
          </a:ln>
        </p:spPr>
      </p:cxnSp>
      <p:sp>
        <p:nvSpPr>
          <p:cNvPr id="26" name="Google Shape;26;p4"/>
          <p:cNvSpPr txBox="1"/>
          <p:nvPr>
            <p:ph idx="1" type="body"/>
          </p:nvPr>
        </p:nvSpPr>
        <p:spPr>
          <a:xfrm>
            <a:off x="1555800" y="1894588"/>
            <a:ext cx="3507000" cy="528900"/>
          </a:xfrm>
          <a:prstGeom prst="rect">
            <a:avLst/>
          </a:prstGeom>
        </p:spPr>
        <p:txBody>
          <a:bodyPr anchorCtr="0" anchor="ctr" bIns="121875" lIns="121875" spcFirstLastPara="1" rIns="121875" wrap="square" tIns="121875">
            <a:noAutofit/>
          </a:bodyPr>
          <a:lstStyle>
            <a:lvl1pPr indent="-338648" lvl="0" marL="457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1pPr>
            <a:lvl2pPr indent="-338648" lvl="1" marL="914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2pPr>
            <a:lvl3pPr indent="-338648" lvl="2" marL="1371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3pPr>
            <a:lvl4pPr indent="-338648" lvl="3" marL="1828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4pPr>
            <a:lvl5pPr indent="-338648" lvl="4" marL="22860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5pPr>
            <a:lvl6pPr indent="-338648" lvl="5" marL="2743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6pPr>
            <a:lvl7pPr indent="-338648" lvl="6" marL="3200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7pPr>
            <a:lvl8pPr indent="-338648" lvl="7" marL="3657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8pPr>
            <a:lvl9pPr indent="-338648" lvl="8" marL="4114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9pPr>
          </a:lstStyle>
          <a:p/>
        </p:txBody>
      </p:sp>
      <p:cxnSp>
        <p:nvCxnSpPr>
          <p:cNvPr id="27" name="Google Shape;27;p4"/>
          <p:cNvCxnSpPr/>
          <p:nvPr/>
        </p:nvCxnSpPr>
        <p:spPr>
          <a:xfrm>
            <a:off x="878500" y="2607688"/>
            <a:ext cx="4326000" cy="0"/>
          </a:xfrm>
          <a:prstGeom prst="straightConnector1">
            <a:avLst/>
          </a:prstGeom>
          <a:noFill/>
          <a:ln cap="flat" cmpd="sng" w="19075">
            <a:solidFill>
              <a:schemeClr val="accent3"/>
            </a:solidFill>
            <a:prstDash val="solid"/>
            <a:round/>
            <a:headEnd len="med" w="med" type="none"/>
            <a:tailEnd len="med" w="med" type="none"/>
          </a:ln>
        </p:spPr>
      </p:cxnSp>
      <p:sp>
        <p:nvSpPr>
          <p:cNvPr id="28" name="Google Shape;28;p4"/>
          <p:cNvSpPr txBox="1"/>
          <p:nvPr>
            <p:ph type="title"/>
          </p:nvPr>
        </p:nvSpPr>
        <p:spPr>
          <a:xfrm>
            <a:off x="2276850" y="657525"/>
            <a:ext cx="9912000" cy="419700"/>
          </a:xfrm>
          <a:prstGeom prst="rect">
            <a:avLst/>
          </a:prstGeom>
        </p:spPr>
        <p:txBody>
          <a:bodyPr anchorCtr="0" anchor="t" bIns="0" lIns="0" spcFirstLastPara="1" rIns="0" wrap="square" tIns="0">
            <a:spAutoFit/>
          </a:bodyPr>
          <a:lstStyle>
            <a:lvl1pPr lvl="0">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1pPr>
            <a:lvl2pPr lvl="1">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2pPr>
            <a:lvl3pPr lvl="2">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3pPr>
            <a:lvl4pPr lvl="3">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4pPr>
            <a:lvl5pPr lvl="4">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5pPr>
            <a:lvl6pPr lvl="5">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6pPr>
            <a:lvl7pPr lvl="6">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7pPr>
            <a:lvl8pPr lvl="7">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8pPr>
            <a:lvl9pPr lvl="8">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9pPr>
          </a:lstStyle>
          <a:p/>
        </p:txBody>
      </p:sp>
      <p:sp>
        <p:nvSpPr>
          <p:cNvPr id="29" name="Google Shape;29;p4"/>
          <p:cNvSpPr txBox="1"/>
          <p:nvPr>
            <p:ph idx="2" type="subTitle"/>
          </p:nvPr>
        </p:nvSpPr>
        <p:spPr>
          <a:xfrm>
            <a:off x="2281350" y="1124100"/>
            <a:ext cx="9912000" cy="323100"/>
          </a:xfrm>
          <a:prstGeom prst="rect">
            <a:avLst/>
          </a:prstGeom>
        </p:spPr>
        <p:txBody>
          <a:bodyPr anchorCtr="0" anchor="t" bIns="0" lIns="0" spcFirstLastPara="1" rIns="0" wrap="square" tIns="0">
            <a:spAutoFit/>
          </a:bodyPr>
          <a:lstStyle>
            <a:lvl1pPr lvl="0">
              <a:spcBef>
                <a:spcPts val="0"/>
              </a:spcBef>
              <a:spcAft>
                <a:spcPts val="0"/>
              </a:spcAft>
              <a:buClr>
                <a:schemeClr val="accent3"/>
              </a:buClr>
              <a:buSzPts val="2133"/>
              <a:buFont typeface="Proxima Nova"/>
              <a:buNone/>
              <a:defRPr sz="2133">
                <a:solidFill>
                  <a:schemeClr val="accent3"/>
                </a:solidFill>
                <a:latin typeface="Proxima Nova"/>
                <a:ea typeface="Proxima Nova"/>
                <a:cs typeface="Proxima Nova"/>
                <a:sym typeface="Proxima Nova"/>
              </a:defRPr>
            </a:lvl1pPr>
            <a:lvl2pPr lvl="1">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2pPr>
            <a:lvl3pPr lvl="2">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3pPr>
            <a:lvl4pPr lvl="3">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4pPr>
            <a:lvl5pPr lvl="4">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5pPr>
            <a:lvl6pPr lvl="5">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6pPr>
            <a:lvl7pPr lvl="6">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7pPr>
            <a:lvl8pPr lvl="7">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8pPr>
            <a:lvl9pPr lvl="8">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9pPr>
          </a:lstStyle>
          <a:p/>
        </p:txBody>
      </p:sp>
      <p:sp>
        <p:nvSpPr>
          <p:cNvPr id="30" name="Google Shape;30;p4"/>
          <p:cNvSpPr/>
          <p:nvPr/>
        </p:nvSpPr>
        <p:spPr>
          <a:xfrm>
            <a:off x="878500" y="657525"/>
            <a:ext cx="1186849" cy="664677"/>
          </a:xfrm>
          <a:custGeom>
            <a:rect b="b" l="l" r="r" t="t"/>
            <a:pathLst>
              <a:path extrusionOk="0" h="1582565" w="2760114">
                <a:moveTo>
                  <a:pt x="0" y="0"/>
                </a:moveTo>
                <a:lnTo>
                  <a:pt x="2760114" y="0"/>
                </a:lnTo>
                <a:lnTo>
                  <a:pt x="2760114" y="1582565"/>
                </a:lnTo>
                <a:lnTo>
                  <a:pt x="0" y="1582565"/>
                </a:lnTo>
                <a:lnTo>
                  <a:pt x="0" y="0"/>
                </a:lnTo>
                <a:close/>
              </a:path>
            </a:pathLst>
          </a:custGeom>
          <a:blipFill rotWithShape="1">
            <a:blip r:embed="rId2">
              <a:alphaModFix/>
            </a:blip>
            <a:stretch>
              <a:fillRect b="0" l="0" r="0" t="0"/>
            </a:stretch>
          </a:blipFill>
          <a:ln>
            <a:noFill/>
          </a:ln>
        </p:spPr>
      </p:sp>
      <p:cxnSp>
        <p:nvCxnSpPr>
          <p:cNvPr id="31" name="Google Shape;31;p4"/>
          <p:cNvCxnSpPr/>
          <p:nvPr/>
        </p:nvCxnSpPr>
        <p:spPr>
          <a:xfrm>
            <a:off x="878500" y="3593592"/>
            <a:ext cx="4326000" cy="0"/>
          </a:xfrm>
          <a:prstGeom prst="straightConnector1">
            <a:avLst/>
          </a:prstGeom>
          <a:noFill/>
          <a:ln cap="flat" cmpd="sng" w="19075">
            <a:solidFill>
              <a:schemeClr val="accent3"/>
            </a:solidFill>
            <a:prstDash val="solid"/>
            <a:round/>
            <a:headEnd len="med" w="med" type="none"/>
            <a:tailEnd len="med" w="med" type="none"/>
          </a:ln>
        </p:spPr>
      </p:cxnSp>
      <p:cxnSp>
        <p:nvCxnSpPr>
          <p:cNvPr id="32" name="Google Shape;32;p4"/>
          <p:cNvCxnSpPr/>
          <p:nvPr/>
        </p:nvCxnSpPr>
        <p:spPr>
          <a:xfrm>
            <a:off x="878500" y="4581144"/>
            <a:ext cx="4326000" cy="0"/>
          </a:xfrm>
          <a:prstGeom prst="straightConnector1">
            <a:avLst/>
          </a:prstGeom>
          <a:noFill/>
          <a:ln cap="flat" cmpd="sng" w="19075">
            <a:solidFill>
              <a:schemeClr val="accent3"/>
            </a:solidFill>
            <a:prstDash val="solid"/>
            <a:round/>
            <a:headEnd len="med" w="med" type="none"/>
            <a:tailEnd len="med" w="med" type="none"/>
          </a:ln>
        </p:spPr>
      </p:cxnSp>
      <p:cxnSp>
        <p:nvCxnSpPr>
          <p:cNvPr id="33" name="Google Shape;33;p4"/>
          <p:cNvCxnSpPr/>
          <p:nvPr/>
        </p:nvCxnSpPr>
        <p:spPr>
          <a:xfrm>
            <a:off x="878500" y="5568696"/>
            <a:ext cx="4326000" cy="0"/>
          </a:xfrm>
          <a:prstGeom prst="straightConnector1">
            <a:avLst/>
          </a:prstGeom>
          <a:noFill/>
          <a:ln cap="flat" cmpd="sng" w="19075">
            <a:solidFill>
              <a:schemeClr val="accent3"/>
            </a:solidFill>
            <a:prstDash val="solid"/>
            <a:round/>
            <a:headEnd len="med" w="med" type="none"/>
            <a:tailEnd len="med" w="med" type="none"/>
          </a:ln>
        </p:spPr>
      </p:cxnSp>
      <p:sp>
        <p:nvSpPr>
          <p:cNvPr id="34" name="Google Shape;34;p4"/>
          <p:cNvSpPr txBox="1"/>
          <p:nvPr>
            <p:ph idx="3" type="body"/>
          </p:nvPr>
        </p:nvSpPr>
        <p:spPr>
          <a:xfrm>
            <a:off x="7718112" y="1894597"/>
            <a:ext cx="3507000" cy="528900"/>
          </a:xfrm>
          <a:prstGeom prst="rect">
            <a:avLst/>
          </a:prstGeom>
        </p:spPr>
        <p:txBody>
          <a:bodyPr anchorCtr="0" anchor="ctr" bIns="121875" lIns="121875" spcFirstLastPara="1" rIns="121875" wrap="square" tIns="121875">
            <a:noAutofit/>
          </a:bodyPr>
          <a:lstStyle>
            <a:lvl1pPr indent="-338648" lvl="0" marL="457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1pPr>
            <a:lvl2pPr indent="-338648" lvl="1" marL="914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2pPr>
            <a:lvl3pPr indent="-338648" lvl="2" marL="1371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3pPr>
            <a:lvl4pPr indent="-338648" lvl="3" marL="1828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4pPr>
            <a:lvl5pPr indent="-338648" lvl="4" marL="22860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5pPr>
            <a:lvl6pPr indent="-338648" lvl="5" marL="2743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6pPr>
            <a:lvl7pPr indent="-338648" lvl="6" marL="3200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7pPr>
            <a:lvl8pPr indent="-338648" lvl="7" marL="3657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8pPr>
            <a:lvl9pPr indent="-338648" lvl="8" marL="4114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9pPr>
          </a:lstStyle>
          <a:p/>
        </p:txBody>
      </p:sp>
      <p:sp>
        <p:nvSpPr>
          <p:cNvPr id="35" name="Google Shape;35;p4"/>
          <p:cNvSpPr txBox="1"/>
          <p:nvPr>
            <p:ph idx="4" type="subTitle"/>
          </p:nvPr>
        </p:nvSpPr>
        <p:spPr>
          <a:xfrm>
            <a:off x="7040870" y="1937650"/>
            <a:ext cx="677100" cy="442800"/>
          </a:xfrm>
          <a:prstGeom prst="rect">
            <a:avLst/>
          </a:prstGeom>
        </p:spPr>
        <p:txBody>
          <a:bodyPr anchorCtr="0" anchor="ctr" bIns="121875" lIns="121875" spcFirstLastPara="1" rIns="121875" wrap="square" tIns="121875">
            <a:noAutofit/>
          </a:bodyPr>
          <a:lstStyle>
            <a:lvl1pPr lvl="0">
              <a:spcBef>
                <a:spcPts val="0"/>
              </a:spcBef>
              <a:spcAft>
                <a:spcPts val="0"/>
              </a:spcAft>
              <a:buClr>
                <a:schemeClr val="accent6"/>
              </a:buClr>
              <a:buSzPts val="2533"/>
              <a:buNone/>
              <a:defRPr b="1" sz="2533">
                <a:solidFill>
                  <a:schemeClr val="accent6"/>
                </a:solidFill>
              </a:defRPr>
            </a:lvl1pPr>
            <a:lvl2pPr lvl="1">
              <a:spcBef>
                <a:spcPts val="0"/>
              </a:spcBef>
              <a:spcAft>
                <a:spcPts val="0"/>
              </a:spcAft>
              <a:buSzPts val="2533"/>
              <a:buNone/>
              <a:defRPr sz="2533"/>
            </a:lvl2pPr>
            <a:lvl3pPr lvl="2">
              <a:spcBef>
                <a:spcPts val="0"/>
              </a:spcBef>
              <a:spcAft>
                <a:spcPts val="0"/>
              </a:spcAft>
              <a:buSzPts val="2533"/>
              <a:buNone/>
              <a:defRPr sz="2533"/>
            </a:lvl3pPr>
            <a:lvl4pPr lvl="3">
              <a:spcBef>
                <a:spcPts val="0"/>
              </a:spcBef>
              <a:spcAft>
                <a:spcPts val="0"/>
              </a:spcAft>
              <a:buSzPts val="2533"/>
              <a:buNone/>
              <a:defRPr sz="2533"/>
            </a:lvl4pPr>
            <a:lvl5pPr lvl="4">
              <a:spcBef>
                <a:spcPts val="0"/>
              </a:spcBef>
              <a:spcAft>
                <a:spcPts val="0"/>
              </a:spcAft>
              <a:buSzPts val="2533"/>
              <a:buNone/>
              <a:defRPr sz="2533"/>
            </a:lvl5pPr>
            <a:lvl6pPr lvl="5">
              <a:spcBef>
                <a:spcPts val="0"/>
              </a:spcBef>
              <a:spcAft>
                <a:spcPts val="0"/>
              </a:spcAft>
              <a:buSzPts val="2533"/>
              <a:buNone/>
              <a:defRPr sz="2533"/>
            </a:lvl6pPr>
            <a:lvl7pPr lvl="6">
              <a:spcBef>
                <a:spcPts val="0"/>
              </a:spcBef>
              <a:spcAft>
                <a:spcPts val="0"/>
              </a:spcAft>
              <a:buSzPts val="2533"/>
              <a:buNone/>
              <a:defRPr sz="2533"/>
            </a:lvl7pPr>
            <a:lvl8pPr lvl="7">
              <a:spcBef>
                <a:spcPts val="0"/>
              </a:spcBef>
              <a:spcAft>
                <a:spcPts val="0"/>
              </a:spcAft>
              <a:buSzPts val="2533"/>
              <a:buNone/>
              <a:defRPr sz="2533"/>
            </a:lvl8pPr>
            <a:lvl9pPr lvl="8">
              <a:spcBef>
                <a:spcPts val="0"/>
              </a:spcBef>
              <a:spcAft>
                <a:spcPts val="0"/>
              </a:spcAft>
              <a:buSzPts val="2533"/>
              <a:buNone/>
              <a:defRPr sz="2533"/>
            </a:lvl9pPr>
          </a:lstStyle>
          <a:p/>
        </p:txBody>
      </p:sp>
      <p:cxnSp>
        <p:nvCxnSpPr>
          <p:cNvPr id="36" name="Google Shape;36;p4"/>
          <p:cNvCxnSpPr/>
          <p:nvPr/>
        </p:nvCxnSpPr>
        <p:spPr>
          <a:xfrm>
            <a:off x="7040812" y="2607697"/>
            <a:ext cx="4326000" cy="0"/>
          </a:xfrm>
          <a:prstGeom prst="straightConnector1">
            <a:avLst/>
          </a:prstGeom>
          <a:noFill/>
          <a:ln cap="flat" cmpd="sng" w="19075">
            <a:solidFill>
              <a:schemeClr val="accent3"/>
            </a:solidFill>
            <a:prstDash val="solid"/>
            <a:round/>
            <a:headEnd len="med" w="med" type="none"/>
            <a:tailEnd len="med" w="med" type="none"/>
          </a:ln>
        </p:spPr>
      </p:cxnSp>
      <p:sp>
        <p:nvSpPr>
          <p:cNvPr id="37" name="Google Shape;37;p4"/>
          <p:cNvSpPr txBox="1"/>
          <p:nvPr>
            <p:ph idx="5" type="body"/>
          </p:nvPr>
        </p:nvSpPr>
        <p:spPr>
          <a:xfrm>
            <a:off x="7718112" y="2880360"/>
            <a:ext cx="3507000" cy="528900"/>
          </a:xfrm>
          <a:prstGeom prst="rect">
            <a:avLst/>
          </a:prstGeom>
        </p:spPr>
        <p:txBody>
          <a:bodyPr anchorCtr="0" anchor="ctr" bIns="121875" lIns="121875" spcFirstLastPara="1" rIns="121875" wrap="square" tIns="121875">
            <a:noAutofit/>
          </a:bodyPr>
          <a:lstStyle>
            <a:lvl1pPr indent="-338648" lvl="0" marL="457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1pPr>
            <a:lvl2pPr indent="-338648" lvl="1" marL="914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2pPr>
            <a:lvl3pPr indent="-338648" lvl="2" marL="1371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3pPr>
            <a:lvl4pPr indent="-338648" lvl="3" marL="1828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4pPr>
            <a:lvl5pPr indent="-338648" lvl="4" marL="22860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5pPr>
            <a:lvl6pPr indent="-338648" lvl="5" marL="2743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6pPr>
            <a:lvl7pPr indent="-338648" lvl="6" marL="3200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7pPr>
            <a:lvl8pPr indent="-338648" lvl="7" marL="3657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8pPr>
            <a:lvl9pPr indent="-338648" lvl="8" marL="4114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9pPr>
          </a:lstStyle>
          <a:p/>
        </p:txBody>
      </p:sp>
      <p:sp>
        <p:nvSpPr>
          <p:cNvPr id="38" name="Google Shape;38;p4"/>
          <p:cNvSpPr txBox="1"/>
          <p:nvPr>
            <p:ph idx="6" type="subTitle"/>
          </p:nvPr>
        </p:nvSpPr>
        <p:spPr>
          <a:xfrm>
            <a:off x="7040870" y="2923413"/>
            <a:ext cx="677100" cy="442800"/>
          </a:xfrm>
          <a:prstGeom prst="rect">
            <a:avLst/>
          </a:prstGeom>
        </p:spPr>
        <p:txBody>
          <a:bodyPr anchorCtr="0" anchor="ctr" bIns="121875" lIns="121875" spcFirstLastPara="1" rIns="121875" wrap="square" tIns="121875">
            <a:noAutofit/>
          </a:bodyPr>
          <a:lstStyle>
            <a:lvl1pPr lvl="0">
              <a:spcBef>
                <a:spcPts val="0"/>
              </a:spcBef>
              <a:spcAft>
                <a:spcPts val="0"/>
              </a:spcAft>
              <a:buClr>
                <a:schemeClr val="accent6"/>
              </a:buClr>
              <a:buSzPts val="2533"/>
              <a:buNone/>
              <a:defRPr b="1" sz="2533">
                <a:solidFill>
                  <a:schemeClr val="accent6"/>
                </a:solidFill>
              </a:defRPr>
            </a:lvl1pPr>
            <a:lvl2pPr lvl="1">
              <a:spcBef>
                <a:spcPts val="0"/>
              </a:spcBef>
              <a:spcAft>
                <a:spcPts val="0"/>
              </a:spcAft>
              <a:buSzPts val="2533"/>
              <a:buNone/>
              <a:defRPr sz="2533"/>
            </a:lvl2pPr>
            <a:lvl3pPr lvl="2">
              <a:spcBef>
                <a:spcPts val="0"/>
              </a:spcBef>
              <a:spcAft>
                <a:spcPts val="0"/>
              </a:spcAft>
              <a:buSzPts val="2533"/>
              <a:buNone/>
              <a:defRPr sz="2533"/>
            </a:lvl3pPr>
            <a:lvl4pPr lvl="3">
              <a:spcBef>
                <a:spcPts val="0"/>
              </a:spcBef>
              <a:spcAft>
                <a:spcPts val="0"/>
              </a:spcAft>
              <a:buSzPts val="2533"/>
              <a:buNone/>
              <a:defRPr sz="2533"/>
            </a:lvl4pPr>
            <a:lvl5pPr lvl="4">
              <a:spcBef>
                <a:spcPts val="0"/>
              </a:spcBef>
              <a:spcAft>
                <a:spcPts val="0"/>
              </a:spcAft>
              <a:buSzPts val="2533"/>
              <a:buNone/>
              <a:defRPr sz="2533"/>
            </a:lvl5pPr>
            <a:lvl6pPr lvl="5">
              <a:spcBef>
                <a:spcPts val="0"/>
              </a:spcBef>
              <a:spcAft>
                <a:spcPts val="0"/>
              </a:spcAft>
              <a:buSzPts val="2533"/>
              <a:buNone/>
              <a:defRPr sz="2533"/>
            </a:lvl6pPr>
            <a:lvl7pPr lvl="6">
              <a:spcBef>
                <a:spcPts val="0"/>
              </a:spcBef>
              <a:spcAft>
                <a:spcPts val="0"/>
              </a:spcAft>
              <a:buSzPts val="2533"/>
              <a:buNone/>
              <a:defRPr sz="2533"/>
            </a:lvl7pPr>
            <a:lvl8pPr lvl="7">
              <a:spcBef>
                <a:spcPts val="0"/>
              </a:spcBef>
              <a:spcAft>
                <a:spcPts val="0"/>
              </a:spcAft>
              <a:buSzPts val="2533"/>
              <a:buNone/>
              <a:defRPr sz="2533"/>
            </a:lvl8pPr>
            <a:lvl9pPr lvl="8">
              <a:spcBef>
                <a:spcPts val="0"/>
              </a:spcBef>
              <a:spcAft>
                <a:spcPts val="0"/>
              </a:spcAft>
              <a:buSzPts val="2533"/>
              <a:buNone/>
              <a:defRPr sz="2533"/>
            </a:lvl9pPr>
          </a:lstStyle>
          <a:p/>
        </p:txBody>
      </p:sp>
      <p:cxnSp>
        <p:nvCxnSpPr>
          <p:cNvPr id="39" name="Google Shape;39;p4"/>
          <p:cNvCxnSpPr/>
          <p:nvPr/>
        </p:nvCxnSpPr>
        <p:spPr>
          <a:xfrm>
            <a:off x="7040812" y="3593460"/>
            <a:ext cx="4326000" cy="0"/>
          </a:xfrm>
          <a:prstGeom prst="straightConnector1">
            <a:avLst/>
          </a:prstGeom>
          <a:noFill/>
          <a:ln cap="flat" cmpd="sng" w="19075">
            <a:solidFill>
              <a:schemeClr val="accent3"/>
            </a:solidFill>
            <a:prstDash val="solid"/>
            <a:round/>
            <a:headEnd len="med" w="med" type="none"/>
            <a:tailEnd len="med" w="med" type="none"/>
          </a:ln>
        </p:spPr>
      </p:cxnSp>
      <p:sp>
        <p:nvSpPr>
          <p:cNvPr id="40" name="Google Shape;40;p4"/>
          <p:cNvSpPr txBox="1"/>
          <p:nvPr>
            <p:ph idx="7" type="body"/>
          </p:nvPr>
        </p:nvSpPr>
        <p:spPr>
          <a:xfrm>
            <a:off x="7718112" y="3867912"/>
            <a:ext cx="3507000" cy="528900"/>
          </a:xfrm>
          <a:prstGeom prst="rect">
            <a:avLst/>
          </a:prstGeom>
        </p:spPr>
        <p:txBody>
          <a:bodyPr anchorCtr="0" anchor="ctr" bIns="121875" lIns="121875" spcFirstLastPara="1" rIns="121875" wrap="square" tIns="121875">
            <a:noAutofit/>
          </a:bodyPr>
          <a:lstStyle>
            <a:lvl1pPr indent="-338648" lvl="0" marL="457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1pPr>
            <a:lvl2pPr indent="-338648" lvl="1" marL="914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2pPr>
            <a:lvl3pPr indent="-338648" lvl="2" marL="1371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3pPr>
            <a:lvl4pPr indent="-338648" lvl="3" marL="1828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4pPr>
            <a:lvl5pPr indent="-338648" lvl="4" marL="22860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5pPr>
            <a:lvl6pPr indent="-338648" lvl="5" marL="2743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6pPr>
            <a:lvl7pPr indent="-338648" lvl="6" marL="3200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7pPr>
            <a:lvl8pPr indent="-338648" lvl="7" marL="3657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8pPr>
            <a:lvl9pPr indent="-338648" lvl="8" marL="4114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9pPr>
          </a:lstStyle>
          <a:p/>
        </p:txBody>
      </p:sp>
      <p:sp>
        <p:nvSpPr>
          <p:cNvPr id="41" name="Google Shape;41;p4"/>
          <p:cNvSpPr txBox="1"/>
          <p:nvPr>
            <p:ph idx="8" type="subTitle"/>
          </p:nvPr>
        </p:nvSpPr>
        <p:spPr>
          <a:xfrm>
            <a:off x="7040871" y="3910960"/>
            <a:ext cx="677100" cy="442800"/>
          </a:xfrm>
          <a:prstGeom prst="rect">
            <a:avLst/>
          </a:prstGeom>
        </p:spPr>
        <p:txBody>
          <a:bodyPr anchorCtr="0" anchor="ctr" bIns="121875" lIns="121875" spcFirstLastPara="1" rIns="121875" wrap="square" tIns="121875">
            <a:noAutofit/>
          </a:bodyPr>
          <a:lstStyle>
            <a:lvl1pPr lvl="0">
              <a:spcBef>
                <a:spcPts val="0"/>
              </a:spcBef>
              <a:spcAft>
                <a:spcPts val="0"/>
              </a:spcAft>
              <a:buClr>
                <a:schemeClr val="accent6"/>
              </a:buClr>
              <a:buSzPts val="2533"/>
              <a:buNone/>
              <a:defRPr b="1" sz="2533">
                <a:solidFill>
                  <a:schemeClr val="accent6"/>
                </a:solidFill>
              </a:defRPr>
            </a:lvl1pPr>
            <a:lvl2pPr lvl="1">
              <a:spcBef>
                <a:spcPts val="0"/>
              </a:spcBef>
              <a:spcAft>
                <a:spcPts val="0"/>
              </a:spcAft>
              <a:buSzPts val="2533"/>
              <a:buNone/>
              <a:defRPr sz="2533"/>
            </a:lvl2pPr>
            <a:lvl3pPr lvl="2">
              <a:spcBef>
                <a:spcPts val="0"/>
              </a:spcBef>
              <a:spcAft>
                <a:spcPts val="0"/>
              </a:spcAft>
              <a:buSzPts val="2533"/>
              <a:buNone/>
              <a:defRPr sz="2533"/>
            </a:lvl3pPr>
            <a:lvl4pPr lvl="3">
              <a:spcBef>
                <a:spcPts val="0"/>
              </a:spcBef>
              <a:spcAft>
                <a:spcPts val="0"/>
              </a:spcAft>
              <a:buSzPts val="2533"/>
              <a:buNone/>
              <a:defRPr sz="2533"/>
            </a:lvl4pPr>
            <a:lvl5pPr lvl="4">
              <a:spcBef>
                <a:spcPts val="0"/>
              </a:spcBef>
              <a:spcAft>
                <a:spcPts val="0"/>
              </a:spcAft>
              <a:buSzPts val="2533"/>
              <a:buNone/>
              <a:defRPr sz="2533"/>
            </a:lvl5pPr>
            <a:lvl6pPr lvl="5">
              <a:spcBef>
                <a:spcPts val="0"/>
              </a:spcBef>
              <a:spcAft>
                <a:spcPts val="0"/>
              </a:spcAft>
              <a:buSzPts val="2533"/>
              <a:buNone/>
              <a:defRPr sz="2533"/>
            </a:lvl6pPr>
            <a:lvl7pPr lvl="6">
              <a:spcBef>
                <a:spcPts val="0"/>
              </a:spcBef>
              <a:spcAft>
                <a:spcPts val="0"/>
              </a:spcAft>
              <a:buSzPts val="2533"/>
              <a:buNone/>
              <a:defRPr sz="2533"/>
            </a:lvl7pPr>
            <a:lvl8pPr lvl="7">
              <a:spcBef>
                <a:spcPts val="0"/>
              </a:spcBef>
              <a:spcAft>
                <a:spcPts val="0"/>
              </a:spcAft>
              <a:buSzPts val="2533"/>
              <a:buNone/>
              <a:defRPr sz="2533"/>
            </a:lvl8pPr>
            <a:lvl9pPr lvl="8">
              <a:spcBef>
                <a:spcPts val="0"/>
              </a:spcBef>
              <a:spcAft>
                <a:spcPts val="0"/>
              </a:spcAft>
              <a:buSzPts val="2533"/>
              <a:buNone/>
              <a:defRPr sz="2533"/>
            </a:lvl9pPr>
          </a:lstStyle>
          <a:p/>
        </p:txBody>
      </p:sp>
      <p:cxnSp>
        <p:nvCxnSpPr>
          <p:cNvPr id="42" name="Google Shape;42;p4"/>
          <p:cNvCxnSpPr/>
          <p:nvPr/>
        </p:nvCxnSpPr>
        <p:spPr>
          <a:xfrm>
            <a:off x="7040812" y="4581144"/>
            <a:ext cx="4326000" cy="0"/>
          </a:xfrm>
          <a:prstGeom prst="straightConnector1">
            <a:avLst/>
          </a:prstGeom>
          <a:noFill/>
          <a:ln cap="flat" cmpd="sng" w="19075">
            <a:solidFill>
              <a:schemeClr val="accent3"/>
            </a:solidFill>
            <a:prstDash val="solid"/>
            <a:round/>
            <a:headEnd len="med" w="med" type="none"/>
            <a:tailEnd len="med" w="med" type="none"/>
          </a:ln>
        </p:spPr>
      </p:cxnSp>
      <p:sp>
        <p:nvSpPr>
          <p:cNvPr id="43" name="Google Shape;43;p4"/>
          <p:cNvSpPr txBox="1"/>
          <p:nvPr>
            <p:ph idx="9" type="body"/>
          </p:nvPr>
        </p:nvSpPr>
        <p:spPr>
          <a:xfrm>
            <a:off x="7718112" y="4855464"/>
            <a:ext cx="3507000" cy="528900"/>
          </a:xfrm>
          <a:prstGeom prst="rect">
            <a:avLst/>
          </a:prstGeom>
        </p:spPr>
        <p:txBody>
          <a:bodyPr anchorCtr="0" anchor="ctr" bIns="121875" lIns="121875" spcFirstLastPara="1" rIns="121875" wrap="square" tIns="121875">
            <a:noAutofit/>
          </a:bodyPr>
          <a:lstStyle>
            <a:lvl1pPr indent="-338648" lvl="0" marL="457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1pPr>
            <a:lvl2pPr indent="-338648" lvl="1" marL="914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2pPr>
            <a:lvl3pPr indent="-338648" lvl="2" marL="1371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3pPr>
            <a:lvl4pPr indent="-338648" lvl="3" marL="1828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4pPr>
            <a:lvl5pPr indent="-338648" lvl="4" marL="22860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5pPr>
            <a:lvl6pPr indent="-338648" lvl="5" marL="2743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6pPr>
            <a:lvl7pPr indent="-338648" lvl="6" marL="3200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7pPr>
            <a:lvl8pPr indent="-338648" lvl="7" marL="3657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8pPr>
            <a:lvl9pPr indent="-338648" lvl="8" marL="4114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9pPr>
          </a:lstStyle>
          <a:p/>
        </p:txBody>
      </p:sp>
      <p:sp>
        <p:nvSpPr>
          <p:cNvPr id="44" name="Google Shape;44;p4"/>
          <p:cNvSpPr txBox="1"/>
          <p:nvPr>
            <p:ph idx="13" type="subTitle"/>
          </p:nvPr>
        </p:nvSpPr>
        <p:spPr>
          <a:xfrm>
            <a:off x="7040870" y="4898512"/>
            <a:ext cx="677100" cy="442800"/>
          </a:xfrm>
          <a:prstGeom prst="rect">
            <a:avLst/>
          </a:prstGeom>
        </p:spPr>
        <p:txBody>
          <a:bodyPr anchorCtr="0" anchor="ctr" bIns="121875" lIns="121875" spcFirstLastPara="1" rIns="121875" wrap="square" tIns="121875">
            <a:noAutofit/>
          </a:bodyPr>
          <a:lstStyle>
            <a:lvl1pPr lvl="0">
              <a:spcBef>
                <a:spcPts val="0"/>
              </a:spcBef>
              <a:spcAft>
                <a:spcPts val="0"/>
              </a:spcAft>
              <a:buClr>
                <a:schemeClr val="accent6"/>
              </a:buClr>
              <a:buSzPts val="2533"/>
              <a:buNone/>
              <a:defRPr b="1" sz="2533">
                <a:solidFill>
                  <a:schemeClr val="accent6"/>
                </a:solidFill>
              </a:defRPr>
            </a:lvl1pPr>
            <a:lvl2pPr lvl="1">
              <a:spcBef>
                <a:spcPts val="0"/>
              </a:spcBef>
              <a:spcAft>
                <a:spcPts val="0"/>
              </a:spcAft>
              <a:buSzPts val="2533"/>
              <a:buNone/>
              <a:defRPr sz="2533"/>
            </a:lvl2pPr>
            <a:lvl3pPr lvl="2">
              <a:spcBef>
                <a:spcPts val="0"/>
              </a:spcBef>
              <a:spcAft>
                <a:spcPts val="0"/>
              </a:spcAft>
              <a:buSzPts val="2533"/>
              <a:buNone/>
              <a:defRPr sz="2533"/>
            </a:lvl3pPr>
            <a:lvl4pPr lvl="3">
              <a:spcBef>
                <a:spcPts val="0"/>
              </a:spcBef>
              <a:spcAft>
                <a:spcPts val="0"/>
              </a:spcAft>
              <a:buSzPts val="2533"/>
              <a:buNone/>
              <a:defRPr sz="2533"/>
            </a:lvl4pPr>
            <a:lvl5pPr lvl="4">
              <a:spcBef>
                <a:spcPts val="0"/>
              </a:spcBef>
              <a:spcAft>
                <a:spcPts val="0"/>
              </a:spcAft>
              <a:buSzPts val="2533"/>
              <a:buNone/>
              <a:defRPr sz="2533"/>
            </a:lvl5pPr>
            <a:lvl6pPr lvl="5">
              <a:spcBef>
                <a:spcPts val="0"/>
              </a:spcBef>
              <a:spcAft>
                <a:spcPts val="0"/>
              </a:spcAft>
              <a:buSzPts val="2533"/>
              <a:buNone/>
              <a:defRPr sz="2533"/>
            </a:lvl6pPr>
            <a:lvl7pPr lvl="6">
              <a:spcBef>
                <a:spcPts val="0"/>
              </a:spcBef>
              <a:spcAft>
                <a:spcPts val="0"/>
              </a:spcAft>
              <a:buSzPts val="2533"/>
              <a:buNone/>
              <a:defRPr sz="2533"/>
            </a:lvl7pPr>
            <a:lvl8pPr lvl="7">
              <a:spcBef>
                <a:spcPts val="0"/>
              </a:spcBef>
              <a:spcAft>
                <a:spcPts val="0"/>
              </a:spcAft>
              <a:buSzPts val="2533"/>
              <a:buNone/>
              <a:defRPr sz="2533"/>
            </a:lvl8pPr>
            <a:lvl9pPr lvl="8">
              <a:spcBef>
                <a:spcPts val="0"/>
              </a:spcBef>
              <a:spcAft>
                <a:spcPts val="0"/>
              </a:spcAft>
              <a:buSzPts val="2533"/>
              <a:buNone/>
              <a:defRPr sz="2533"/>
            </a:lvl9pPr>
          </a:lstStyle>
          <a:p/>
        </p:txBody>
      </p:sp>
      <p:cxnSp>
        <p:nvCxnSpPr>
          <p:cNvPr id="45" name="Google Shape;45;p4"/>
          <p:cNvCxnSpPr/>
          <p:nvPr/>
        </p:nvCxnSpPr>
        <p:spPr>
          <a:xfrm>
            <a:off x="7040812" y="5568696"/>
            <a:ext cx="4326000" cy="0"/>
          </a:xfrm>
          <a:prstGeom prst="straightConnector1">
            <a:avLst/>
          </a:prstGeom>
          <a:noFill/>
          <a:ln cap="flat" cmpd="sng" w="19075">
            <a:solidFill>
              <a:schemeClr val="accent3"/>
            </a:solidFill>
            <a:prstDash val="solid"/>
            <a:round/>
            <a:headEnd len="med" w="med" type="none"/>
            <a:tailEnd len="med" w="med" type="none"/>
          </a:ln>
        </p:spPr>
      </p:cxnSp>
      <p:sp>
        <p:nvSpPr>
          <p:cNvPr id="46" name="Google Shape;46;p4"/>
          <p:cNvSpPr txBox="1"/>
          <p:nvPr>
            <p:ph idx="14" type="subTitle"/>
          </p:nvPr>
        </p:nvSpPr>
        <p:spPr>
          <a:xfrm>
            <a:off x="878570" y="1948125"/>
            <a:ext cx="677100" cy="442800"/>
          </a:xfrm>
          <a:prstGeom prst="rect">
            <a:avLst/>
          </a:prstGeom>
        </p:spPr>
        <p:txBody>
          <a:bodyPr anchorCtr="0" anchor="ctr" bIns="121875" lIns="121875" spcFirstLastPara="1" rIns="121875" wrap="square" tIns="121875">
            <a:noAutofit/>
          </a:bodyPr>
          <a:lstStyle>
            <a:lvl1pPr lvl="0">
              <a:spcBef>
                <a:spcPts val="0"/>
              </a:spcBef>
              <a:spcAft>
                <a:spcPts val="0"/>
              </a:spcAft>
              <a:buClr>
                <a:schemeClr val="accent6"/>
              </a:buClr>
              <a:buSzPts val="2533"/>
              <a:buNone/>
              <a:defRPr b="1" sz="2533">
                <a:solidFill>
                  <a:schemeClr val="accent6"/>
                </a:solidFill>
              </a:defRPr>
            </a:lvl1pPr>
            <a:lvl2pPr lvl="1">
              <a:spcBef>
                <a:spcPts val="0"/>
              </a:spcBef>
              <a:spcAft>
                <a:spcPts val="0"/>
              </a:spcAft>
              <a:buSzPts val="2533"/>
              <a:buNone/>
              <a:defRPr sz="2533"/>
            </a:lvl2pPr>
            <a:lvl3pPr lvl="2">
              <a:spcBef>
                <a:spcPts val="0"/>
              </a:spcBef>
              <a:spcAft>
                <a:spcPts val="0"/>
              </a:spcAft>
              <a:buSzPts val="2533"/>
              <a:buNone/>
              <a:defRPr sz="2533"/>
            </a:lvl3pPr>
            <a:lvl4pPr lvl="3">
              <a:spcBef>
                <a:spcPts val="0"/>
              </a:spcBef>
              <a:spcAft>
                <a:spcPts val="0"/>
              </a:spcAft>
              <a:buSzPts val="2533"/>
              <a:buNone/>
              <a:defRPr sz="2533"/>
            </a:lvl4pPr>
            <a:lvl5pPr lvl="4">
              <a:spcBef>
                <a:spcPts val="0"/>
              </a:spcBef>
              <a:spcAft>
                <a:spcPts val="0"/>
              </a:spcAft>
              <a:buSzPts val="2533"/>
              <a:buNone/>
              <a:defRPr sz="2533"/>
            </a:lvl5pPr>
            <a:lvl6pPr lvl="5">
              <a:spcBef>
                <a:spcPts val="0"/>
              </a:spcBef>
              <a:spcAft>
                <a:spcPts val="0"/>
              </a:spcAft>
              <a:buSzPts val="2533"/>
              <a:buNone/>
              <a:defRPr sz="2533"/>
            </a:lvl6pPr>
            <a:lvl7pPr lvl="6">
              <a:spcBef>
                <a:spcPts val="0"/>
              </a:spcBef>
              <a:spcAft>
                <a:spcPts val="0"/>
              </a:spcAft>
              <a:buSzPts val="2533"/>
              <a:buNone/>
              <a:defRPr sz="2533"/>
            </a:lvl7pPr>
            <a:lvl8pPr lvl="7">
              <a:spcBef>
                <a:spcPts val="0"/>
              </a:spcBef>
              <a:spcAft>
                <a:spcPts val="0"/>
              </a:spcAft>
              <a:buSzPts val="2533"/>
              <a:buNone/>
              <a:defRPr sz="2533"/>
            </a:lvl8pPr>
            <a:lvl9pPr lvl="8">
              <a:spcBef>
                <a:spcPts val="0"/>
              </a:spcBef>
              <a:spcAft>
                <a:spcPts val="0"/>
              </a:spcAft>
              <a:buSzPts val="2533"/>
              <a:buNone/>
              <a:defRPr sz="2533"/>
            </a:lvl9pPr>
          </a:lstStyle>
          <a:p/>
        </p:txBody>
      </p:sp>
      <p:sp>
        <p:nvSpPr>
          <p:cNvPr id="47" name="Google Shape;47;p4"/>
          <p:cNvSpPr txBox="1"/>
          <p:nvPr>
            <p:ph idx="15" type="body"/>
          </p:nvPr>
        </p:nvSpPr>
        <p:spPr>
          <a:xfrm>
            <a:off x="1555054" y="2880360"/>
            <a:ext cx="3507000" cy="528900"/>
          </a:xfrm>
          <a:prstGeom prst="rect">
            <a:avLst/>
          </a:prstGeom>
        </p:spPr>
        <p:txBody>
          <a:bodyPr anchorCtr="0" anchor="ctr" bIns="121875" lIns="121875" spcFirstLastPara="1" rIns="121875" wrap="square" tIns="121875">
            <a:noAutofit/>
          </a:bodyPr>
          <a:lstStyle>
            <a:lvl1pPr indent="-338648" lvl="0" marL="457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1pPr>
            <a:lvl2pPr indent="-338648" lvl="1" marL="914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2pPr>
            <a:lvl3pPr indent="-338648" lvl="2" marL="1371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3pPr>
            <a:lvl4pPr indent="-338648" lvl="3" marL="1828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4pPr>
            <a:lvl5pPr indent="-338648" lvl="4" marL="22860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5pPr>
            <a:lvl6pPr indent="-338648" lvl="5" marL="2743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6pPr>
            <a:lvl7pPr indent="-338648" lvl="6" marL="3200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7pPr>
            <a:lvl8pPr indent="-338648" lvl="7" marL="3657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8pPr>
            <a:lvl9pPr indent="-338648" lvl="8" marL="4114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9pPr>
          </a:lstStyle>
          <a:p/>
        </p:txBody>
      </p:sp>
      <p:sp>
        <p:nvSpPr>
          <p:cNvPr id="48" name="Google Shape;48;p4"/>
          <p:cNvSpPr txBox="1"/>
          <p:nvPr>
            <p:ph idx="16" type="subTitle"/>
          </p:nvPr>
        </p:nvSpPr>
        <p:spPr>
          <a:xfrm>
            <a:off x="877824" y="2933898"/>
            <a:ext cx="677100" cy="442800"/>
          </a:xfrm>
          <a:prstGeom prst="rect">
            <a:avLst/>
          </a:prstGeom>
        </p:spPr>
        <p:txBody>
          <a:bodyPr anchorCtr="0" anchor="ctr" bIns="121875" lIns="121875" spcFirstLastPara="1" rIns="121875" wrap="square" tIns="121875">
            <a:noAutofit/>
          </a:bodyPr>
          <a:lstStyle>
            <a:lvl1pPr lvl="0">
              <a:spcBef>
                <a:spcPts val="0"/>
              </a:spcBef>
              <a:spcAft>
                <a:spcPts val="0"/>
              </a:spcAft>
              <a:buClr>
                <a:schemeClr val="accent6"/>
              </a:buClr>
              <a:buSzPts val="2533"/>
              <a:buNone/>
              <a:defRPr b="1" sz="2533">
                <a:solidFill>
                  <a:schemeClr val="accent6"/>
                </a:solidFill>
              </a:defRPr>
            </a:lvl1pPr>
            <a:lvl2pPr lvl="1">
              <a:spcBef>
                <a:spcPts val="0"/>
              </a:spcBef>
              <a:spcAft>
                <a:spcPts val="0"/>
              </a:spcAft>
              <a:buSzPts val="2533"/>
              <a:buNone/>
              <a:defRPr sz="2533"/>
            </a:lvl2pPr>
            <a:lvl3pPr lvl="2">
              <a:spcBef>
                <a:spcPts val="0"/>
              </a:spcBef>
              <a:spcAft>
                <a:spcPts val="0"/>
              </a:spcAft>
              <a:buSzPts val="2533"/>
              <a:buNone/>
              <a:defRPr sz="2533"/>
            </a:lvl3pPr>
            <a:lvl4pPr lvl="3">
              <a:spcBef>
                <a:spcPts val="0"/>
              </a:spcBef>
              <a:spcAft>
                <a:spcPts val="0"/>
              </a:spcAft>
              <a:buSzPts val="2533"/>
              <a:buNone/>
              <a:defRPr sz="2533"/>
            </a:lvl4pPr>
            <a:lvl5pPr lvl="4">
              <a:spcBef>
                <a:spcPts val="0"/>
              </a:spcBef>
              <a:spcAft>
                <a:spcPts val="0"/>
              </a:spcAft>
              <a:buSzPts val="2533"/>
              <a:buNone/>
              <a:defRPr sz="2533"/>
            </a:lvl5pPr>
            <a:lvl6pPr lvl="5">
              <a:spcBef>
                <a:spcPts val="0"/>
              </a:spcBef>
              <a:spcAft>
                <a:spcPts val="0"/>
              </a:spcAft>
              <a:buSzPts val="2533"/>
              <a:buNone/>
              <a:defRPr sz="2533"/>
            </a:lvl6pPr>
            <a:lvl7pPr lvl="6">
              <a:spcBef>
                <a:spcPts val="0"/>
              </a:spcBef>
              <a:spcAft>
                <a:spcPts val="0"/>
              </a:spcAft>
              <a:buSzPts val="2533"/>
              <a:buNone/>
              <a:defRPr sz="2533"/>
            </a:lvl7pPr>
            <a:lvl8pPr lvl="7">
              <a:spcBef>
                <a:spcPts val="0"/>
              </a:spcBef>
              <a:spcAft>
                <a:spcPts val="0"/>
              </a:spcAft>
              <a:buSzPts val="2533"/>
              <a:buNone/>
              <a:defRPr sz="2533"/>
            </a:lvl8pPr>
            <a:lvl9pPr lvl="8">
              <a:spcBef>
                <a:spcPts val="0"/>
              </a:spcBef>
              <a:spcAft>
                <a:spcPts val="0"/>
              </a:spcAft>
              <a:buSzPts val="2533"/>
              <a:buNone/>
              <a:defRPr sz="2533"/>
            </a:lvl9pPr>
          </a:lstStyle>
          <a:p/>
        </p:txBody>
      </p:sp>
      <p:sp>
        <p:nvSpPr>
          <p:cNvPr id="49" name="Google Shape;49;p4"/>
          <p:cNvSpPr txBox="1"/>
          <p:nvPr>
            <p:ph idx="17" type="body"/>
          </p:nvPr>
        </p:nvSpPr>
        <p:spPr>
          <a:xfrm>
            <a:off x="1555054" y="3867912"/>
            <a:ext cx="3507000" cy="528900"/>
          </a:xfrm>
          <a:prstGeom prst="rect">
            <a:avLst/>
          </a:prstGeom>
        </p:spPr>
        <p:txBody>
          <a:bodyPr anchorCtr="0" anchor="ctr" bIns="121875" lIns="121875" spcFirstLastPara="1" rIns="121875" wrap="square" tIns="121875">
            <a:noAutofit/>
          </a:bodyPr>
          <a:lstStyle>
            <a:lvl1pPr indent="-338648" lvl="0" marL="457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1pPr>
            <a:lvl2pPr indent="-338648" lvl="1" marL="914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2pPr>
            <a:lvl3pPr indent="-338648" lvl="2" marL="1371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3pPr>
            <a:lvl4pPr indent="-338648" lvl="3" marL="1828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4pPr>
            <a:lvl5pPr indent="-338648" lvl="4" marL="22860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5pPr>
            <a:lvl6pPr indent="-338648" lvl="5" marL="2743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6pPr>
            <a:lvl7pPr indent="-338648" lvl="6" marL="3200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7pPr>
            <a:lvl8pPr indent="-338648" lvl="7" marL="3657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8pPr>
            <a:lvl9pPr indent="-338648" lvl="8" marL="4114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9pPr>
          </a:lstStyle>
          <a:p/>
        </p:txBody>
      </p:sp>
      <p:sp>
        <p:nvSpPr>
          <p:cNvPr id="50" name="Google Shape;50;p4"/>
          <p:cNvSpPr txBox="1"/>
          <p:nvPr>
            <p:ph idx="18" type="subTitle"/>
          </p:nvPr>
        </p:nvSpPr>
        <p:spPr>
          <a:xfrm>
            <a:off x="877824" y="3921450"/>
            <a:ext cx="677100" cy="442800"/>
          </a:xfrm>
          <a:prstGeom prst="rect">
            <a:avLst/>
          </a:prstGeom>
        </p:spPr>
        <p:txBody>
          <a:bodyPr anchorCtr="0" anchor="ctr" bIns="121875" lIns="121875" spcFirstLastPara="1" rIns="121875" wrap="square" tIns="121875">
            <a:noAutofit/>
          </a:bodyPr>
          <a:lstStyle>
            <a:lvl1pPr lvl="0">
              <a:spcBef>
                <a:spcPts val="0"/>
              </a:spcBef>
              <a:spcAft>
                <a:spcPts val="0"/>
              </a:spcAft>
              <a:buClr>
                <a:schemeClr val="accent6"/>
              </a:buClr>
              <a:buSzPts val="2533"/>
              <a:buNone/>
              <a:defRPr b="1" sz="2533">
                <a:solidFill>
                  <a:schemeClr val="accent6"/>
                </a:solidFill>
              </a:defRPr>
            </a:lvl1pPr>
            <a:lvl2pPr lvl="1">
              <a:spcBef>
                <a:spcPts val="0"/>
              </a:spcBef>
              <a:spcAft>
                <a:spcPts val="0"/>
              </a:spcAft>
              <a:buSzPts val="2533"/>
              <a:buNone/>
              <a:defRPr sz="2533"/>
            </a:lvl2pPr>
            <a:lvl3pPr lvl="2">
              <a:spcBef>
                <a:spcPts val="0"/>
              </a:spcBef>
              <a:spcAft>
                <a:spcPts val="0"/>
              </a:spcAft>
              <a:buSzPts val="2533"/>
              <a:buNone/>
              <a:defRPr sz="2533"/>
            </a:lvl3pPr>
            <a:lvl4pPr lvl="3">
              <a:spcBef>
                <a:spcPts val="0"/>
              </a:spcBef>
              <a:spcAft>
                <a:spcPts val="0"/>
              </a:spcAft>
              <a:buSzPts val="2533"/>
              <a:buNone/>
              <a:defRPr sz="2533"/>
            </a:lvl4pPr>
            <a:lvl5pPr lvl="4">
              <a:spcBef>
                <a:spcPts val="0"/>
              </a:spcBef>
              <a:spcAft>
                <a:spcPts val="0"/>
              </a:spcAft>
              <a:buSzPts val="2533"/>
              <a:buNone/>
              <a:defRPr sz="2533"/>
            </a:lvl5pPr>
            <a:lvl6pPr lvl="5">
              <a:spcBef>
                <a:spcPts val="0"/>
              </a:spcBef>
              <a:spcAft>
                <a:spcPts val="0"/>
              </a:spcAft>
              <a:buSzPts val="2533"/>
              <a:buNone/>
              <a:defRPr sz="2533"/>
            </a:lvl6pPr>
            <a:lvl7pPr lvl="6">
              <a:spcBef>
                <a:spcPts val="0"/>
              </a:spcBef>
              <a:spcAft>
                <a:spcPts val="0"/>
              </a:spcAft>
              <a:buSzPts val="2533"/>
              <a:buNone/>
              <a:defRPr sz="2533"/>
            </a:lvl7pPr>
            <a:lvl8pPr lvl="7">
              <a:spcBef>
                <a:spcPts val="0"/>
              </a:spcBef>
              <a:spcAft>
                <a:spcPts val="0"/>
              </a:spcAft>
              <a:buSzPts val="2533"/>
              <a:buNone/>
              <a:defRPr sz="2533"/>
            </a:lvl8pPr>
            <a:lvl9pPr lvl="8">
              <a:spcBef>
                <a:spcPts val="0"/>
              </a:spcBef>
              <a:spcAft>
                <a:spcPts val="0"/>
              </a:spcAft>
              <a:buSzPts val="2533"/>
              <a:buNone/>
              <a:defRPr sz="2533"/>
            </a:lvl9pPr>
          </a:lstStyle>
          <a:p/>
        </p:txBody>
      </p:sp>
      <p:sp>
        <p:nvSpPr>
          <p:cNvPr id="51" name="Google Shape;51;p4"/>
          <p:cNvSpPr txBox="1"/>
          <p:nvPr>
            <p:ph idx="19" type="body"/>
          </p:nvPr>
        </p:nvSpPr>
        <p:spPr>
          <a:xfrm>
            <a:off x="1555054" y="4855464"/>
            <a:ext cx="3507000" cy="528900"/>
          </a:xfrm>
          <a:prstGeom prst="rect">
            <a:avLst/>
          </a:prstGeom>
        </p:spPr>
        <p:txBody>
          <a:bodyPr anchorCtr="0" anchor="ctr" bIns="121875" lIns="121875" spcFirstLastPara="1" rIns="121875" wrap="square" tIns="121875">
            <a:noAutofit/>
          </a:bodyPr>
          <a:lstStyle>
            <a:lvl1pPr indent="-338648" lvl="0" marL="457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1pPr>
            <a:lvl2pPr indent="-338648" lvl="1" marL="914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2pPr>
            <a:lvl3pPr indent="-338648" lvl="2" marL="1371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3pPr>
            <a:lvl4pPr indent="-338648" lvl="3" marL="1828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4pPr>
            <a:lvl5pPr indent="-338648" lvl="4" marL="22860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5pPr>
            <a:lvl6pPr indent="-338648" lvl="5" marL="27432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6pPr>
            <a:lvl7pPr indent="-338648" lvl="6" marL="32004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7pPr>
            <a:lvl8pPr indent="-338648" lvl="7" marL="36576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8pPr>
            <a:lvl9pPr indent="-338648" lvl="8" marL="4114800">
              <a:spcBef>
                <a:spcPts val="0"/>
              </a:spcBef>
              <a:spcAft>
                <a:spcPts val="0"/>
              </a:spcAft>
              <a:buClr>
                <a:schemeClr val="accent6"/>
              </a:buClr>
              <a:buSzPts val="1733"/>
              <a:buFont typeface="Proxima Nova"/>
              <a:buChar char="■"/>
              <a:defRPr sz="1733">
                <a:solidFill>
                  <a:schemeClr val="accent6"/>
                </a:solidFill>
                <a:latin typeface="Proxima Nova"/>
                <a:ea typeface="Proxima Nova"/>
                <a:cs typeface="Proxima Nova"/>
                <a:sym typeface="Proxima Nova"/>
              </a:defRPr>
            </a:lvl9pPr>
          </a:lstStyle>
          <a:p/>
        </p:txBody>
      </p:sp>
      <p:sp>
        <p:nvSpPr>
          <p:cNvPr id="52" name="Google Shape;52;p4"/>
          <p:cNvSpPr txBox="1"/>
          <p:nvPr>
            <p:ph idx="20" type="subTitle"/>
          </p:nvPr>
        </p:nvSpPr>
        <p:spPr>
          <a:xfrm>
            <a:off x="877824" y="4909002"/>
            <a:ext cx="677100" cy="442800"/>
          </a:xfrm>
          <a:prstGeom prst="rect">
            <a:avLst/>
          </a:prstGeom>
        </p:spPr>
        <p:txBody>
          <a:bodyPr anchorCtr="0" anchor="ctr" bIns="121875" lIns="121875" spcFirstLastPara="1" rIns="121875" wrap="square" tIns="121875">
            <a:noAutofit/>
          </a:bodyPr>
          <a:lstStyle>
            <a:lvl1pPr lvl="0">
              <a:spcBef>
                <a:spcPts val="0"/>
              </a:spcBef>
              <a:spcAft>
                <a:spcPts val="0"/>
              </a:spcAft>
              <a:buClr>
                <a:schemeClr val="accent6"/>
              </a:buClr>
              <a:buSzPts val="2533"/>
              <a:buNone/>
              <a:defRPr b="1" sz="2533">
                <a:solidFill>
                  <a:schemeClr val="accent6"/>
                </a:solidFill>
              </a:defRPr>
            </a:lvl1pPr>
            <a:lvl2pPr lvl="1">
              <a:spcBef>
                <a:spcPts val="0"/>
              </a:spcBef>
              <a:spcAft>
                <a:spcPts val="0"/>
              </a:spcAft>
              <a:buSzPts val="2533"/>
              <a:buNone/>
              <a:defRPr sz="2533"/>
            </a:lvl2pPr>
            <a:lvl3pPr lvl="2">
              <a:spcBef>
                <a:spcPts val="0"/>
              </a:spcBef>
              <a:spcAft>
                <a:spcPts val="0"/>
              </a:spcAft>
              <a:buSzPts val="2533"/>
              <a:buNone/>
              <a:defRPr sz="2533"/>
            </a:lvl3pPr>
            <a:lvl4pPr lvl="3">
              <a:spcBef>
                <a:spcPts val="0"/>
              </a:spcBef>
              <a:spcAft>
                <a:spcPts val="0"/>
              </a:spcAft>
              <a:buSzPts val="2533"/>
              <a:buNone/>
              <a:defRPr sz="2533"/>
            </a:lvl4pPr>
            <a:lvl5pPr lvl="4">
              <a:spcBef>
                <a:spcPts val="0"/>
              </a:spcBef>
              <a:spcAft>
                <a:spcPts val="0"/>
              </a:spcAft>
              <a:buSzPts val="2533"/>
              <a:buNone/>
              <a:defRPr sz="2533"/>
            </a:lvl5pPr>
            <a:lvl6pPr lvl="5">
              <a:spcBef>
                <a:spcPts val="0"/>
              </a:spcBef>
              <a:spcAft>
                <a:spcPts val="0"/>
              </a:spcAft>
              <a:buSzPts val="2533"/>
              <a:buNone/>
              <a:defRPr sz="2533"/>
            </a:lvl6pPr>
            <a:lvl7pPr lvl="6">
              <a:spcBef>
                <a:spcPts val="0"/>
              </a:spcBef>
              <a:spcAft>
                <a:spcPts val="0"/>
              </a:spcAft>
              <a:buSzPts val="2533"/>
              <a:buNone/>
              <a:defRPr sz="2533"/>
            </a:lvl7pPr>
            <a:lvl8pPr lvl="7">
              <a:spcBef>
                <a:spcPts val="0"/>
              </a:spcBef>
              <a:spcAft>
                <a:spcPts val="0"/>
              </a:spcAft>
              <a:buSzPts val="2533"/>
              <a:buNone/>
              <a:defRPr sz="2533"/>
            </a:lvl8pPr>
            <a:lvl9pPr lvl="8">
              <a:spcBef>
                <a:spcPts val="0"/>
              </a:spcBef>
              <a:spcAft>
                <a:spcPts val="0"/>
              </a:spcAft>
              <a:buSzPts val="2533"/>
              <a:buNone/>
              <a:defRPr sz="2533"/>
            </a:lvl9pPr>
          </a:lstStyle>
          <a:p/>
        </p:txBody>
      </p:sp>
      <p:sp>
        <p:nvSpPr>
          <p:cNvPr id="53" name="Google Shape;53;p4"/>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b="1" sz="1733">
                <a:solidFill>
                  <a:schemeClr val="accent3"/>
                </a:solidFill>
              </a:defRPr>
            </a:lvl1pPr>
            <a:lvl2pPr lvl="1">
              <a:buNone/>
              <a:defRPr b="1" sz="1733">
                <a:solidFill>
                  <a:schemeClr val="accent3"/>
                </a:solidFill>
              </a:defRPr>
            </a:lvl2pPr>
            <a:lvl3pPr lvl="2">
              <a:buNone/>
              <a:defRPr b="1" sz="1733">
                <a:solidFill>
                  <a:schemeClr val="accent3"/>
                </a:solidFill>
              </a:defRPr>
            </a:lvl3pPr>
            <a:lvl4pPr lvl="3">
              <a:buNone/>
              <a:defRPr b="1" sz="1733">
                <a:solidFill>
                  <a:schemeClr val="accent3"/>
                </a:solidFill>
              </a:defRPr>
            </a:lvl4pPr>
            <a:lvl5pPr lvl="4">
              <a:buNone/>
              <a:defRPr b="1" sz="1733">
                <a:solidFill>
                  <a:schemeClr val="accent3"/>
                </a:solidFill>
              </a:defRPr>
            </a:lvl5pPr>
            <a:lvl6pPr lvl="5">
              <a:buNone/>
              <a:defRPr b="1" sz="1733">
                <a:solidFill>
                  <a:schemeClr val="accent3"/>
                </a:solidFill>
              </a:defRPr>
            </a:lvl6pPr>
            <a:lvl7pPr lvl="6">
              <a:buNone/>
              <a:defRPr b="1" sz="1733">
                <a:solidFill>
                  <a:schemeClr val="accent3"/>
                </a:solidFill>
              </a:defRPr>
            </a:lvl7pPr>
            <a:lvl8pPr lvl="7">
              <a:buNone/>
              <a:defRPr b="1" sz="1733">
                <a:solidFill>
                  <a:schemeClr val="accent3"/>
                </a:solidFill>
              </a:defRPr>
            </a:lvl8pPr>
            <a:lvl9pPr lvl="8">
              <a:buNone/>
              <a:defRPr b="1" sz="1733">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bg>
      <p:bgPr>
        <a:solidFill>
          <a:srgbClr val="120A59"/>
        </a:solidFill>
      </p:bgPr>
    </p:bg>
    <p:spTree>
      <p:nvGrpSpPr>
        <p:cNvPr id="54" name="Shape 54"/>
        <p:cNvGrpSpPr/>
        <p:nvPr/>
      </p:nvGrpSpPr>
      <p:grpSpPr>
        <a:xfrm>
          <a:off x="0" y="0"/>
          <a:ext cx="0" cy="0"/>
          <a:chOff x="0" y="0"/>
          <a:chExt cx="0" cy="0"/>
        </a:xfrm>
      </p:grpSpPr>
      <p:sp>
        <p:nvSpPr>
          <p:cNvPr id="55" name="Google Shape;55;p5"/>
          <p:cNvSpPr/>
          <p:nvPr/>
        </p:nvSpPr>
        <p:spPr>
          <a:xfrm>
            <a:off x="0" y="0"/>
            <a:ext cx="12207240" cy="6866573"/>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2">
              <a:alphaModFix amt="23000"/>
            </a:blip>
            <a:stretch>
              <a:fillRect b="0" l="-23190" r="-26809" t="0"/>
            </a:stretch>
          </a:blipFill>
          <a:ln>
            <a:noFill/>
          </a:ln>
        </p:spPr>
      </p:sp>
      <p:sp>
        <p:nvSpPr>
          <p:cNvPr id="56" name="Google Shape;56;p5"/>
          <p:cNvSpPr/>
          <p:nvPr/>
        </p:nvSpPr>
        <p:spPr>
          <a:xfrm>
            <a:off x="685800" y="685800"/>
            <a:ext cx="3915757" cy="622928"/>
          </a:xfrm>
          <a:custGeom>
            <a:rect b="b" l="l" r="r" t="t"/>
            <a:pathLst>
              <a:path extrusionOk="0" h="1192206" w="7494271">
                <a:moveTo>
                  <a:pt x="0" y="0"/>
                </a:moveTo>
                <a:lnTo>
                  <a:pt x="7494271" y="0"/>
                </a:lnTo>
                <a:lnTo>
                  <a:pt x="7494271" y="1192206"/>
                </a:lnTo>
                <a:lnTo>
                  <a:pt x="0" y="1192206"/>
                </a:lnTo>
                <a:lnTo>
                  <a:pt x="0" y="0"/>
                </a:lnTo>
                <a:close/>
              </a:path>
            </a:pathLst>
          </a:custGeom>
          <a:blipFill rotWithShape="1">
            <a:blip r:embed="rId3">
              <a:alphaModFix/>
            </a:blip>
            <a:stretch>
              <a:fillRect b="0" l="0" r="0" t="0"/>
            </a:stretch>
          </a:blipFill>
          <a:ln>
            <a:noFill/>
          </a:ln>
        </p:spPr>
      </p:sp>
      <p:sp>
        <p:nvSpPr>
          <p:cNvPr id="57" name="Google Shape;57;p5"/>
          <p:cNvSpPr txBox="1"/>
          <p:nvPr>
            <p:ph type="title"/>
          </p:nvPr>
        </p:nvSpPr>
        <p:spPr>
          <a:xfrm>
            <a:off x="0" y="3017650"/>
            <a:ext cx="12207300" cy="831300"/>
          </a:xfrm>
          <a:prstGeom prst="rect">
            <a:avLst/>
          </a:prstGeom>
        </p:spPr>
        <p:txBody>
          <a:bodyPr anchorCtr="0" anchor="ctr" bIns="121875" lIns="121875" spcFirstLastPara="1" rIns="121875" wrap="square" tIns="121875">
            <a:noAutofit/>
          </a:bodyPr>
          <a:lstStyle>
            <a:lvl1pPr lvl="0"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1pPr>
            <a:lvl2pPr lvl="1"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2pPr>
            <a:lvl3pPr lvl="2"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3pPr>
            <a:lvl4pPr lvl="3"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4pPr>
            <a:lvl5pPr lvl="4"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5pPr>
            <a:lvl6pPr lvl="5"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6pPr>
            <a:lvl7pPr lvl="6"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7pPr>
            <a:lvl8pPr lvl="7"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8pPr>
            <a:lvl9pPr lvl="8"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9pPr>
          </a:lstStyle>
          <a:p/>
        </p:txBody>
      </p:sp>
      <p:sp>
        <p:nvSpPr>
          <p:cNvPr id="58" name="Google Shape;58;p5"/>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b="1" sz="1733">
                <a:solidFill>
                  <a:schemeClr val="accent3"/>
                </a:solidFill>
              </a:defRPr>
            </a:lvl1pPr>
            <a:lvl2pPr lvl="1">
              <a:buNone/>
              <a:defRPr b="1" sz="1733">
                <a:solidFill>
                  <a:schemeClr val="accent3"/>
                </a:solidFill>
              </a:defRPr>
            </a:lvl2pPr>
            <a:lvl3pPr lvl="2">
              <a:buNone/>
              <a:defRPr b="1" sz="1733">
                <a:solidFill>
                  <a:schemeClr val="accent3"/>
                </a:solidFill>
              </a:defRPr>
            </a:lvl3pPr>
            <a:lvl4pPr lvl="3">
              <a:buNone/>
              <a:defRPr b="1" sz="1733">
                <a:solidFill>
                  <a:schemeClr val="accent3"/>
                </a:solidFill>
              </a:defRPr>
            </a:lvl4pPr>
            <a:lvl5pPr lvl="4">
              <a:buNone/>
              <a:defRPr b="1" sz="1733">
                <a:solidFill>
                  <a:schemeClr val="accent3"/>
                </a:solidFill>
              </a:defRPr>
            </a:lvl5pPr>
            <a:lvl6pPr lvl="5">
              <a:buNone/>
              <a:defRPr b="1" sz="1733">
                <a:solidFill>
                  <a:schemeClr val="accent3"/>
                </a:solidFill>
              </a:defRPr>
            </a:lvl6pPr>
            <a:lvl7pPr lvl="6">
              <a:buNone/>
              <a:defRPr b="1" sz="1733">
                <a:solidFill>
                  <a:schemeClr val="accent3"/>
                </a:solidFill>
              </a:defRPr>
            </a:lvl7pPr>
            <a:lvl8pPr lvl="7">
              <a:buNone/>
              <a:defRPr b="1" sz="1733">
                <a:solidFill>
                  <a:schemeClr val="accent3"/>
                </a:solidFill>
              </a:defRPr>
            </a:lvl8pPr>
            <a:lvl9pPr lvl="8">
              <a:buNone/>
              <a:defRPr b="1" sz="1733">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_1">
    <p:bg>
      <p:bgPr>
        <a:solidFill>
          <a:srgbClr val="120A59"/>
        </a:solidFill>
      </p:bgPr>
    </p:bg>
    <p:spTree>
      <p:nvGrpSpPr>
        <p:cNvPr id="59" name="Shape 59"/>
        <p:cNvGrpSpPr/>
        <p:nvPr/>
      </p:nvGrpSpPr>
      <p:grpSpPr>
        <a:xfrm>
          <a:off x="0" y="0"/>
          <a:ext cx="0" cy="0"/>
          <a:chOff x="0" y="0"/>
          <a:chExt cx="0" cy="0"/>
        </a:xfrm>
      </p:grpSpPr>
      <p:sp>
        <p:nvSpPr>
          <p:cNvPr id="60" name="Google Shape;60;p6"/>
          <p:cNvSpPr/>
          <p:nvPr/>
        </p:nvSpPr>
        <p:spPr>
          <a:xfrm>
            <a:off x="0" y="0"/>
            <a:ext cx="12207240" cy="6866573"/>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2">
              <a:alphaModFix amt="23000"/>
            </a:blip>
            <a:stretch>
              <a:fillRect b="0" l="-23190" r="-26809" t="0"/>
            </a:stretch>
          </a:blipFill>
          <a:ln>
            <a:noFill/>
          </a:ln>
        </p:spPr>
      </p:sp>
      <p:sp>
        <p:nvSpPr>
          <p:cNvPr id="61" name="Google Shape;61;p6"/>
          <p:cNvSpPr/>
          <p:nvPr/>
        </p:nvSpPr>
        <p:spPr>
          <a:xfrm>
            <a:off x="685800" y="685800"/>
            <a:ext cx="3915757" cy="622928"/>
          </a:xfrm>
          <a:custGeom>
            <a:rect b="b" l="l" r="r" t="t"/>
            <a:pathLst>
              <a:path extrusionOk="0" h="1192206" w="7494271">
                <a:moveTo>
                  <a:pt x="0" y="0"/>
                </a:moveTo>
                <a:lnTo>
                  <a:pt x="7494271" y="0"/>
                </a:lnTo>
                <a:lnTo>
                  <a:pt x="7494271" y="1192206"/>
                </a:lnTo>
                <a:lnTo>
                  <a:pt x="0" y="1192206"/>
                </a:lnTo>
                <a:lnTo>
                  <a:pt x="0" y="0"/>
                </a:lnTo>
                <a:close/>
              </a:path>
            </a:pathLst>
          </a:custGeom>
          <a:blipFill rotWithShape="1">
            <a:blip r:embed="rId3">
              <a:alphaModFix/>
            </a:blip>
            <a:stretch>
              <a:fillRect b="0" l="0" r="0" t="0"/>
            </a:stretch>
          </a:blipFill>
          <a:ln>
            <a:noFill/>
          </a:ln>
        </p:spPr>
      </p:sp>
      <p:sp>
        <p:nvSpPr>
          <p:cNvPr id="62" name="Google Shape;62;p6"/>
          <p:cNvSpPr txBox="1"/>
          <p:nvPr>
            <p:ph type="title"/>
          </p:nvPr>
        </p:nvSpPr>
        <p:spPr>
          <a:xfrm>
            <a:off x="0" y="3017650"/>
            <a:ext cx="12207300" cy="831300"/>
          </a:xfrm>
          <a:prstGeom prst="rect">
            <a:avLst/>
          </a:prstGeom>
        </p:spPr>
        <p:txBody>
          <a:bodyPr anchorCtr="0" anchor="ctr" bIns="121875" lIns="121875" spcFirstLastPara="1" rIns="121875" wrap="square" tIns="121875">
            <a:noAutofit/>
          </a:bodyPr>
          <a:lstStyle>
            <a:lvl1pPr lvl="0"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1pPr>
            <a:lvl2pPr lvl="1"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2pPr>
            <a:lvl3pPr lvl="2"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3pPr>
            <a:lvl4pPr lvl="3"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4pPr>
            <a:lvl5pPr lvl="4"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5pPr>
            <a:lvl6pPr lvl="5"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6pPr>
            <a:lvl7pPr lvl="6"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7pPr>
            <a:lvl8pPr lvl="7"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8pPr>
            <a:lvl9pPr lvl="8" algn="ctr">
              <a:spcBef>
                <a:spcPts val="0"/>
              </a:spcBef>
              <a:spcAft>
                <a:spcPts val="0"/>
              </a:spcAft>
              <a:buClr>
                <a:srgbClr val="FFFFFF"/>
              </a:buClr>
              <a:buSzPts val="5999"/>
              <a:buFont typeface="Proxima Nova"/>
              <a:buNone/>
              <a:defRPr b="1" sz="5999">
                <a:solidFill>
                  <a:srgbClr val="FFFFFF"/>
                </a:solidFill>
                <a:latin typeface="Proxima Nova"/>
                <a:ea typeface="Proxima Nova"/>
                <a:cs typeface="Proxima Nova"/>
                <a:sym typeface="Proxima Nova"/>
              </a:defRPr>
            </a:lvl9pPr>
          </a:lstStyle>
          <a:p/>
        </p:txBody>
      </p:sp>
      <p:sp>
        <p:nvSpPr>
          <p:cNvPr id="63" name="Google Shape;63;p6"/>
          <p:cNvSpPr txBox="1"/>
          <p:nvPr>
            <p:ph idx="1" type="subTitle"/>
          </p:nvPr>
        </p:nvSpPr>
        <p:spPr>
          <a:xfrm>
            <a:off x="0" y="3972225"/>
            <a:ext cx="12189000" cy="4053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2133"/>
              <a:buNone/>
              <a:defRPr b="1" sz="2133">
                <a:solidFill>
                  <a:schemeClr val="accent3"/>
                </a:solidFill>
              </a:defRPr>
            </a:lvl1pPr>
            <a:lvl2pPr lvl="1" algn="ctr">
              <a:spcBef>
                <a:spcPts val="0"/>
              </a:spcBef>
              <a:spcAft>
                <a:spcPts val="0"/>
              </a:spcAft>
              <a:buClr>
                <a:schemeClr val="accent3"/>
              </a:buClr>
              <a:buSzPts val="2133"/>
              <a:buNone/>
              <a:defRPr b="1" sz="2133">
                <a:solidFill>
                  <a:schemeClr val="accent3"/>
                </a:solidFill>
              </a:defRPr>
            </a:lvl2pPr>
            <a:lvl3pPr lvl="2" algn="ctr">
              <a:spcBef>
                <a:spcPts val="0"/>
              </a:spcBef>
              <a:spcAft>
                <a:spcPts val="0"/>
              </a:spcAft>
              <a:buClr>
                <a:schemeClr val="accent3"/>
              </a:buClr>
              <a:buSzPts val="2133"/>
              <a:buNone/>
              <a:defRPr b="1" sz="2133">
                <a:solidFill>
                  <a:schemeClr val="accent3"/>
                </a:solidFill>
              </a:defRPr>
            </a:lvl3pPr>
            <a:lvl4pPr lvl="3" algn="ctr">
              <a:spcBef>
                <a:spcPts val="0"/>
              </a:spcBef>
              <a:spcAft>
                <a:spcPts val="0"/>
              </a:spcAft>
              <a:buClr>
                <a:schemeClr val="accent3"/>
              </a:buClr>
              <a:buSzPts val="2133"/>
              <a:buNone/>
              <a:defRPr b="1" sz="2133">
                <a:solidFill>
                  <a:schemeClr val="accent3"/>
                </a:solidFill>
              </a:defRPr>
            </a:lvl4pPr>
            <a:lvl5pPr lvl="4" algn="ctr">
              <a:spcBef>
                <a:spcPts val="0"/>
              </a:spcBef>
              <a:spcAft>
                <a:spcPts val="0"/>
              </a:spcAft>
              <a:buClr>
                <a:schemeClr val="accent3"/>
              </a:buClr>
              <a:buSzPts val="2133"/>
              <a:buNone/>
              <a:defRPr b="1" sz="2133">
                <a:solidFill>
                  <a:schemeClr val="accent3"/>
                </a:solidFill>
              </a:defRPr>
            </a:lvl5pPr>
            <a:lvl6pPr lvl="5" algn="ctr">
              <a:spcBef>
                <a:spcPts val="0"/>
              </a:spcBef>
              <a:spcAft>
                <a:spcPts val="0"/>
              </a:spcAft>
              <a:buClr>
                <a:schemeClr val="accent3"/>
              </a:buClr>
              <a:buSzPts val="2133"/>
              <a:buNone/>
              <a:defRPr b="1" sz="2133">
                <a:solidFill>
                  <a:schemeClr val="accent3"/>
                </a:solidFill>
              </a:defRPr>
            </a:lvl6pPr>
            <a:lvl7pPr lvl="6" algn="ctr">
              <a:spcBef>
                <a:spcPts val="0"/>
              </a:spcBef>
              <a:spcAft>
                <a:spcPts val="0"/>
              </a:spcAft>
              <a:buClr>
                <a:schemeClr val="accent3"/>
              </a:buClr>
              <a:buSzPts val="2133"/>
              <a:buNone/>
              <a:defRPr b="1" sz="2133">
                <a:solidFill>
                  <a:schemeClr val="accent3"/>
                </a:solidFill>
              </a:defRPr>
            </a:lvl7pPr>
            <a:lvl8pPr lvl="7" algn="ctr">
              <a:spcBef>
                <a:spcPts val="0"/>
              </a:spcBef>
              <a:spcAft>
                <a:spcPts val="0"/>
              </a:spcAft>
              <a:buClr>
                <a:schemeClr val="accent3"/>
              </a:buClr>
              <a:buSzPts val="2133"/>
              <a:buNone/>
              <a:defRPr b="1" sz="2133">
                <a:solidFill>
                  <a:schemeClr val="accent3"/>
                </a:solidFill>
              </a:defRPr>
            </a:lvl8pPr>
            <a:lvl9pPr lvl="8" algn="ctr">
              <a:spcBef>
                <a:spcPts val="0"/>
              </a:spcBef>
              <a:spcAft>
                <a:spcPts val="0"/>
              </a:spcAft>
              <a:buClr>
                <a:schemeClr val="accent3"/>
              </a:buClr>
              <a:buSzPts val="2133"/>
              <a:buNone/>
              <a:defRPr b="1" sz="2133">
                <a:solidFill>
                  <a:schemeClr val="accent3"/>
                </a:solidFill>
              </a:defRPr>
            </a:lvl9pPr>
          </a:lstStyle>
          <a:p/>
        </p:txBody>
      </p:sp>
      <p:sp>
        <p:nvSpPr>
          <p:cNvPr id="64" name="Google Shape;64;p6"/>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b="1" sz="1733">
                <a:solidFill>
                  <a:schemeClr val="accent3"/>
                </a:solidFill>
              </a:defRPr>
            </a:lvl1pPr>
            <a:lvl2pPr lvl="1">
              <a:buNone/>
              <a:defRPr b="1" sz="1733">
                <a:solidFill>
                  <a:schemeClr val="accent3"/>
                </a:solidFill>
              </a:defRPr>
            </a:lvl2pPr>
            <a:lvl3pPr lvl="2">
              <a:buNone/>
              <a:defRPr b="1" sz="1733">
                <a:solidFill>
                  <a:schemeClr val="accent3"/>
                </a:solidFill>
              </a:defRPr>
            </a:lvl3pPr>
            <a:lvl4pPr lvl="3">
              <a:buNone/>
              <a:defRPr b="1" sz="1733">
                <a:solidFill>
                  <a:schemeClr val="accent3"/>
                </a:solidFill>
              </a:defRPr>
            </a:lvl4pPr>
            <a:lvl5pPr lvl="4">
              <a:buNone/>
              <a:defRPr b="1" sz="1733">
                <a:solidFill>
                  <a:schemeClr val="accent3"/>
                </a:solidFill>
              </a:defRPr>
            </a:lvl5pPr>
            <a:lvl6pPr lvl="5">
              <a:buNone/>
              <a:defRPr b="1" sz="1733">
                <a:solidFill>
                  <a:schemeClr val="accent3"/>
                </a:solidFill>
              </a:defRPr>
            </a:lvl6pPr>
            <a:lvl7pPr lvl="6">
              <a:buNone/>
              <a:defRPr b="1" sz="1733">
                <a:solidFill>
                  <a:schemeClr val="accent3"/>
                </a:solidFill>
              </a:defRPr>
            </a:lvl7pPr>
            <a:lvl8pPr lvl="7">
              <a:buNone/>
              <a:defRPr b="1" sz="1733">
                <a:solidFill>
                  <a:schemeClr val="accent3"/>
                </a:solidFill>
              </a:defRPr>
            </a:lvl8pPr>
            <a:lvl9pPr lvl="8">
              <a:buNone/>
              <a:defRPr b="1" sz="1733">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slide" type="tx">
  <p:cSld name="TITLE_AND_BODY">
    <p:spTree>
      <p:nvGrpSpPr>
        <p:cNvPr id="65" name="Shape 65"/>
        <p:cNvGrpSpPr/>
        <p:nvPr/>
      </p:nvGrpSpPr>
      <p:grpSpPr>
        <a:xfrm>
          <a:off x="0" y="0"/>
          <a:ext cx="0" cy="0"/>
          <a:chOff x="0" y="0"/>
          <a:chExt cx="0" cy="0"/>
        </a:xfrm>
      </p:grpSpPr>
      <p:sp>
        <p:nvSpPr>
          <p:cNvPr id="66" name="Google Shape;66;p7"/>
          <p:cNvSpPr/>
          <p:nvPr/>
        </p:nvSpPr>
        <p:spPr>
          <a:xfrm>
            <a:off x="0" y="8"/>
            <a:ext cx="12192000" cy="165600"/>
          </a:xfrm>
          <a:prstGeom prst="roundRect">
            <a:avLst>
              <a:gd fmla="val 0" name="adj"/>
            </a:avLst>
          </a:prstGeom>
          <a:gradFill>
            <a:gsLst>
              <a:gs pos="0">
                <a:srgbClr val="DB3063"/>
              </a:gs>
              <a:gs pos="34000">
                <a:srgbClr val="AB46A5"/>
              </a:gs>
              <a:gs pos="66000">
                <a:srgbClr val="5FB8E4"/>
              </a:gs>
              <a:gs pos="100000">
                <a:srgbClr val="120A59"/>
              </a:gs>
            </a:gsLst>
            <a:lin ang="10800025"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sp>
        <p:nvSpPr>
          <p:cNvPr id="67" name="Google Shape;67;p7"/>
          <p:cNvSpPr/>
          <p:nvPr/>
        </p:nvSpPr>
        <p:spPr>
          <a:xfrm rot="5400000">
            <a:off x="4840800" y="-2654074"/>
            <a:ext cx="2510400" cy="12192000"/>
          </a:xfrm>
          <a:prstGeom prst="round2SameRect">
            <a:avLst>
              <a:gd fmla="val 16667" name="adj1"/>
              <a:gd fmla="val 0" name="adj2"/>
            </a:avLst>
          </a:prstGeom>
          <a:solidFill>
            <a:srgbClr val="120A59"/>
          </a:solidFill>
          <a:ln>
            <a:noFill/>
          </a:ln>
        </p:spPr>
        <p:txBody>
          <a:bodyPr anchorCtr="0" anchor="ctr" bIns="61100" lIns="61100" spcFirstLastPara="1" rIns="61100" wrap="square" tIns="61100">
            <a:noAutofit/>
          </a:bodyPr>
          <a:lstStyle/>
          <a:p>
            <a:pPr indent="0" lvl="0" marL="0" rtl="0" algn="ctr">
              <a:spcBef>
                <a:spcPts val="0"/>
              </a:spcBef>
              <a:spcAft>
                <a:spcPts val="0"/>
              </a:spcAft>
              <a:buNone/>
            </a:pPr>
            <a:r>
              <a:t/>
            </a:r>
            <a:endParaRPr sz="2000">
              <a:solidFill>
                <a:srgbClr val="FFFFFF"/>
              </a:solidFill>
              <a:latin typeface="Proxima Nova Semibold"/>
              <a:ea typeface="Proxima Nova Semibold"/>
              <a:cs typeface="Proxima Nova Semibold"/>
              <a:sym typeface="Proxima Nova Semibold"/>
            </a:endParaRPr>
          </a:p>
        </p:txBody>
      </p:sp>
      <p:sp>
        <p:nvSpPr>
          <p:cNvPr id="68" name="Google Shape;68;p7"/>
          <p:cNvSpPr txBox="1"/>
          <p:nvPr>
            <p:ph idx="1" type="body"/>
          </p:nvPr>
        </p:nvSpPr>
        <p:spPr>
          <a:xfrm>
            <a:off x="878500" y="2289950"/>
            <a:ext cx="10334100" cy="2278500"/>
          </a:xfrm>
          <a:prstGeom prst="rect">
            <a:avLst/>
          </a:prstGeom>
        </p:spPr>
        <p:txBody>
          <a:bodyPr anchorCtr="0" anchor="t" bIns="121875" lIns="121875" spcFirstLastPara="1" rIns="121875" wrap="square" tIns="121875">
            <a:noAutofit/>
          </a:bodyPr>
          <a:lstStyle>
            <a:lvl1pPr indent="-355579" lvl="0" marL="457200">
              <a:lnSpc>
                <a:spcPct val="100000"/>
              </a:lnSpc>
              <a:spcBef>
                <a:spcPts val="0"/>
              </a:spcBef>
              <a:spcAft>
                <a:spcPts val="0"/>
              </a:spcAft>
              <a:buClr>
                <a:srgbClr val="FFFFFF"/>
              </a:buClr>
              <a:buSzPts val="2000"/>
              <a:buChar char="●"/>
              <a:defRPr sz="2000">
                <a:solidFill>
                  <a:srgbClr val="FFFFFF"/>
                </a:solidFill>
              </a:defRPr>
            </a:lvl1pPr>
            <a:lvl2pPr indent="-355579" lvl="1" marL="914400">
              <a:lnSpc>
                <a:spcPct val="100000"/>
              </a:lnSpc>
              <a:spcBef>
                <a:spcPts val="0"/>
              </a:spcBef>
              <a:spcAft>
                <a:spcPts val="0"/>
              </a:spcAft>
              <a:buClr>
                <a:srgbClr val="FFFFFF"/>
              </a:buClr>
              <a:buSzPts val="2000"/>
              <a:buChar char="○"/>
              <a:defRPr sz="2000">
                <a:solidFill>
                  <a:srgbClr val="FFFFFF"/>
                </a:solidFill>
              </a:defRPr>
            </a:lvl2pPr>
            <a:lvl3pPr indent="-355579" lvl="2" marL="1371600">
              <a:lnSpc>
                <a:spcPct val="100000"/>
              </a:lnSpc>
              <a:spcBef>
                <a:spcPts val="0"/>
              </a:spcBef>
              <a:spcAft>
                <a:spcPts val="0"/>
              </a:spcAft>
              <a:buClr>
                <a:srgbClr val="FFFFFF"/>
              </a:buClr>
              <a:buSzPts val="2000"/>
              <a:buChar char="■"/>
              <a:defRPr sz="2000">
                <a:solidFill>
                  <a:srgbClr val="FFFFFF"/>
                </a:solidFill>
              </a:defRPr>
            </a:lvl3pPr>
            <a:lvl4pPr indent="-355579" lvl="3" marL="1828800">
              <a:lnSpc>
                <a:spcPct val="100000"/>
              </a:lnSpc>
              <a:spcBef>
                <a:spcPts val="0"/>
              </a:spcBef>
              <a:spcAft>
                <a:spcPts val="0"/>
              </a:spcAft>
              <a:buClr>
                <a:srgbClr val="FFFFFF"/>
              </a:buClr>
              <a:buSzPts val="2000"/>
              <a:buChar char="●"/>
              <a:defRPr sz="2000">
                <a:solidFill>
                  <a:srgbClr val="FFFFFF"/>
                </a:solidFill>
              </a:defRPr>
            </a:lvl4pPr>
            <a:lvl5pPr indent="-355579" lvl="4" marL="2286000">
              <a:lnSpc>
                <a:spcPct val="100000"/>
              </a:lnSpc>
              <a:spcBef>
                <a:spcPts val="0"/>
              </a:spcBef>
              <a:spcAft>
                <a:spcPts val="0"/>
              </a:spcAft>
              <a:buClr>
                <a:srgbClr val="FFFFFF"/>
              </a:buClr>
              <a:buSzPts val="2000"/>
              <a:buChar char="○"/>
              <a:defRPr sz="2000">
                <a:solidFill>
                  <a:srgbClr val="FFFFFF"/>
                </a:solidFill>
              </a:defRPr>
            </a:lvl5pPr>
            <a:lvl6pPr indent="-355579" lvl="5" marL="2743200">
              <a:lnSpc>
                <a:spcPct val="100000"/>
              </a:lnSpc>
              <a:spcBef>
                <a:spcPts val="0"/>
              </a:spcBef>
              <a:spcAft>
                <a:spcPts val="0"/>
              </a:spcAft>
              <a:buClr>
                <a:srgbClr val="FFFFFF"/>
              </a:buClr>
              <a:buSzPts val="2000"/>
              <a:buChar char="■"/>
              <a:defRPr sz="2000">
                <a:solidFill>
                  <a:srgbClr val="FFFFFF"/>
                </a:solidFill>
              </a:defRPr>
            </a:lvl6pPr>
            <a:lvl7pPr indent="-355579" lvl="6" marL="3200400">
              <a:lnSpc>
                <a:spcPct val="100000"/>
              </a:lnSpc>
              <a:spcBef>
                <a:spcPts val="0"/>
              </a:spcBef>
              <a:spcAft>
                <a:spcPts val="0"/>
              </a:spcAft>
              <a:buClr>
                <a:srgbClr val="FFFFFF"/>
              </a:buClr>
              <a:buSzPts val="2000"/>
              <a:buChar char="●"/>
              <a:defRPr sz="2000">
                <a:solidFill>
                  <a:srgbClr val="FFFFFF"/>
                </a:solidFill>
              </a:defRPr>
            </a:lvl7pPr>
            <a:lvl8pPr indent="-355579" lvl="7" marL="3657600">
              <a:lnSpc>
                <a:spcPct val="100000"/>
              </a:lnSpc>
              <a:spcBef>
                <a:spcPts val="0"/>
              </a:spcBef>
              <a:spcAft>
                <a:spcPts val="0"/>
              </a:spcAft>
              <a:buClr>
                <a:srgbClr val="FFFFFF"/>
              </a:buClr>
              <a:buSzPts val="2000"/>
              <a:buChar char="○"/>
              <a:defRPr sz="2000">
                <a:solidFill>
                  <a:srgbClr val="FFFFFF"/>
                </a:solidFill>
              </a:defRPr>
            </a:lvl8pPr>
            <a:lvl9pPr indent="-355579" lvl="8" marL="4114800">
              <a:lnSpc>
                <a:spcPct val="100000"/>
              </a:lnSpc>
              <a:spcBef>
                <a:spcPts val="0"/>
              </a:spcBef>
              <a:spcAft>
                <a:spcPts val="0"/>
              </a:spcAft>
              <a:buClr>
                <a:srgbClr val="FFFFFF"/>
              </a:buClr>
              <a:buSzPts val="2000"/>
              <a:buChar char="■"/>
              <a:defRPr sz="2000">
                <a:solidFill>
                  <a:srgbClr val="FFFFFF"/>
                </a:solidFill>
              </a:defRPr>
            </a:lvl9pPr>
          </a:lstStyle>
          <a:p/>
        </p:txBody>
      </p:sp>
      <p:sp>
        <p:nvSpPr>
          <p:cNvPr id="69" name="Google Shape;69;p7"/>
          <p:cNvSpPr txBox="1"/>
          <p:nvPr>
            <p:ph type="title"/>
          </p:nvPr>
        </p:nvSpPr>
        <p:spPr>
          <a:xfrm>
            <a:off x="2276850" y="657525"/>
            <a:ext cx="9915000" cy="419700"/>
          </a:xfrm>
          <a:prstGeom prst="rect">
            <a:avLst/>
          </a:prstGeom>
        </p:spPr>
        <p:txBody>
          <a:bodyPr anchorCtr="0" anchor="t" bIns="0" lIns="0" spcFirstLastPara="1" rIns="0" wrap="square" tIns="0">
            <a:spAutoFit/>
          </a:bodyPr>
          <a:lstStyle>
            <a:lvl1pPr lvl="0">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1pPr>
            <a:lvl2pPr lvl="1">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2pPr>
            <a:lvl3pPr lvl="2">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3pPr>
            <a:lvl4pPr lvl="3">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4pPr>
            <a:lvl5pPr lvl="4">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5pPr>
            <a:lvl6pPr lvl="5">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6pPr>
            <a:lvl7pPr lvl="6">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7pPr>
            <a:lvl8pPr lvl="7">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8pPr>
            <a:lvl9pPr lvl="8">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9pPr>
          </a:lstStyle>
          <a:p/>
        </p:txBody>
      </p:sp>
      <p:sp>
        <p:nvSpPr>
          <p:cNvPr id="70" name="Google Shape;70;p7"/>
          <p:cNvSpPr/>
          <p:nvPr/>
        </p:nvSpPr>
        <p:spPr>
          <a:xfrm>
            <a:off x="878500" y="657525"/>
            <a:ext cx="1186849" cy="664677"/>
          </a:xfrm>
          <a:custGeom>
            <a:rect b="b" l="l" r="r" t="t"/>
            <a:pathLst>
              <a:path extrusionOk="0" h="1582565" w="2760114">
                <a:moveTo>
                  <a:pt x="0" y="0"/>
                </a:moveTo>
                <a:lnTo>
                  <a:pt x="2760114" y="0"/>
                </a:lnTo>
                <a:lnTo>
                  <a:pt x="2760114" y="1582565"/>
                </a:lnTo>
                <a:lnTo>
                  <a:pt x="0" y="1582565"/>
                </a:lnTo>
                <a:lnTo>
                  <a:pt x="0" y="0"/>
                </a:lnTo>
                <a:close/>
              </a:path>
            </a:pathLst>
          </a:custGeom>
          <a:blipFill rotWithShape="1">
            <a:blip r:embed="rId2">
              <a:alphaModFix/>
            </a:blip>
            <a:stretch>
              <a:fillRect b="0" l="0" r="0" t="0"/>
            </a:stretch>
          </a:blipFill>
          <a:ln>
            <a:noFill/>
          </a:ln>
        </p:spPr>
      </p:sp>
      <p:sp>
        <p:nvSpPr>
          <p:cNvPr id="71" name="Google Shape;71;p7"/>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lvl1pPr lvl="0">
              <a:spcBef>
                <a:spcPts val="0"/>
              </a:spcBef>
              <a:spcAft>
                <a:spcPts val="0"/>
              </a:spcAft>
              <a:buClr>
                <a:schemeClr val="accent3"/>
              </a:buClr>
              <a:buSzPts val="2133"/>
              <a:buFont typeface="Proxima Nova"/>
              <a:buNone/>
              <a:defRPr sz="2133">
                <a:solidFill>
                  <a:schemeClr val="accent3"/>
                </a:solidFill>
                <a:latin typeface="Proxima Nova"/>
                <a:ea typeface="Proxima Nova"/>
                <a:cs typeface="Proxima Nova"/>
                <a:sym typeface="Proxima Nova"/>
              </a:defRPr>
            </a:lvl1pPr>
            <a:lvl2pPr lvl="1">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2pPr>
            <a:lvl3pPr lvl="2">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3pPr>
            <a:lvl4pPr lvl="3">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4pPr>
            <a:lvl5pPr lvl="4">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5pPr>
            <a:lvl6pPr lvl="5">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6pPr>
            <a:lvl7pPr lvl="6">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7pPr>
            <a:lvl8pPr lvl="7">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8pPr>
            <a:lvl9pPr lvl="8">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9pPr>
          </a:lstStyle>
          <a:p/>
        </p:txBody>
      </p:sp>
      <p:sp>
        <p:nvSpPr>
          <p:cNvPr id="72" name="Google Shape;72;p7"/>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b="1" sz="1733">
                <a:solidFill>
                  <a:schemeClr val="accent3"/>
                </a:solidFill>
              </a:defRPr>
            </a:lvl1pPr>
            <a:lvl2pPr lvl="1">
              <a:buNone/>
              <a:defRPr b="1" sz="1733">
                <a:solidFill>
                  <a:schemeClr val="accent3"/>
                </a:solidFill>
              </a:defRPr>
            </a:lvl2pPr>
            <a:lvl3pPr lvl="2">
              <a:buNone/>
              <a:defRPr b="1" sz="1733">
                <a:solidFill>
                  <a:schemeClr val="accent3"/>
                </a:solidFill>
              </a:defRPr>
            </a:lvl3pPr>
            <a:lvl4pPr lvl="3">
              <a:buNone/>
              <a:defRPr b="1" sz="1733">
                <a:solidFill>
                  <a:schemeClr val="accent3"/>
                </a:solidFill>
              </a:defRPr>
            </a:lvl4pPr>
            <a:lvl5pPr lvl="4">
              <a:buNone/>
              <a:defRPr b="1" sz="1733">
                <a:solidFill>
                  <a:schemeClr val="accent3"/>
                </a:solidFill>
              </a:defRPr>
            </a:lvl5pPr>
            <a:lvl6pPr lvl="5">
              <a:buNone/>
              <a:defRPr b="1" sz="1733">
                <a:solidFill>
                  <a:schemeClr val="accent3"/>
                </a:solidFill>
              </a:defRPr>
            </a:lvl6pPr>
            <a:lvl7pPr lvl="6">
              <a:buNone/>
              <a:defRPr b="1" sz="1733">
                <a:solidFill>
                  <a:schemeClr val="accent3"/>
                </a:solidFill>
              </a:defRPr>
            </a:lvl7pPr>
            <a:lvl8pPr lvl="7">
              <a:buNone/>
              <a:defRPr b="1" sz="1733">
                <a:solidFill>
                  <a:schemeClr val="accent3"/>
                </a:solidFill>
              </a:defRPr>
            </a:lvl8pPr>
            <a:lvl9pPr lvl="8">
              <a:buNone/>
              <a:defRPr b="1" sz="1733">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bar">
  <p:cSld name="CUSTOM">
    <p:spTree>
      <p:nvGrpSpPr>
        <p:cNvPr id="73" name="Shape 73"/>
        <p:cNvGrpSpPr/>
        <p:nvPr/>
      </p:nvGrpSpPr>
      <p:grpSpPr>
        <a:xfrm>
          <a:off x="0" y="0"/>
          <a:ext cx="0" cy="0"/>
          <a:chOff x="0" y="0"/>
          <a:chExt cx="0" cy="0"/>
        </a:xfrm>
      </p:grpSpPr>
      <p:sp>
        <p:nvSpPr>
          <p:cNvPr id="74" name="Google Shape;74;p8"/>
          <p:cNvSpPr/>
          <p:nvPr/>
        </p:nvSpPr>
        <p:spPr>
          <a:xfrm>
            <a:off x="0" y="8"/>
            <a:ext cx="12192000" cy="165600"/>
          </a:xfrm>
          <a:prstGeom prst="roundRect">
            <a:avLst>
              <a:gd fmla="val 0" name="adj"/>
            </a:avLst>
          </a:prstGeom>
          <a:gradFill>
            <a:gsLst>
              <a:gs pos="0">
                <a:srgbClr val="DB3063"/>
              </a:gs>
              <a:gs pos="34000">
                <a:srgbClr val="AB46A5"/>
              </a:gs>
              <a:gs pos="66000">
                <a:srgbClr val="5FB8E4"/>
              </a:gs>
              <a:gs pos="100000">
                <a:srgbClr val="120A59"/>
              </a:gs>
            </a:gsLst>
            <a:lin ang="10800025"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sp>
        <p:nvSpPr>
          <p:cNvPr id="75" name="Google Shape;75;p8"/>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b="1" sz="1733">
                <a:solidFill>
                  <a:schemeClr val="accent3"/>
                </a:solidFill>
              </a:defRPr>
            </a:lvl1pPr>
            <a:lvl2pPr lvl="1">
              <a:buNone/>
              <a:defRPr b="1" sz="1733">
                <a:solidFill>
                  <a:schemeClr val="accent3"/>
                </a:solidFill>
              </a:defRPr>
            </a:lvl2pPr>
            <a:lvl3pPr lvl="2">
              <a:buNone/>
              <a:defRPr b="1" sz="1733">
                <a:solidFill>
                  <a:schemeClr val="accent3"/>
                </a:solidFill>
              </a:defRPr>
            </a:lvl3pPr>
            <a:lvl4pPr lvl="3">
              <a:buNone/>
              <a:defRPr b="1" sz="1733">
                <a:solidFill>
                  <a:schemeClr val="accent3"/>
                </a:solidFill>
              </a:defRPr>
            </a:lvl4pPr>
            <a:lvl5pPr lvl="4">
              <a:buNone/>
              <a:defRPr b="1" sz="1733">
                <a:solidFill>
                  <a:schemeClr val="accent3"/>
                </a:solidFill>
              </a:defRPr>
            </a:lvl5pPr>
            <a:lvl6pPr lvl="5">
              <a:buNone/>
              <a:defRPr b="1" sz="1733">
                <a:solidFill>
                  <a:schemeClr val="accent3"/>
                </a:solidFill>
              </a:defRPr>
            </a:lvl6pPr>
            <a:lvl7pPr lvl="6">
              <a:buNone/>
              <a:defRPr b="1" sz="1733">
                <a:solidFill>
                  <a:schemeClr val="accent3"/>
                </a:solidFill>
              </a:defRPr>
            </a:lvl7pPr>
            <a:lvl8pPr lvl="7">
              <a:buNone/>
              <a:defRPr b="1" sz="1733">
                <a:solidFill>
                  <a:schemeClr val="accent3"/>
                </a:solidFill>
              </a:defRPr>
            </a:lvl8pPr>
            <a:lvl9pPr lvl="8">
              <a:buNone/>
              <a:defRPr b="1" sz="1733">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slide">
  <p:cSld name="CUSTOM_1">
    <p:spTree>
      <p:nvGrpSpPr>
        <p:cNvPr id="76" name="Shape 76"/>
        <p:cNvGrpSpPr/>
        <p:nvPr/>
      </p:nvGrpSpPr>
      <p:grpSpPr>
        <a:xfrm>
          <a:off x="0" y="0"/>
          <a:ext cx="0" cy="0"/>
          <a:chOff x="0" y="0"/>
          <a:chExt cx="0" cy="0"/>
        </a:xfrm>
      </p:grpSpPr>
      <p:sp>
        <p:nvSpPr>
          <p:cNvPr id="77" name="Google Shape;77;p9"/>
          <p:cNvSpPr/>
          <p:nvPr/>
        </p:nvSpPr>
        <p:spPr>
          <a:xfrm>
            <a:off x="0" y="8"/>
            <a:ext cx="12192000" cy="165600"/>
          </a:xfrm>
          <a:prstGeom prst="roundRect">
            <a:avLst>
              <a:gd fmla="val 0" name="adj"/>
            </a:avLst>
          </a:prstGeom>
          <a:gradFill>
            <a:gsLst>
              <a:gs pos="0">
                <a:srgbClr val="DB3063"/>
              </a:gs>
              <a:gs pos="34000">
                <a:srgbClr val="AB46A5"/>
              </a:gs>
              <a:gs pos="66000">
                <a:srgbClr val="5FB8E4"/>
              </a:gs>
              <a:gs pos="100000">
                <a:srgbClr val="120A59"/>
              </a:gs>
            </a:gsLst>
            <a:lin ang="10800025"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sp>
        <p:nvSpPr>
          <p:cNvPr id="78" name="Google Shape;78;p9"/>
          <p:cNvSpPr/>
          <p:nvPr/>
        </p:nvSpPr>
        <p:spPr>
          <a:xfrm>
            <a:off x="878500" y="657525"/>
            <a:ext cx="1186849" cy="664677"/>
          </a:xfrm>
          <a:custGeom>
            <a:rect b="b" l="l" r="r" t="t"/>
            <a:pathLst>
              <a:path extrusionOk="0" h="1582565" w="2760114">
                <a:moveTo>
                  <a:pt x="0" y="0"/>
                </a:moveTo>
                <a:lnTo>
                  <a:pt x="2760114" y="0"/>
                </a:lnTo>
                <a:lnTo>
                  <a:pt x="2760114" y="1582565"/>
                </a:lnTo>
                <a:lnTo>
                  <a:pt x="0" y="1582565"/>
                </a:lnTo>
                <a:lnTo>
                  <a:pt x="0" y="0"/>
                </a:lnTo>
                <a:close/>
              </a:path>
            </a:pathLst>
          </a:custGeom>
          <a:blipFill rotWithShape="1">
            <a:blip r:embed="rId2">
              <a:alphaModFix/>
            </a:blip>
            <a:stretch>
              <a:fillRect b="0" l="0" r="0" t="0"/>
            </a:stretch>
          </a:blipFill>
          <a:ln>
            <a:noFill/>
          </a:ln>
        </p:spPr>
      </p:sp>
      <p:sp>
        <p:nvSpPr>
          <p:cNvPr id="79" name="Google Shape;79;p9"/>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b="1" sz="1733">
                <a:solidFill>
                  <a:schemeClr val="accent3"/>
                </a:solidFill>
              </a:defRPr>
            </a:lvl1pPr>
            <a:lvl2pPr lvl="1">
              <a:buNone/>
              <a:defRPr b="1" sz="1733">
                <a:solidFill>
                  <a:schemeClr val="accent3"/>
                </a:solidFill>
              </a:defRPr>
            </a:lvl2pPr>
            <a:lvl3pPr lvl="2">
              <a:buNone/>
              <a:defRPr b="1" sz="1733">
                <a:solidFill>
                  <a:schemeClr val="accent3"/>
                </a:solidFill>
              </a:defRPr>
            </a:lvl3pPr>
            <a:lvl4pPr lvl="3">
              <a:buNone/>
              <a:defRPr b="1" sz="1733">
                <a:solidFill>
                  <a:schemeClr val="accent3"/>
                </a:solidFill>
              </a:defRPr>
            </a:lvl4pPr>
            <a:lvl5pPr lvl="4">
              <a:buNone/>
              <a:defRPr b="1" sz="1733">
                <a:solidFill>
                  <a:schemeClr val="accent3"/>
                </a:solidFill>
              </a:defRPr>
            </a:lvl5pPr>
            <a:lvl6pPr lvl="5">
              <a:buNone/>
              <a:defRPr b="1" sz="1733">
                <a:solidFill>
                  <a:schemeClr val="accent3"/>
                </a:solidFill>
              </a:defRPr>
            </a:lvl6pPr>
            <a:lvl7pPr lvl="6">
              <a:buNone/>
              <a:defRPr b="1" sz="1733">
                <a:solidFill>
                  <a:schemeClr val="accent3"/>
                </a:solidFill>
              </a:defRPr>
            </a:lvl7pPr>
            <a:lvl8pPr lvl="7">
              <a:buNone/>
              <a:defRPr b="1" sz="1733">
                <a:solidFill>
                  <a:schemeClr val="accent3"/>
                </a:solidFill>
              </a:defRPr>
            </a:lvl8pPr>
            <a:lvl9pPr lvl="8">
              <a:buNone/>
              <a:defRPr b="1" sz="1733">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p:cSld name="TITLE_AND_BODY_2">
    <p:spTree>
      <p:nvGrpSpPr>
        <p:cNvPr id="80" name="Shape 80"/>
        <p:cNvGrpSpPr/>
        <p:nvPr/>
      </p:nvGrpSpPr>
      <p:grpSpPr>
        <a:xfrm>
          <a:off x="0" y="0"/>
          <a:ext cx="0" cy="0"/>
          <a:chOff x="0" y="0"/>
          <a:chExt cx="0" cy="0"/>
        </a:xfrm>
      </p:grpSpPr>
      <p:sp>
        <p:nvSpPr>
          <p:cNvPr id="81" name="Google Shape;81;p10"/>
          <p:cNvSpPr/>
          <p:nvPr/>
        </p:nvSpPr>
        <p:spPr>
          <a:xfrm>
            <a:off x="0" y="8"/>
            <a:ext cx="12192000" cy="165600"/>
          </a:xfrm>
          <a:prstGeom prst="roundRect">
            <a:avLst>
              <a:gd fmla="val 0" name="adj"/>
            </a:avLst>
          </a:prstGeom>
          <a:gradFill>
            <a:gsLst>
              <a:gs pos="0">
                <a:srgbClr val="DB3063"/>
              </a:gs>
              <a:gs pos="34000">
                <a:srgbClr val="AB46A5"/>
              </a:gs>
              <a:gs pos="66000">
                <a:srgbClr val="5FB8E4"/>
              </a:gs>
              <a:gs pos="100000">
                <a:srgbClr val="120A59"/>
              </a:gs>
            </a:gsLst>
            <a:lin ang="10800025"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sp>
        <p:nvSpPr>
          <p:cNvPr id="82" name="Google Shape;82;p10"/>
          <p:cNvSpPr txBox="1"/>
          <p:nvPr>
            <p:ph idx="1" type="body"/>
          </p:nvPr>
        </p:nvSpPr>
        <p:spPr>
          <a:xfrm>
            <a:off x="878500" y="1719075"/>
            <a:ext cx="10415400" cy="4591200"/>
          </a:xfrm>
          <a:prstGeom prst="rect">
            <a:avLst/>
          </a:prstGeom>
        </p:spPr>
        <p:txBody>
          <a:bodyPr anchorCtr="0" anchor="t" bIns="121875" lIns="121875" spcFirstLastPara="1" rIns="121875" wrap="square" tIns="121875">
            <a:noAutofit/>
          </a:bodyPr>
          <a:lstStyle>
            <a:lvl1pPr indent="-296322" lvl="0" marL="457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1pPr>
            <a:lvl2pPr indent="-296322" lvl="1" marL="914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2pPr>
            <a:lvl3pPr indent="-296322" lvl="2" marL="1371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3pPr>
            <a:lvl4pPr indent="-296322" lvl="3" marL="1828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4pPr>
            <a:lvl5pPr indent="-296322" lvl="4" marL="22860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5pPr>
            <a:lvl6pPr indent="-296322" lvl="5" marL="2743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6pPr>
            <a:lvl7pPr indent="-296322" lvl="6" marL="3200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7pPr>
            <a:lvl8pPr indent="-296322" lvl="7" marL="3657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8pPr>
            <a:lvl9pPr indent="-296322" lvl="8" marL="4114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9pPr>
          </a:lstStyle>
          <a:p/>
        </p:txBody>
      </p:sp>
      <p:sp>
        <p:nvSpPr>
          <p:cNvPr id="83" name="Google Shape;83;p10"/>
          <p:cNvSpPr txBox="1"/>
          <p:nvPr>
            <p:ph type="title"/>
          </p:nvPr>
        </p:nvSpPr>
        <p:spPr>
          <a:xfrm>
            <a:off x="2276850" y="657525"/>
            <a:ext cx="9915000" cy="419700"/>
          </a:xfrm>
          <a:prstGeom prst="rect">
            <a:avLst/>
          </a:prstGeom>
        </p:spPr>
        <p:txBody>
          <a:bodyPr anchorCtr="0" anchor="t" bIns="0" lIns="0" spcFirstLastPara="1" rIns="0" wrap="square" tIns="0">
            <a:spAutoFit/>
          </a:bodyPr>
          <a:lstStyle>
            <a:lvl1pPr lvl="0">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1pPr>
            <a:lvl2pPr lvl="1">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2pPr>
            <a:lvl3pPr lvl="2">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3pPr>
            <a:lvl4pPr lvl="3">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4pPr>
            <a:lvl5pPr lvl="4">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5pPr>
            <a:lvl6pPr lvl="5">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6pPr>
            <a:lvl7pPr lvl="6">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7pPr>
            <a:lvl8pPr lvl="7">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8pPr>
            <a:lvl9pPr lvl="8">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9pPr>
          </a:lstStyle>
          <a:p/>
        </p:txBody>
      </p:sp>
      <p:sp>
        <p:nvSpPr>
          <p:cNvPr id="84" name="Google Shape;84;p10"/>
          <p:cNvSpPr/>
          <p:nvPr/>
        </p:nvSpPr>
        <p:spPr>
          <a:xfrm>
            <a:off x="878500" y="657525"/>
            <a:ext cx="1186849" cy="664677"/>
          </a:xfrm>
          <a:custGeom>
            <a:rect b="b" l="l" r="r" t="t"/>
            <a:pathLst>
              <a:path extrusionOk="0" h="1582565" w="2760114">
                <a:moveTo>
                  <a:pt x="0" y="0"/>
                </a:moveTo>
                <a:lnTo>
                  <a:pt x="2760114" y="0"/>
                </a:lnTo>
                <a:lnTo>
                  <a:pt x="2760114" y="1582565"/>
                </a:lnTo>
                <a:lnTo>
                  <a:pt x="0" y="1582565"/>
                </a:lnTo>
                <a:lnTo>
                  <a:pt x="0" y="0"/>
                </a:lnTo>
                <a:close/>
              </a:path>
            </a:pathLst>
          </a:custGeom>
          <a:blipFill rotWithShape="1">
            <a:blip r:embed="rId2">
              <a:alphaModFix/>
            </a:blip>
            <a:stretch>
              <a:fillRect b="0" l="0" r="0" t="0"/>
            </a:stretch>
          </a:blipFill>
          <a:ln>
            <a:noFill/>
          </a:ln>
        </p:spPr>
      </p:sp>
      <p:sp>
        <p:nvSpPr>
          <p:cNvPr id="85" name="Google Shape;85;p10"/>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lvl1pPr lvl="0">
              <a:spcBef>
                <a:spcPts val="0"/>
              </a:spcBef>
              <a:spcAft>
                <a:spcPts val="0"/>
              </a:spcAft>
              <a:buClr>
                <a:schemeClr val="accent3"/>
              </a:buClr>
              <a:buSzPts val="2133"/>
              <a:buFont typeface="Proxima Nova"/>
              <a:buNone/>
              <a:defRPr sz="2133">
                <a:solidFill>
                  <a:schemeClr val="accent3"/>
                </a:solidFill>
                <a:latin typeface="Proxima Nova"/>
                <a:ea typeface="Proxima Nova"/>
                <a:cs typeface="Proxima Nova"/>
                <a:sym typeface="Proxima Nova"/>
              </a:defRPr>
            </a:lvl1pPr>
            <a:lvl2pPr lvl="1">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2pPr>
            <a:lvl3pPr lvl="2">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3pPr>
            <a:lvl4pPr lvl="3">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4pPr>
            <a:lvl5pPr lvl="4">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5pPr>
            <a:lvl6pPr lvl="5">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6pPr>
            <a:lvl7pPr lvl="6">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7pPr>
            <a:lvl8pPr lvl="7">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8pPr>
            <a:lvl9pPr lvl="8">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9pPr>
          </a:lstStyle>
          <a:p/>
        </p:txBody>
      </p:sp>
      <p:sp>
        <p:nvSpPr>
          <p:cNvPr id="86" name="Google Shape;86;p10"/>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b="1" sz="1733">
                <a:solidFill>
                  <a:schemeClr val="accent3"/>
                </a:solidFill>
              </a:defRPr>
            </a:lvl1pPr>
            <a:lvl2pPr lvl="1">
              <a:buNone/>
              <a:defRPr b="1" sz="1733">
                <a:solidFill>
                  <a:schemeClr val="accent3"/>
                </a:solidFill>
              </a:defRPr>
            </a:lvl2pPr>
            <a:lvl3pPr lvl="2">
              <a:buNone/>
              <a:defRPr b="1" sz="1733">
                <a:solidFill>
                  <a:schemeClr val="accent3"/>
                </a:solidFill>
              </a:defRPr>
            </a:lvl3pPr>
            <a:lvl4pPr lvl="3">
              <a:buNone/>
              <a:defRPr b="1" sz="1733">
                <a:solidFill>
                  <a:schemeClr val="accent3"/>
                </a:solidFill>
              </a:defRPr>
            </a:lvl4pPr>
            <a:lvl5pPr lvl="4">
              <a:buNone/>
              <a:defRPr b="1" sz="1733">
                <a:solidFill>
                  <a:schemeClr val="accent3"/>
                </a:solidFill>
              </a:defRPr>
            </a:lvl5pPr>
            <a:lvl6pPr lvl="5">
              <a:buNone/>
              <a:defRPr b="1" sz="1733">
                <a:solidFill>
                  <a:schemeClr val="accent3"/>
                </a:solidFill>
              </a:defRPr>
            </a:lvl6pPr>
            <a:lvl7pPr lvl="6">
              <a:buNone/>
              <a:defRPr b="1" sz="1733">
                <a:solidFill>
                  <a:schemeClr val="accent3"/>
                </a:solidFill>
              </a:defRPr>
            </a:lvl7pPr>
            <a:lvl8pPr lvl="7">
              <a:buNone/>
              <a:defRPr b="1" sz="1733">
                <a:solidFill>
                  <a:schemeClr val="accent3"/>
                </a:solidFill>
              </a:defRPr>
            </a:lvl8pPr>
            <a:lvl9pPr lvl="8">
              <a:buNone/>
              <a:defRPr b="1" sz="1733">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ITLE_AND_BODY_1">
    <p:spTree>
      <p:nvGrpSpPr>
        <p:cNvPr id="87" name="Shape 87"/>
        <p:cNvGrpSpPr/>
        <p:nvPr/>
      </p:nvGrpSpPr>
      <p:grpSpPr>
        <a:xfrm>
          <a:off x="0" y="0"/>
          <a:ext cx="0" cy="0"/>
          <a:chOff x="0" y="0"/>
          <a:chExt cx="0" cy="0"/>
        </a:xfrm>
      </p:grpSpPr>
      <p:sp>
        <p:nvSpPr>
          <p:cNvPr id="88" name="Google Shape;88;p11"/>
          <p:cNvSpPr/>
          <p:nvPr/>
        </p:nvSpPr>
        <p:spPr>
          <a:xfrm>
            <a:off x="0" y="8"/>
            <a:ext cx="12192000" cy="165600"/>
          </a:xfrm>
          <a:prstGeom prst="roundRect">
            <a:avLst>
              <a:gd fmla="val 0" name="adj"/>
            </a:avLst>
          </a:prstGeom>
          <a:gradFill>
            <a:gsLst>
              <a:gs pos="0">
                <a:srgbClr val="DB3063"/>
              </a:gs>
              <a:gs pos="34000">
                <a:srgbClr val="AB46A5"/>
              </a:gs>
              <a:gs pos="66000">
                <a:srgbClr val="5FB8E4"/>
              </a:gs>
              <a:gs pos="100000">
                <a:srgbClr val="120A59"/>
              </a:gs>
            </a:gsLst>
            <a:lin ang="10800025"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sp>
        <p:nvSpPr>
          <p:cNvPr id="89" name="Google Shape;89;p11"/>
          <p:cNvSpPr txBox="1"/>
          <p:nvPr>
            <p:ph idx="1" type="body"/>
          </p:nvPr>
        </p:nvSpPr>
        <p:spPr>
          <a:xfrm>
            <a:off x="878500" y="1719075"/>
            <a:ext cx="5101800" cy="3995700"/>
          </a:xfrm>
          <a:prstGeom prst="rect">
            <a:avLst/>
          </a:prstGeom>
        </p:spPr>
        <p:txBody>
          <a:bodyPr anchorCtr="0" anchor="t" bIns="121875" lIns="121875" spcFirstLastPara="1" rIns="121875" wrap="square" tIns="121875">
            <a:noAutofit/>
          </a:bodyPr>
          <a:lstStyle>
            <a:lvl1pPr indent="-296322" lvl="0" marL="457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1pPr>
            <a:lvl2pPr indent="-296322" lvl="1" marL="914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2pPr>
            <a:lvl3pPr indent="-296322" lvl="2" marL="1371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3pPr>
            <a:lvl4pPr indent="-296322" lvl="3" marL="1828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4pPr>
            <a:lvl5pPr indent="-296322" lvl="4" marL="22860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5pPr>
            <a:lvl6pPr indent="-296322" lvl="5" marL="2743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6pPr>
            <a:lvl7pPr indent="-296322" lvl="6" marL="3200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7pPr>
            <a:lvl8pPr indent="-296322" lvl="7" marL="3657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8pPr>
            <a:lvl9pPr indent="-296322" lvl="8" marL="4114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9pPr>
          </a:lstStyle>
          <a:p/>
        </p:txBody>
      </p:sp>
      <p:sp>
        <p:nvSpPr>
          <p:cNvPr id="90" name="Google Shape;90;p11"/>
          <p:cNvSpPr txBox="1"/>
          <p:nvPr>
            <p:ph idx="2" type="body"/>
          </p:nvPr>
        </p:nvSpPr>
        <p:spPr>
          <a:xfrm>
            <a:off x="6153725" y="1719075"/>
            <a:ext cx="5101800" cy="3995700"/>
          </a:xfrm>
          <a:prstGeom prst="rect">
            <a:avLst/>
          </a:prstGeom>
        </p:spPr>
        <p:txBody>
          <a:bodyPr anchorCtr="0" anchor="t" bIns="121875" lIns="121875" spcFirstLastPara="1" rIns="121875" wrap="square" tIns="121875">
            <a:noAutofit/>
          </a:bodyPr>
          <a:lstStyle>
            <a:lvl1pPr indent="-296322" lvl="0" marL="457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1pPr>
            <a:lvl2pPr indent="-296322" lvl="1" marL="914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2pPr>
            <a:lvl3pPr indent="-296322" lvl="2" marL="1371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3pPr>
            <a:lvl4pPr indent="-296322" lvl="3" marL="1828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4pPr>
            <a:lvl5pPr indent="-296322" lvl="4" marL="22860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5pPr>
            <a:lvl6pPr indent="-296322" lvl="5" marL="2743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6pPr>
            <a:lvl7pPr indent="-296322" lvl="6" marL="3200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7pPr>
            <a:lvl8pPr indent="-296322" lvl="7" marL="3657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8pPr>
            <a:lvl9pPr indent="-296322" lvl="8" marL="4114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9pPr>
          </a:lstStyle>
          <a:p/>
        </p:txBody>
      </p:sp>
      <p:sp>
        <p:nvSpPr>
          <p:cNvPr id="91" name="Google Shape;91;p11"/>
          <p:cNvSpPr/>
          <p:nvPr/>
        </p:nvSpPr>
        <p:spPr>
          <a:xfrm>
            <a:off x="878500" y="657525"/>
            <a:ext cx="1186849" cy="664677"/>
          </a:xfrm>
          <a:custGeom>
            <a:rect b="b" l="l" r="r" t="t"/>
            <a:pathLst>
              <a:path extrusionOk="0" h="1582565" w="2760114">
                <a:moveTo>
                  <a:pt x="0" y="0"/>
                </a:moveTo>
                <a:lnTo>
                  <a:pt x="2760114" y="0"/>
                </a:lnTo>
                <a:lnTo>
                  <a:pt x="2760114" y="1582565"/>
                </a:lnTo>
                <a:lnTo>
                  <a:pt x="0" y="1582565"/>
                </a:lnTo>
                <a:lnTo>
                  <a:pt x="0" y="0"/>
                </a:lnTo>
                <a:close/>
              </a:path>
            </a:pathLst>
          </a:custGeom>
          <a:blipFill rotWithShape="1">
            <a:blip r:embed="rId2">
              <a:alphaModFix/>
            </a:blip>
            <a:stretch>
              <a:fillRect b="0" l="0" r="0" t="0"/>
            </a:stretch>
          </a:blipFill>
          <a:ln>
            <a:noFill/>
          </a:ln>
        </p:spPr>
      </p:sp>
      <p:sp>
        <p:nvSpPr>
          <p:cNvPr id="92" name="Google Shape;92;p11"/>
          <p:cNvSpPr txBox="1"/>
          <p:nvPr>
            <p:ph type="title"/>
          </p:nvPr>
        </p:nvSpPr>
        <p:spPr>
          <a:xfrm>
            <a:off x="2276850" y="657525"/>
            <a:ext cx="9912000" cy="419700"/>
          </a:xfrm>
          <a:prstGeom prst="rect">
            <a:avLst/>
          </a:prstGeom>
        </p:spPr>
        <p:txBody>
          <a:bodyPr anchorCtr="0" anchor="t" bIns="0" lIns="0" spcFirstLastPara="1" rIns="0" wrap="square" tIns="0">
            <a:spAutoFit/>
          </a:bodyPr>
          <a:lstStyle>
            <a:lvl1pPr lvl="0">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1pPr>
            <a:lvl2pPr lvl="1">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2pPr>
            <a:lvl3pPr lvl="2">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3pPr>
            <a:lvl4pPr lvl="3">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4pPr>
            <a:lvl5pPr lvl="4">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5pPr>
            <a:lvl6pPr lvl="5">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6pPr>
            <a:lvl7pPr lvl="6">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7pPr>
            <a:lvl8pPr lvl="7">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8pPr>
            <a:lvl9pPr lvl="8">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9pPr>
          </a:lstStyle>
          <a:p/>
        </p:txBody>
      </p:sp>
      <p:sp>
        <p:nvSpPr>
          <p:cNvPr id="93" name="Google Shape;93;p11"/>
          <p:cNvSpPr txBox="1"/>
          <p:nvPr>
            <p:ph idx="3" type="subTitle"/>
          </p:nvPr>
        </p:nvSpPr>
        <p:spPr>
          <a:xfrm>
            <a:off x="2281350" y="1124100"/>
            <a:ext cx="9912000" cy="323100"/>
          </a:xfrm>
          <a:prstGeom prst="rect">
            <a:avLst/>
          </a:prstGeom>
        </p:spPr>
        <p:txBody>
          <a:bodyPr anchorCtr="0" anchor="t" bIns="0" lIns="0" spcFirstLastPara="1" rIns="0" wrap="square" tIns="0">
            <a:spAutoFit/>
          </a:bodyPr>
          <a:lstStyle>
            <a:lvl1pPr lvl="0">
              <a:spcBef>
                <a:spcPts val="0"/>
              </a:spcBef>
              <a:spcAft>
                <a:spcPts val="0"/>
              </a:spcAft>
              <a:buClr>
                <a:schemeClr val="accent3"/>
              </a:buClr>
              <a:buSzPts val="2133"/>
              <a:buFont typeface="Proxima Nova"/>
              <a:buNone/>
              <a:defRPr sz="2133">
                <a:solidFill>
                  <a:schemeClr val="accent3"/>
                </a:solidFill>
                <a:latin typeface="Proxima Nova"/>
                <a:ea typeface="Proxima Nova"/>
                <a:cs typeface="Proxima Nova"/>
                <a:sym typeface="Proxima Nova"/>
              </a:defRPr>
            </a:lvl1pPr>
            <a:lvl2pPr lvl="1">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2pPr>
            <a:lvl3pPr lvl="2">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3pPr>
            <a:lvl4pPr lvl="3">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4pPr>
            <a:lvl5pPr lvl="4">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5pPr>
            <a:lvl6pPr lvl="5">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6pPr>
            <a:lvl7pPr lvl="6">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7pPr>
            <a:lvl8pPr lvl="7">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8pPr>
            <a:lvl9pPr lvl="8">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9pPr>
          </a:lstStyle>
          <a:p/>
        </p:txBody>
      </p:sp>
      <p:sp>
        <p:nvSpPr>
          <p:cNvPr id="94" name="Google Shape;94;p11"/>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b="1" sz="1733">
                <a:solidFill>
                  <a:schemeClr val="accent3"/>
                </a:solidFill>
              </a:defRPr>
            </a:lvl1pPr>
            <a:lvl2pPr lvl="1">
              <a:buNone/>
              <a:defRPr b="1" sz="1733">
                <a:solidFill>
                  <a:schemeClr val="accent3"/>
                </a:solidFill>
              </a:defRPr>
            </a:lvl2pPr>
            <a:lvl3pPr lvl="2">
              <a:buNone/>
              <a:defRPr b="1" sz="1733">
                <a:solidFill>
                  <a:schemeClr val="accent3"/>
                </a:solidFill>
              </a:defRPr>
            </a:lvl3pPr>
            <a:lvl4pPr lvl="3">
              <a:buNone/>
              <a:defRPr b="1" sz="1733">
                <a:solidFill>
                  <a:schemeClr val="accent3"/>
                </a:solidFill>
              </a:defRPr>
            </a:lvl4pPr>
            <a:lvl5pPr lvl="4">
              <a:buNone/>
              <a:defRPr b="1" sz="1733">
                <a:solidFill>
                  <a:schemeClr val="accent3"/>
                </a:solidFill>
              </a:defRPr>
            </a:lvl5pPr>
            <a:lvl6pPr lvl="5">
              <a:buNone/>
              <a:defRPr b="1" sz="1733">
                <a:solidFill>
                  <a:schemeClr val="accent3"/>
                </a:solidFill>
              </a:defRPr>
            </a:lvl6pPr>
            <a:lvl7pPr lvl="6">
              <a:buNone/>
              <a:defRPr b="1" sz="1733">
                <a:solidFill>
                  <a:schemeClr val="accent3"/>
                </a:solidFill>
              </a:defRPr>
            </a:lvl7pPr>
            <a:lvl8pPr lvl="7">
              <a:buNone/>
              <a:defRPr b="1" sz="1733">
                <a:solidFill>
                  <a:schemeClr val="accent3"/>
                </a:solidFill>
              </a:defRPr>
            </a:lvl8pPr>
            <a:lvl9pPr lvl="8">
              <a:buNone/>
              <a:defRPr b="1" sz="1733">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TITLE_AND_BODY_1_2">
    <p:spTree>
      <p:nvGrpSpPr>
        <p:cNvPr id="95" name="Shape 95"/>
        <p:cNvGrpSpPr/>
        <p:nvPr/>
      </p:nvGrpSpPr>
      <p:grpSpPr>
        <a:xfrm>
          <a:off x="0" y="0"/>
          <a:ext cx="0" cy="0"/>
          <a:chOff x="0" y="0"/>
          <a:chExt cx="0" cy="0"/>
        </a:xfrm>
      </p:grpSpPr>
      <p:sp>
        <p:nvSpPr>
          <p:cNvPr id="96" name="Google Shape;96;p12"/>
          <p:cNvSpPr/>
          <p:nvPr/>
        </p:nvSpPr>
        <p:spPr>
          <a:xfrm>
            <a:off x="0" y="8"/>
            <a:ext cx="12192000" cy="165600"/>
          </a:xfrm>
          <a:prstGeom prst="roundRect">
            <a:avLst>
              <a:gd fmla="val 0" name="adj"/>
            </a:avLst>
          </a:prstGeom>
          <a:gradFill>
            <a:gsLst>
              <a:gs pos="0">
                <a:srgbClr val="DB3063"/>
              </a:gs>
              <a:gs pos="34000">
                <a:srgbClr val="AB46A5"/>
              </a:gs>
              <a:gs pos="66000">
                <a:srgbClr val="5FB8E4"/>
              </a:gs>
              <a:gs pos="100000">
                <a:srgbClr val="120A59"/>
              </a:gs>
            </a:gsLst>
            <a:lin ang="10800025"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sp>
        <p:nvSpPr>
          <p:cNvPr id="97" name="Google Shape;97;p12"/>
          <p:cNvSpPr/>
          <p:nvPr/>
        </p:nvSpPr>
        <p:spPr>
          <a:xfrm>
            <a:off x="878500" y="657525"/>
            <a:ext cx="1186849" cy="664677"/>
          </a:xfrm>
          <a:custGeom>
            <a:rect b="b" l="l" r="r" t="t"/>
            <a:pathLst>
              <a:path extrusionOk="0" h="1582565" w="2760114">
                <a:moveTo>
                  <a:pt x="0" y="0"/>
                </a:moveTo>
                <a:lnTo>
                  <a:pt x="2760114" y="0"/>
                </a:lnTo>
                <a:lnTo>
                  <a:pt x="2760114" y="1582565"/>
                </a:lnTo>
                <a:lnTo>
                  <a:pt x="0" y="1582565"/>
                </a:lnTo>
                <a:lnTo>
                  <a:pt x="0" y="0"/>
                </a:lnTo>
                <a:close/>
              </a:path>
            </a:pathLst>
          </a:custGeom>
          <a:blipFill rotWithShape="1">
            <a:blip r:embed="rId2">
              <a:alphaModFix/>
            </a:blip>
            <a:stretch>
              <a:fillRect b="0" l="0" r="0" t="0"/>
            </a:stretch>
          </a:blipFill>
          <a:ln>
            <a:noFill/>
          </a:ln>
        </p:spPr>
      </p:sp>
      <p:sp>
        <p:nvSpPr>
          <p:cNvPr id="98" name="Google Shape;98;p12"/>
          <p:cNvSpPr txBox="1"/>
          <p:nvPr>
            <p:ph idx="1" type="subTitle"/>
          </p:nvPr>
        </p:nvSpPr>
        <p:spPr>
          <a:xfrm>
            <a:off x="878500" y="1719075"/>
            <a:ext cx="5101800" cy="528900"/>
          </a:xfrm>
          <a:prstGeom prst="rect">
            <a:avLst/>
          </a:prstGeom>
        </p:spPr>
        <p:txBody>
          <a:bodyPr anchorCtr="0" anchor="ctr" bIns="0" lIns="0" spcFirstLastPara="1" rIns="0" wrap="square" tIns="0">
            <a:noAutofit/>
          </a:bodyPr>
          <a:lstStyle>
            <a:lvl1pPr lvl="0">
              <a:spcBef>
                <a:spcPts val="0"/>
              </a:spcBef>
              <a:spcAft>
                <a:spcPts val="0"/>
              </a:spcAft>
              <a:buClr>
                <a:schemeClr val="accent3"/>
              </a:buClr>
              <a:buSzPts val="2000"/>
              <a:buNone/>
              <a:defRPr b="1" sz="2000">
                <a:solidFill>
                  <a:schemeClr val="accent3"/>
                </a:solidFill>
              </a:defRPr>
            </a:lvl1pPr>
            <a:lvl2pPr lvl="1">
              <a:spcBef>
                <a:spcPts val="0"/>
              </a:spcBef>
              <a:spcAft>
                <a:spcPts val="0"/>
              </a:spcAft>
              <a:buClr>
                <a:schemeClr val="accent3"/>
              </a:buClr>
              <a:buSzPts val="2000"/>
              <a:buNone/>
              <a:defRPr sz="2000">
                <a:solidFill>
                  <a:schemeClr val="accent3"/>
                </a:solidFill>
              </a:defRPr>
            </a:lvl2pPr>
            <a:lvl3pPr lvl="2">
              <a:spcBef>
                <a:spcPts val="0"/>
              </a:spcBef>
              <a:spcAft>
                <a:spcPts val="0"/>
              </a:spcAft>
              <a:buClr>
                <a:schemeClr val="accent3"/>
              </a:buClr>
              <a:buSzPts val="2000"/>
              <a:buNone/>
              <a:defRPr sz="2000">
                <a:solidFill>
                  <a:schemeClr val="accent3"/>
                </a:solidFill>
              </a:defRPr>
            </a:lvl3pPr>
            <a:lvl4pPr lvl="3">
              <a:spcBef>
                <a:spcPts val="0"/>
              </a:spcBef>
              <a:spcAft>
                <a:spcPts val="0"/>
              </a:spcAft>
              <a:buClr>
                <a:schemeClr val="accent3"/>
              </a:buClr>
              <a:buSzPts val="2000"/>
              <a:buNone/>
              <a:defRPr sz="2000">
                <a:solidFill>
                  <a:schemeClr val="accent3"/>
                </a:solidFill>
              </a:defRPr>
            </a:lvl4pPr>
            <a:lvl5pPr lvl="4">
              <a:spcBef>
                <a:spcPts val="0"/>
              </a:spcBef>
              <a:spcAft>
                <a:spcPts val="0"/>
              </a:spcAft>
              <a:buClr>
                <a:schemeClr val="accent3"/>
              </a:buClr>
              <a:buSzPts val="2000"/>
              <a:buNone/>
              <a:defRPr sz="2000">
                <a:solidFill>
                  <a:schemeClr val="accent3"/>
                </a:solidFill>
              </a:defRPr>
            </a:lvl5pPr>
            <a:lvl6pPr lvl="5">
              <a:spcBef>
                <a:spcPts val="0"/>
              </a:spcBef>
              <a:spcAft>
                <a:spcPts val="0"/>
              </a:spcAft>
              <a:buClr>
                <a:schemeClr val="accent3"/>
              </a:buClr>
              <a:buSzPts val="2000"/>
              <a:buNone/>
              <a:defRPr sz="2000">
                <a:solidFill>
                  <a:schemeClr val="accent3"/>
                </a:solidFill>
              </a:defRPr>
            </a:lvl6pPr>
            <a:lvl7pPr lvl="6">
              <a:spcBef>
                <a:spcPts val="0"/>
              </a:spcBef>
              <a:spcAft>
                <a:spcPts val="0"/>
              </a:spcAft>
              <a:buClr>
                <a:schemeClr val="accent3"/>
              </a:buClr>
              <a:buSzPts val="2000"/>
              <a:buNone/>
              <a:defRPr sz="2000">
                <a:solidFill>
                  <a:schemeClr val="accent3"/>
                </a:solidFill>
              </a:defRPr>
            </a:lvl7pPr>
            <a:lvl8pPr lvl="7">
              <a:spcBef>
                <a:spcPts val="0"/>
              </a:spcBef>
              <a:spcAft>
                <a:spcPts val="0"/>
              </a:spcAft>
              <a:buClr>
                <a:schemeClr val="accent3"/>
              </a:buClr>
              <a:buSzPts val="2000"/>
              <a:buNone/>
              <a:defRPr sz="2000">
                <a:solidFill>
                  <a:schemeClr val="accent3"/>
                </a:solidFill>
              </a:defRPr>
            </a:lvl8pPr>
            <a:lvl9pPr lvl="8">
              <a:spcBef>
                <a:spcPts val="0"/>
              </a:spcBef>
              <a:spcAft>
                <a:spcPts val="0"/>
              </a:spcAft>
              <a:buClr>
                <a:schemeClr val="accent3"/>
              </a:buClr>
              <a:buSzPts val="2000"/>
              <a:buNone/>
              <a:defRPr sz="2000">
                <a:solidFill>
                  <a:schemeClr val="accent3"/>
                </a:solidFill>
              </a:defRPr>
            </a:lvl9pPr>
          </a:lstStyle>
          <a:p/>
        </p:txBody>
      </p:sp>
      <p:sp>
        <p:nvSpPr>
          <p:cNvPr id="99" name="Google Shape;99;p12"/>
          <p:cNvSpPr txBox="1"/>
          <p:nvPr>
            <p:ph type="title"/>
          </p:nvPr>
        </p:nvSpPr>
        <p:spPr>
          <a:xfrm>
            <a:off x="2276850" y="657525"/>
            <a:ext cx="9912000" cy="419700"/>
          </a:xfrm>
          <a:prstGeom prst="rect">
            <a:avLst/>
          </a:prstGeom>
        </p:spPr>
        <p:txBody>
          <a:bodyPr anchorCtr="0" anchor="t" bIns="0" lIns="0" spcFirstLastPara="1" rIns="0" wrap="square" tIns="0">
            <a:spAutoFit/>
          </a:bodyPr>
          <a:lstStyle>
            <a:lvl1pPr lvl="0">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1pPr>
            <a:lvl2pPr lvl="1">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2pPr>
            <a:lvl3pPr lvl="2">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3pPr>
            <a:lvl4pPr lvl="3">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4pPr>
            <a:lvl5pPr lvl="4">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5pPr>
            <a:lvl6pPr lvl="5">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6pPr>
            <a:lvl7pPr lvl="6">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7pPr>
            <a:lvl8pPr lvl="7">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8pPr>
            <a:lvl9pPr lvl="8">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9pPr>
          </a:lstStyle>
          <a:p/>
        </p:txBody>
      </p:sp>
      <p:sp>
        <p:nvSpPr>
          <p:cNvPr id="100" name="Google Shape;100;p12"/>
          <p:cNvSpPr txBox="1"/>
          <p:nvPr>
            <p:ph idx="2" type="subTitle"/>
          </p:nvPr>
        </p:nvSpPr>
        <p:spPr>
          <a:xfrm>
            <a:off x="2281350" y="1124100"/>
            <a:ext cx="9912000" cy="323100"/>
          </a:xfrm>
          <a:prstGeom prst="rect">
            <a:avLst/>
          </a:prstGeom>
        </p:spPr>
        <p:txBody>
          <a:bodyPr anchorCtr="0" anchor="t" bIns="0" lIns="0" spcFirstLastPara="1" rIns="0" wrap="square" tIns="0">
            <a:spAutoFit/>
          </a:bodyPr>
          <a:lstStyle>
            <a:lvl1pPr lvl="0">
              <a:spcBef>
                <a:spcPts val="0"/>
              </a:spcBef>
              <a:spcAft>
                <a:spcPts val="0"/>
              </a:spcAft>
              <a:buClr>
                <a:schemeClr val="accent3"/>
              </a:buClr>
              <a:buSzPts val="2133"/>
              <a:buFont typeface="Proxima Nova"/>
              <a:buNone/>
              <a:defRPr sz="2133">
                <a:solidFill>
                  <a:schemeClr val="accent3"/>
                </a:solidFill>
                <a:latin typeface="Proxima Nova"/>
                <a:ea typeface="Proxima Nova"/>
                <a:cs typeface="Proxima Nova"/>
                <a:sym typeface="Proxima Nova"/>
              </a:defRPr>
            </a:lvl1pPr>
            <a:lvl2pPr lvl="1">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2pPr>
            <a:lvl3pPr lvl="2">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3pPr>
            <a:lvl4pPr lvl="3">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4pPr>
            <a:lvl5pPr lvl="4">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5pPr>
            <a:lvl6pPr lvl="5">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6pPr>
            <a:lvl7pPr lvl="6">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7pPr>
            <a:lvl8pPr lvl="7">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8pPr>
            <a:lvl9pPr lvl="8">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9pPr>
          </a:lstStyle>
          <a:p/>
        </p:txBody>
      </p:sp>
      <p:sp>
        <p:nvSpPr>
          <p:cNvPr id="101" name="Google Shape;101;p12"/>
          <p:cNvSpPr txBox="1"/>
          <p:nvPr>
            <p:ph idx="3" type="subTitle"/>
          </p:nvPr>
        </p:nvSpPr>
        <p:spPr>
          <a:xfrm>
            <a:off x="6153725" y="1719075"/>
            <a:ext cx="5101800" cy="528900"/>
          </a:xfrm>
          <a:prstGeom prst="rect">
            <a:avLst/>
          </a:prstGeom>
        </p:spPr>
        <p:txBody>
          <a:bodyPr anchorCtr="0" anchor="ctr" bIns="0" lIns="0" spcFirstLastPara="1" rIns="0" wrap="square" tIns="0">
            <a:noAutofit/>
          </a:bodyPr>
          <a:lstStyle>
            <a:lvl1pPr lvl="0">
              <a:spcBef>
                <a:spcPts val="0"/>
              </a:spcBef>
              <a:spcAft>
                <a:spcPts val="0"/>
              </a:spcAft>
              <a:buClr>
                <a:schemeClr val="accent3"/>
              </a:buClr>
              <a:buSzPts val="2000"/>
              <a:buNone/>
              <a:defRPr b="1" sz="2000">
                <a:solidFill>
                  <a:schemeClr val="accent3"/>
                </a:solidFill>
              </a:defRPr>
            </a:lvl1pPr>
            <a:lvl2pPr lvl="1">
              <a:spcBef>
                <a:spcPts val="0"/>
              </a:spcBef>
              <a:spcAft>
                <a:spcPts val="0"/>
              </a:spcAft>
              <a:buClr>
                <a:schemeClr val="accent3"/>
              </a:buClr>
              <a:buSzPts val="2000"/>
              <a:buNone/>
              <a:defRPr sz="2000">
                <a:solidFill>
                  <a:schemeClr val="accent3"/>
                </a:solidFill>
              </a:defRPr>
            </a:lvl2pPr>
            <a:lvl3pPr lvl="2">
              <a:spcBef>
                <a:spcPts val="0"/>
              </a:spcBef>
              <a:spcAft>
                <a:spcPts val="0"/>
              </a:spcAft>
              <a:buClr>
                <a:schemeClr val="accent3"/>
              </a:buClr>
              <a:buSzPts val="2000"/>
              <a:buNone/>
              <a:defRPr sz="2000">
                <a:solidFill>
                  <a:schemeClr val="accent3"/>
                </a:solidFill>
              </a:defRPr>
            </a:lvl3pPr>
            <a:lvl4pPr lvl="3">
              <a:spcBef>
                <a:spcPts val="0"/>
              </a:spcBef>
              <a:spcAft>
                <a:spcPts val="0"/>
              </a:spcAft>
              <a:buClr>
                <a:schemeClr val="accent3"/>
              </a:buClr>
              <a:buSzPts val="2000"/>
              <a:buNone/>
              <a:defRPr sz="2000">
                <a:solidFill>
                  <a:schemeClr val="accent3"/>
                </a:solidFill>
              </a:defRPr>
            </a:lvl4pPr>
            <a:lvl5pPr lvl="4">
              <a:spcBef>
                <a:spcPts val="0"/>
              </a:spcBef>
              <a:spcAft>
                <a:spcPts val="0"/>
              </a:spcAft>
              <a:buClr>
                <a:schemeClr val="accent3"/>
              </a:buClr>
              <a:buSzPts val="2000"/>
              <a:buNone/>
              <a:defRPr sz="2000">
                <a:solidFill>
                  <a:schemeClr val="accent3"/>
                </a:solidFill>
              </a:defRPr>
            </a:lvl5pPr>
            <a:lvl6pPr lvl="5">
              <a:spcBef>
                <a:spcPts val="0"/>
              </a:spcBef>
              <a:spcAft>
                <a:spcPts val="0"/>
              </a:spcAft>
              <a:buClr>
                <a:schemeClr val="accent3"/>
              </a:buClr>
              <a:buSzPts val="2000"/>
              <a:buNone/>
              <a:defRPr sz="2000">
                <a:solidFill>
                  <a:schemeClr val="accent3"/>
                </a:solidFill>
              </a:defRPr>
            </a:lvl6pPr>
            <a:lvl7pPr lvl="6">
              <a:spcBef>
                <a:spcPts val="0"/>
              </a:spcBef>
              <a:spcAft>
                <a:spcPts val="0"/>
              </a:spcAft>
              <a:buClr>
                <a:schemeClr val="accent3"/>
              </a:buClr>
              <a:buSzPts val="2000"/>
              <a:buNone/>
              <a:defRPr sz="2000">
                <a:solidFill>
                  <a:schemeClr val="accent3"/>
                </a:solidFill>
              </a:defRPr>
            </a:lvl7pPr>
            <a:lvl8pPr lvl="7">
              <a:spcBef>
                <a:spcPts val="0"/>
              </a:spcBef>
              <a:spcAft>
                <a:spcPts val="0"/>
              </a:spcAft>
              <a:buClr>
                <a:schemeClr val="accent3"/>
              </a:buClr>
              <a:buSzPts val="2000"/>
              <a:buNone/>
              <a:defRPr sz="2000">
                <a:solidFill>
                  <a:schemeClr val="accent3"/>
                </a:solidFill>
              </a:defRPr>
            </a:lvl8pPr>
            <a:lvl9pPr lvl="8">
              <a:spcBef>
                <a:spcPts val="0"/>
              </a:spcBef>
              <a:spcAft>
                <a:spcPts val="0"/>
              </a:spcAft>
              <a:buClr>
                <a:schemeClr val="accent3"/>
              </a:buClr>
              <a:buSzPts val="2000"/>
              <a:buNone/>
              <a:defRPr sz="2000">
                <a:solidFill>
                  <a:schemeClr val="accent3"/>
                </a:solidFill>
              </a:defRPr>
            </a:lvl9pPr>
          </a:lstStyle>
          <a:p/>
        </p:txBody>
      </p:sp>
      <p:sp>
        <p:nvSpPr>
          <p:cNvPr id="102" name="Google Shape;102;p12"/>
          <p:cNvSpPr txBox="1"/>
          <p:nvPr>
            <p:ph idx="4" type="body"/>
          </p:nvPr>
        </p:nvSpPr>
        <p:spPr>
          <a:xfrm>
            <a:off x="878500" y="2340864"/>
            <a:ext cx="5101800" cy="3995700"/>
          </a:xfrm>
          <a:prstGeom prst="rect">
            <a:avLst/>
          </a:prstGeom>
        </p:spPr>
        <p:txBody>
          <a:bodyPr anchorCtr="0" anchor="t" bIns="121875" lIns="121875" spcFirstLastPara="1" rIns="121875" wrap="square" tIns="121875">
            <a:noAutofit/>
          </a:bodyPr>
          <a:lstStyle>
            <a:lvl1pPr indent="-296322" lvl="0" marL="457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1pPr>
            <a:lvl2pPr indent="-296322" lvl="1" marL="914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2pPr>
            <a:lvl3pPr indent="-296322" lvl="2" marL="1371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3pPr>
            <a:lvl4pPr indent="-296322" lvl="3" marL="1828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4pPr>
            <a:lvl5pPr indent="-296322" lvl="4" marL="22860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5pPr>
            <a:lvl6pPr indent="-296322" lvl="5" marL="2743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6pPr>
            <a:lvl7pPr indent="-296322" lvl="6" marL="3200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7pPr>
            <a:lvl8pPr indent="-296322" lvl="7" marL="3657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8pPr>
            <a:lvl9pPr indent="-296322" lvl="8" marL="4114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9pPr>
          </a:lstStyle>
          <a:p/>
        </p:txBody>
      </p:sp>
      <p:sp>
        <p:nvSpPr>
          <p:cNvPr id="103" name="Google Shape;103;p12"/>
          <p:cNvSpPr txBox="1"/>
          <p:nvPr>
            <p:ph idx="5" type="body"/>
          </p:nvPr>
        </p:nvSpPr>
        <p:spPr>
          <a:xfrm>
            <a:off x="6153725" y="2340864"/>
            <a:ext cx="5101800" cy="3995700"/>
          </a:xfrm>
          <a:prstGeom prst="rect">
            <a:avLst/>
          </a:prstGeom>
        </p:spPr>
        <p:txBody>
          <a:bodyPr anchorCtr="0" anchor="t" bIns="121875" lIns="121875" spcFirstLastPara="1" rIns="121875" wrap="square" tIns="121875">
            <a:noAutofit/>
          </a:bodyPr>
          <a:lstStyle>
            <a:lvl1pPr indent="-296322" lvl="0" marL="457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1pPr>
            <a:lvl2pPr indent="-296322" lvl="1" marL="914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2pPr>
            <a:lvl3pPr indent="-296322" lvl="2" marL="1371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3pPr>
            <a:lvl4pPr indent="-296322" lvl="3" marL="1828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4pPr>
            <a:lvl5pPr indent="-296322" lvl="4" marL="22860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5pPr>
            <a:lvl6pPr indent="-296322" lvl="5" marL="2743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6pPr>
            <a:lvl7pPr indent="-296322" lvl="6" marL="3200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7pPr>
            <a:lvl8pPr indent="-296322" lvl="7" marL="3657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8pPr>
            <a:lvl9pPr indent="-296322" lvl="8" marL="4114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9pPr>
          </a:lstStyle>
          <a:p/>
        </p:txBody>
      </p:sp>
      <p:sp>
        <p:nvSpPr>
          <p:cNvPr id="104" name="Google Shape;104;p12"/>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b="1" sz="1733">
                <a:solidFill>
                  <a:schemeClr val="accent3"/>
                </a:solidFill>
              </a:defRPr>
            </a:lvl1pPr>
            <a:lvl2pPr lvl="1">
              <a:buNone/>
              <a:defRPr b="1" sz="1733">
                <a:solidFill>
                  <a:schemeClr val="accent3"/>
                </a:solidFill>
              </a:defRPr>
            </a:lvl2pPr>
            <a:lvl3pPr lvl="2">
              <a:buNone/>
              <a:defRPr b="1" sz="1733">
                <a:solidFill>
                  <a:schemeClr val="accent3"/>
                </a:solidFill>
              </a:defRPr>
            </a:lvl3pPr>
            <a:lvl4pPr lvl="3">
              <a:buNone/>
              <a:defRPr b="1" sz="1733">
                <a:solidFill>
                  <a:schemeClr val="accent3"/>
                </a:solidFill>
              </a:defRPr>
            </a:lvl4pPr>
            <a:lvl5pPr lvl="4">
              <a:buNone/>
              <a:defRPr b="1" sz="1733">
                <a:solidFill>
                  <a:schemeClr val="accent3"/>
                </a:solidFill>
              </a:defRPr>
            </a:lvl5pPr>
            <a:lvl6pPr lvl="5">
              <a:buNone/>
              <a:defRPr b="1" sz="1733">
                <a:solidFill>
                  <a:schemeClr val="accent3"/>
                </a:solidFill>
              </a:defRPr>
            </a:lvl6pPr>
            <a:lvl7pPr lvl="6">
              <a:buNone/>
              <a:defRPr b="1" sz="1733">
                <a:solidFill>
                  <a:schemeClr val="accent3"/>
                </a:solidFill>
              </a:defRPr>
            </a:lvl7pPr>
            <a:lvl8pPr lvl="7">
              <a:buNone/>
              <a:defRPr b="1" sz="1733">
                <a:solidFill>
                  <a:schemeClr val="accent3"/>
                </a:solidFill>
              </a:defRPr>
            </a:lvl8pPr>
            <a:lvl9pPr lvl="8">
              <a:buNone/>
              <a:defRPr b="1" sz="1733">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Caption and diagram or image">
  <p:cSld name="TITLE_AND_BODY_1_1">
    <p:spTree>
      <p:nvGrpSpPr>
        <p:cNvPr id="105" name="Shape 105"/>
        <p:cNvGrpSpPr/>
        <p:nvPr/>
      </p:nvGrpSpPr>
      <p:grpSpPr>
        <a:xfrm>
          <a:off x="0" y="0"/>
          <a:ext cx="0" cy="0"/>
          <a:chOff x="0" y="0"/>
          <a:chExt cx="0" cy="0"/>
        </a:xfrm>
      </p:grpSpPr>
      <p:sp>
        <p:nvSpPr>
          <p:cNvPr id="106" name="Google Shape;106;p13"/>
          <p:cNvSpPr/>
          <p:nvPr/>
        </p:nvSpPr>
        <p:spPr>
          <a:xfrm>
            <a:off x="0" y="8"/>
            <a:ext cx="12192000" cy="165600"/>
          </a:xfrm>
          <a:prstGeom prst="roundRect">
            <a:avLst>
              <a:gd fmla="val 0" name="adj"/>
            </a:avLst>
          </a:prstGeom>
          <a:gradFill>
            <a:gsLst>
              <a:gs pos="0">
                <a:srgbClr val="DB3063"/>
              </a:gs>
              <a:gs pos="34000">
                <a:srgbClr val="AB46A5"/>
              </a:gs>
              <a:gs pos="66000">
                <a:srgbClr val="5FB8E4"/>
              </a:gs>
              <a:gs pos="100000">
                <a:srgbClr val="120A59"/>
              </a:gs>
            </a:gsLst>
            <a:lin ang="10800025"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33">
              <a:latin typeface="Calibri"/>
              <a:ea typeface="Calibri"/>
              <a:cs typeface="Calibri"/>
              <a:sym typeface="Calibri"/>
            </a:endParaRPr>
          </a:p>
        </p:txBody>
      </p:sp>
      <p:sp>
        <p:nvSpPr>
          <p:cNvPr id="107" name="Google Shape;107;p13"/>
          <p:cNvSpPr/>
          <p:nvPr>
            <p:ph idx="2" type="pic"/>
          </p:nvPr>
        </p:nvSpPr>
        <p:spPr>
          <a:xfrm>
            <a:off x="6147450" y="1719072"/>
            <a:ext cx="5010300" cy="3995700"/>
          </a:xfrm>
          <a:prstGeom prst="roundRect">
            <a:avLst>
              <a:gd fmla="val 2612" name="adj"/>
            </a:avLst>
          </a:prstGeom>
          <a:noFill/>
          <a:ln>
            <a:noFill/>
          </a:ln>
        </p:spPr>
      </p:sp>
      <p:sp>
        <p:nvSpPr>
          <p:cNvPr id="108" name="Google Shape;108;p13"/>
          <p:cNvSpPr/>
          <p:nvPr/>
        </p:nvSpPr>
        <p:spPr>
          <a:xfrm>
            <a:off x="878500" y="657525"/>
            <a:ext cx="1186849" cy="664677"/>
          </a:xfrm>
          <a:custGeom>
            <a:rect b="b" l="l" r="r" t="t"/>
            <a:pathLst>
              <a:path extrusionOk="0" h="1582565" w="2760114">
                <a:moveTo>
                  <a:pt x="0" y="0"/>
                </a:moveTo>
                <a:lnTo>
                  <a:pt x="2760114" y="0"/>
                </a:lnTo>
                <a:lnTo>
                  <a:pt x="2760114" y="1582565"/>
                </a:lnTo>
                <a:lnTo>
                  <a:pt x="0" y="1582565"/>
                </a:lnTo>
                <a:lnTo>
                  <a:pt x="0" y="0"/>
                </a:lnTo>
                <a:close/>
              </a:path>
            </a:pathLst>
          </a:custGeom>
          <a:blipFill rotWithShape="1">
            <a:blip r:embed="rId2">
              <a:alphaModFix/>
            </a:blip>
            <a:stretch>
              <a:fillRect b="0" l="0" r="0" t="0"/>
            </a:stretch>
          </a:blipFill>
          <a:ln>
            <a:noFill/>
          </a:ln>
        </p:spPr>
      </p:sp>
      <p:sp>
        <p:nvSpPr>
          <p:cNvPr id="109" name="Google Shape;109;p13"/>
          <p:cNvSpPr txBox="1"/>
          <p:nvPr>
            <p:ph type="title"/>
          </p:nvPr>
        </p:nvSpPr>
        <p:spPr>
          <a:xfrm>
            <a:off x="2276850" y="657525"/>
            <a:ext cx="9915000" cy="419700"/>
          </a:xfrm>
          <a:prstGeom prst="rect">
            <a:avLst/>
          </a:prstGeom>
        </p:spPr>
        <p:txBody>
          <a:bodyPr anchorCtr="0" anchor="t" bIns="0" lIns="0" spcFirstLastPara="1" rIns="0" wrap="square" tIns="0">
            <a:spAutoFit/>
          </a:bodyPr>
          <a:lstStyle>
            <a:lvl1pPr lvl="0">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1pPr>
            <a:lvl2pPr lvl="1">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2pPr>
            <a:lvl3pPr lvl="2">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3pPr>
            <a:lvl4pPr lvl="3">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4pPr>
            <a:lvl5pPr lvl="4">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5pPr>
            <a:lvl6pPr lvl="5">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6pPr>
            <a:lvl7pPr lvl="6">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7pPr>
            <a:lvl8pPr lvl="7">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8pPr>
            <a:lvl9pPr lvl="8">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9pPr>
          </a:lstStyle>
          <a:p/>
        </p:txBody>
      </p:sp>
      <p:sp>
        <p:nvSpPr>
          <p:cNvPr id="110" name="Google Shape;110;p13"/>
          <p:cNvSpPr txBox="1"/>
          <p:nvPr>
            <p:ph idx="1" type="subTitle"/>
          </p:nvPr>
        </p:nvSpPr>
        <p:spPr>
          <a:xfrm>
            <a:off x="2281350" y="1124100"/>
            <a:ext cx="9915000" cy="323100"/>
          </a:xfrm>
          <a:prstGeom prst="rect">
            <a:avLst/>
          </a:prstGeom>
        </p:spPr>
        <p:txBody>
          <a:bodyPr anchorCtr="0" anchor="t" bIns="0" lIns="0" spcFirstLastPara="1" rIns="0" wrap="square" tIns="0">
            <a:spAutoFit/>
          </a:bodyPr>
          <a:lstStyle>
            <a:lvl1pPr lvl="0">
              <a:spcBef>
                <a:spcPts val="0"/>
              </a:spcBef>
              <a:spcAft>
                <a:spcPts val="0"/>
              </a:spcAft>
              <a:buClr>
                <a:schemeClr val="accent3"/>
              </a:buClr>
              <a:buSzPts val="2133"/>
              <a:buFont typeface="Proxima Nova"/>
              <a:buNone/>
              <a:defRPr sz="2133">
                <a:solidFill>
                  <a:schemeClr val="accent3"/>
                </a:solidFill>
                <a:latin typeface="Proxima Nova"/>
                <a:ea typeface="Proxima Nova"/>
                <a:cs typeface="Proxima Nova"/>
                <a:sym typeface="Proxima Nova"/>
              </a:defRPr>
            </a:lvl1pPr>
            <a:lvl2pPr lvl="1">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2pPr>
            <a:lvl3pPr lvl="2">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3pPr>
            <a:lvl4pPr lvl="3">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4pPr>
            <a:lvl5pPr lvl="4">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5pPr>
            <a:lvl6pPr lvl="5">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6pPr>
            <a:lvl7pPr lvl="6">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7pPr>
            <a:lvl8pPr lvl="7">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8pPr>
            <a:lvl9pPr lvl="8">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9pPr>
          </a:lstStyle>
          <a:p/>
        </p:txBody>
      </p:sp>
      <p:sp>
        <p:nvSpPr>
          <p:cNvPr id="111" name="Google Shape;111;p13"/>
          <p:cNvSpPr txBox="1"/>
          <p:nvPr>
            <p:ph idx="3" type="subTitle"/>
          </p:nvPr>
        </p:nvSpPr>
        <p:spPr>
          <a:xfrm>
            <a:off x="878500" y="1719075"/>
            <a:ext cx="5101800" cy="528900"/>
          </a:xfrm>
          <a:prstGeom prst="rect">
            <a:avLst/>
          </a:prstGeom>
        </p:spPr>
        <p:txBody>
          <a:bodyPr anchorCtr="0" anchor="ctr" bIns="0" lIns="0" spcFirstLastPara="1" rIns="0" wrap="square" tIns="0">
            <a:noAutofit/>
          </a:bodyPr>
          <a:lstStyle>
            <a:lvl1pPr lvl="0">
              <a:spcBef>
                <a:spcPts val="0"/>
              </a:spcBef>
              <a:spcAft>
                <a:spcPts val="0"/>
              </a:spcAft>
              <a:buClr>
                <a:schemeClr val="accent3"/>
              </a:buClr>
              <a:buSzPts val="2000"/>
              <a:buNone/>
              <a:defRPr b="1" sz="2000">
                <a:solidFill>
                  <a:schemeClr val="accent3"/>
                </a:solidFill>
              </a:defRPr>
            </a:lvl1pPr>
            <a:lvl2pPr lvl="1">
              <a:spcBef>
                <a:spcPts val="0"/>
              </a:spcBef>
              <a:spcAft>
                <a:spcPts val="0"/>
              </a:spcAft>
              <a:buClr>
                <a:schemeClr val="accent3"/>
              </a:buClr>
              <a:buSzPts val="2000"/>
              <a:buNone/>
              <a:defRPr sz="2000">
                <a:solidFill>
                  <a:schemeClr val="accent3"/>
                </a:solidFill>
              </a:defRPr>
            </a:lvl2pPr>
            <a:lvl3pPr lvl="2">
              <a:spcBef>
                <a:spcPts val="0"/>
              </a:spcBef>
              <a:spcAft>
                <a:spcPts val="0"/>
              </a:spcAft>
              <a:buClr>
                <a:schemeClr val="accent3"/>
              </a:buClr>
              <a:buSzPts val="2000"/>
              <a:buNone/>
              <a:defRPr sz="2000">
                <a:solidFill>
                  <a:schemeClr val="accent3"/>
                </a:solidFill>
              </a:defRPr>
            </a:lvl3pPr>
            <a:lvl4pPr lvl="3">
              <a:spcBef>
                <a:spcPts val="0"/>
              </a:spcBef>
              <a:spcAft>
                <a:spcPts val="0"/>
              </a:spcAft>
              <a:buClr>
                <a:schemeClr val="accent3"/>
              </a:buClr>
              <a:buSzPts val="2000"/>
              <a:buNone/>
              <a:defRPr sz="2000">
                <a:solidFill>
                  <a:schemeClr val="accent3"/>
                </a:solidFill>
              </a:defRPr>
            </a:lvl4pPr>
            <a:lvl5pPr lvl="4">
              <a:spcBef>
                <a:spcPts val="0"/>
              </a:spcBef>
              <a:spcAft>
                <a:spcPts val="0"/>
              </a:spcAft>
              <a:buClr>
                <a:schemeClr val="accent3"/>
              </a:buClr>
              <a:buSzPts val="2000"/>
              <a:buNone/>
              <a:defRPr sz="2000">
                <a:solidFill>
                  <a:schemeClr val="accent3"/>
                </a:solidFill>
              </a:defRPr>
            </a:lvl5pPr>
            <a:lvl6pPr lvl="5">
              <a:spcBef>
                <a:spcPts val="0"/>
              </a:spcBef>
              <a:spcAft>
                <a:spcPts val="0"/>
              </a:spcAft>
              <a:buClr>
                <a:schemeClr val="accent3"/>
              </a:buClr>
              <a:buSzPts val="2000"/>
              <a:buNone/>
              <a:defRPr sz="2000">
                <a:solidFill>
                  <a:schemeClr val="accent3"/>
                </a:solidFill>
              </a:defRPr>
            </a:lvl6pPr>
            <a:lvl7pPr lvl="6">
              <a:spcBef>
                <a:spcPts val="0"/>
              </a:spcBef>
              <a:spcAft>
                <a:spcPts val="0"/>
              </a:spcAft>
              <a:buClr>
                <a:schemeClr val="accent3"/>
              </a:buClr>
              <a:buSzPts val="2000"/>
              <a:buNone/>
              <a:defRPr sz="2000">
                <a:solidFill>
                  <a:schemeClr val="accent3"/>
                </a:solidFill>
              </a:defRPr>
            </a:lvl7pPr>
            <a:lvl8pPr lvl="7">
              <a:spcBef>
                <a:spcPts val="0"/>
              </a:spcBef>
              <a:spcAft>
                <a:spcPts val="0"/>
              </a:spcAft>
              <a:buClr>
                <a:schemeClr val="accent3"/>
              </a:buClr>
              <a:buSzPts val="2000"/>
              <a:buNone/>
              <a:defRPr sz="2000">
                <a:solidFill>
                  <a:schemeClr val="accent3"/>
                </a:solidFill>
              </a:defRPr>
            </a:lvl8pPr>
            <a:lvl9pPr lvl="8">
              <a:spcBef>
                <a:spcPts val="0"/>
              </a:spcBef>
              <a:spcAft>
                <a:spcPts val="0"/>
              </a:spcAft>
              <a:buClr>
                <a:schemeClr val="accent3"/>
              </a:buClr>
              <a:buSzPts val="2000"/>
              <a:buNone/>
              <a:defRPr sz="2000">
                <a:solidFill>
                  <a:schemeClr val="accent3"/>
                </a:solidFill>
              </a:defRPr>
            </a:lvl9pPr>
          </a:lstStyle>
          <a:p/>
        </p:txBody>
      </p:sp>
      <p:sp>
        <p:nvSpPr>
          <p:cNvPr id="112" name="Google Shape;112;p13"/>
          <p:cNvSpPr txBox="1"/>
          <p:nvPr>
            <p:ph idx="4" type="body"/>
          </p:nvPr>
        </p:nvSpPr>
        <p:spPr>
          <a:xfrm>
            <a:off x="878500" y="2340864"/>
            <a:ext cx="5101800" cy="3995700"/>
          </a:xfrm>
          <a:prstGeom prst="rect">
            <a:avLst/>
          </a:prstGeom>
        </p:spPr>
        <p:txBody>
          <a:bodyPr anchorCtr="0" anchor="t" bIns="121875" lIns="121875" spcFirstLastPara="1" rIns="121875" wrap="square" tIns="121875">
            <a:noAutofit/>
          </a:bodyPr>
          <a:lstStyle>
            <a:lvl1pPr indent="-296322" lvl="0" marL="457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1pPr>
            <a:lvl2pPr indent="-296322" lvl="1" marL="914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2pPr>
            <a:lvl3pPr indent="-296322" lvl="2" marL="1371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3pPr>
            <a:lvl4pPr indent="-296322" lvl="3" marL="1828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4pPr>
            <a:lvl5pPr indent="-296322" lvl="4" marL="22860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5pPr>
            <a:lvl6pPr indent="-296322" lvl="5" marL="27432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6pPr>
            <a:lvl7pPr indent="-296322" lvl="6" marL="32004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7pPr>
            <a:lvl8pPr indent="-296322" lvl="7" marL="36576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8pPr>
            <a:lvl9pPr indent="-296322" lvl="8" marL="4114800">
              <a:lnSpc>
                <a:spcPct val="100000"/>
              </a:lnSpc>
              <a:spcBef>
                <a:spcPts val="0"/>
              </a:spcBef>
              <a:spcAft>
                <a:spcPts val="0"/>
              </a:spcAft>
              <a:buClr>
                <a:srgbClr val="0F0757"/>
              </a:buClr>
              <a:buSzPts val="1066"/>
              <a:buFont typeface="Proxima Nova"/>
              <a:buChar char="■"/>
              <a:defRPr sz="1733">
                <a:solidFill>
                  <a:srgbClr val="0F0757"/>
                </a:solidFill>
                <a:latin typeface="Proxima Nova"/>
                <a:ea typeface="Proxima Nova"/>
                <a:cs typeface="Proxima Nova"/>
                <a:sym typeface="Proxima Nova"/>
              </a:defRPr>
            </a:lvl9pPr>
          </a:lstStyle>
          <a:p/>
        </p:txBody>
      </p:sp>
      <p:sp>
        <p:nvSpPr>
          <p:cNvPr id="113" name="Google Shape;113;p13"/>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b="1" sz="1733">
                <a:solidFill>
                  <a:schemeClr val="accent3"/>
                </a:solidFill>
              </a:defRPr>
            </a:lvl1pPr>
            <a:lvl2pPr lvl="1">
              <a:buNone/>
              <a:defRPr b="1" sz="1733">
                <a:solidFill>
                  <a:schemeClr val="accent3"/>
                </a:solidFill>
              </a:defRPr>
            </a:lvl2pPr>
            <a:lvl3pPr lvl="2">
              <a:buNone/>
              <a:defRPr b="1" sz="1733">
                <a:solidFill>
                  <a:schemeClr val="accent3"/>
                </a:solidFill>
              </a:defRPr>
            </a:lvl3pPr>
            <a:lvl4pPr lvl="3">
              <a:buNone/>
              <a:defRPr b="1" sz="1733">
                <a:solidFill>
                  <a:schemeClr val="accent3"/>
                </a:solidFill>
              </a:defRPr>
            </a:lvl4pPr>
            <a:lvl5pPr lvl="4">
              <a:buNone/>
              <a:defRPr b="1" sz="1733">
                <a:solidFill>
                  <a:schemeClr val="accent3"/>
                </a:solidFill>
              </a:defRPr>
            </a:lvl5pPr>
            <a:lvl6pPr lvl="5">
              <a:buNone/>
              <a:defRPr b="1" sz="1733">
                <a:solidFill>
                  <a:schemeClr val="accent3"/>
                </a:solidFill>
              </a:defRPr>
            </a:lvl6pPr>
            <a:lvl7pPr lvl="6">
              <a:buNone/>
              <a:defRPr b="1" sz="1733">
                <a:solidFill>
                  <a:schemeClr val="accent3"/>
                </a:solidFill>
              </a:defRPr>
            </a:lvl7pPr>
            <a:lvl8pPr lvl="7">
              <a:buNone/>
              <a:defRPr b="1" sz="1733">
                <a:solidFill>
                  <a:schemeClr val="accent3"/>
                </a:solidFill>
              </a:defRPr>
            </a:lvl8pPr>
            <a:lvl9pPr lvl="8">
              <a:buNone/>
              <a:defRPr b="1" sz="1733">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type="twoColTx">
  <p:cSld name="TITLE_AND_TWO_COLUMNS">
    <p:bg>
      <p:bgPr>
        <a:solidFill>
          <a:schemeClr val="accent6"/>
        </a:solidFill>
      </p:bgPr>
    </p:bg>
    <p:spTree>
      <p:nvGrpSpPr>
        <p:cNvPr id="114" name="Shape 114"/>
        <p:cNvGrpSpPr/>
        <p:nvPr/>
      </p:nvGrpSpPr>
      <p:grpSpPr>
        <a:xfrm>
          <a:off x="0" y="0"/>
          <a:ext cx="0" cy="0"/>
          <a:chOff x="0" y="0"/>
          <a:chExt cx="0" cy="0"/>
        </a:xfrm>
      </p:grpSpPr>
      <p:pic>
        <p:nvPicPr>
          <p:cNvPr id="115" name="Google Shape;115;p14" title="Introduction to Data Lake.jpg"/>
          <p:cNvPicPr preferRelativeResize="0"/>
          <p:nvPr/>
        </p:nvPicPr>
        <p:blipFill>
          <a:blip r:embed="rId2">
            <a:alphaModFix amt="25000"/>
          </a:blip>
          <a:stretch>
            <a:fillRect/>
          </a:stretch>
        </p:blipFill>
        <p:spPr>
          <a:xfrm>
            <a:off x="214" y="76"/>
            <a:ext cx="12188626" cy="6856118"/>
          </a:xfrm>
          <a:prstGeom prst="rect">
            <a:avLst/>
          </a:prstGeom>
          <a:noFill/>
          <a:ln>
            <a:noFill/>
          </a:ln>
        </p:spPr>
      </p:pic>
      <p:sp>
        <p:nvSpPr>
          <p:cNvPr id="116" name="Google Shape;116;p14"/>
          <p:cNvSpPr txBox="1"/>
          <p:nvPr/>
        </p:nvSpPr>
        <p:spPr>
          <a:xfrm>
            <a:off x="631857" y="4933273"/>
            <a:ext cx="109284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2000">
                <a:solidFill>
                  <a:srgbClr val="FFFFFF"/>
                </a:solidFill>
                <a:latin typeface="Proxima Nova Semibold"/>
                <a:ea typeface="Proxima Nova Semibold"/>
                <a:cs typeface="Proxima Nova Semibold"/>
                <a:sym typeface="Proxima Nova Semibold"/>
              </a:rPr>
              <a:t>We’d love to hear from you. If you have any questions, </a:t>
            </a:r>
            <a:endParaRPr sz="2000">
              <a:solidFill>
                <a:srgbClr val="FFFFFF"/>
              </a:solidFill>
              <a:latin typeface="Proxima Nova Semibold"/>
              <a:ea typeface="Proxima Nova Semibold"/>
              <a:cs typeface="Proxima Nova Semibold"/>
              <a:sym typeface="Proxima Nova Semibold"/>
            </a:endParaRPr>
          </a:p>
          <a:p>
            <a:pPr indent="0" lvl="0" marL="0" marR="0" rtl="0" algn="ctr">
              <a:lnSpc>
                <a:spcPct val="100000"/>
              </a:lnSpc>
              <a:spcBef>
                <a:spcPts val="0"/>
              </a:spcBef>
              <a:spcAft>
                <a:spcPts val="0"/>
              </a:spcAft>
              <a:buNone/>
            </a:pPr>
            <a:r>
              <a:rPr lang="en" sz="2000">
                <a:solidFill>
                  <a:srgbClr val="FFFFFF"/>
                </a:solidFill>
                <a:latin typeface="Proxima Nova Semibold"/>
                <a:ea typeface="Proxima Nova Semibold"/>
                <a:cs typeface="Proxima Nova Semibold"/>
                <a:sym typeface="Proxima Nova Semibold"/>
              </a:rPr>
              <a:t>feel free to reach out to our team anytime!</a:t>
            </a:r>
            <a:endParaRPr sz="2000">
              <a:solidFill>
                <a:srgbClr val="FFFFFF"/>
              </a:solidFill>
              <a:latin typeface="Proxima Nova Semibold"/>
              <a:ea typeface="Proxima Nova Semibold"/>
              <a:cs typeface="Proxima Nova Semibold"/>
              <a:sym typeface="Proxima Nova Semibold"/>
            </a:endParaRPr>
          </a:p>
        </p:txBody>
      </p:sp>
      <p:sp>
        <p:nvSpPr>
          <p:cNvPr id="117" name="Google Shape;117;p14"/>
          <p:cNvSpPr txBox="1"/>
          <p:nvPr/>
        </p:nvSpPr>
        <p:spPr>
          <a:xfrm>
            <a:off x="2821407" y="3190787"/>
            <a:ext cx="6549300" cy="923400"/>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None/>
            </a:pPr>
            <a:r>
              <a:rPr b="1" lang="en" sz="5999">
                <a:solidFill>
                  <a:srgbClr val="FFFFFF"/>
                </a:solidFill>
                <a:latin typeface="Proxima Nova"/>
                <a:ea typeface="Proxima Nova"/>
                <a:cs typeface="Proxima Nova"/>
                <a:sym typeface="Proxima Nova"/>
              </a:rPr>
              <a:t>Thank You</a:t>
            </a:r>
            <a:endParaRPr sz="5999"/>
          </a:p>
        </p:txBody>
      </p:sp>
      <p:cxnSp>
        <p:nvCxnSpPr>
          <p:cNvPr id="118" name="Google Shape;118;p14"/>
          <p:cNvCxnSpPr/>
          <p:nvPr/>
        </p:nvCxnSpPr>
        <p:spPr>
          <a:xfrm>
            <a:off x="2784057" y="4370455"/>
            <a:ext cx="6624000" cy="0"/>
          </a:xfrm>
          <a:prstGeom prst="straightConnector1">
            <a:avLst/>
          </a:prstGeom>
          <a:solidFill>
            <a:srgbClr val="EEECE1"/>
          </a:solidFill>
          <a:ln cap="flat" cmpd="sng" w="25400">
            <a:solidFill>
              <a:srgbClr val="5BB5E3"/>
            </a:solidFill>
            <a:prstDash val="solid"/>
            <a:round/>
            <a:headEnd len="med" w="med" type="oval"/>
            <a:tailEnd len="med" w="med" type="oval"/>
          </a:ln>
        </p:spPr>
      </p:cxnSp>
      <p:pic>
        <p:nvPicPr>
          <p:cNvPr descr="A picture containing drawing&#10;&#10;Description automatically generated" id="119" name="Google Shape;119;p14"/>
          <p:cNvPicPr preferRelativeResize="0"/>
          <p:nvPr/>
        </p:nvPicPr>
        <p:blipFill rotWithShape="1">
          <a:blip r:embed="rId3">
            <a:alphaModFix/>
          </a:blip>
          <a:srcRect b="0" l="0" r="0" t="0"/>
          <a:stretch/>
        </p:blipFill>
        <p:spPr>
          <a:xfrm>
            <a:off x="4478713" y="823499"/>
            <a:ext cx="3233779" cy="1347402"/>
          </a:xfrm>
          <a:prstGeom prst="rect">
            <a:avLst/>
          </a:prstGeom>
          <a:noFill/>
          <a:ln>
            <a:noFill/>
          </a:ln>
        </p:spPr>
      </p:pic>
      <p:sp>
        <p:nvSpPr>
          <p:cNvPr id="120" name="Google Shape;120;p14"/>
          <p:cNvSpPr txBox="1"/>
          <p:nvPr>
            <p:ph idx="12" type="sldNum"/>
          </p:nvPr>
        </p:nvSpPr>
        <p:spPr>
          <a:xfrm>
            <a:off x="11406191" y="6333134"/>
            <a:ext cx="731400" cy="524700"/>
          </a:xfrm>
          <a:prstGeom prst="rect">
            <a:avLst/>
          </a:prstGeom>
        </p:spPr>
        <p:txBody>
          <a:bodyPr anchorCtr="0" anchor="t" bIns="121875" lIns="121875" spcFirstLastPara="1" rIns="121875" wrap="square" tIns="121875">
            <a:no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bg>
      <p:bgPr>
        <a:solidFill>
          <a:schemeClr val="dk1"/>
        </a:solidFill>
      </p:bgPr>
    </p:bg>
    <p:spTree>
      <p:nvGrpSpPr>
        <p:cNvPr id="121" name="Shape 121"/>
        <p:cNvGrpSpPr/>
        <p:nvPr/>
      </p:nvGrpSpPr>
      <p:grpSpPr>
        <a:xfrm>
          <a:off x="0" y="0"/>
          <a:ext cx="0" cy="0"/>
          <a:chOff x="0" y="0"/>
          <a:chExt cx="0" cy="0"/>
        </a:xfrm>
      </p:grpSpPr>
      <p:sp>
        <p:nvSpPr>
          <p:cNvPr id="122" name="Google Shape;122;p15"/>
          <p:cNvSpPr txBox="1"/>
          <p:nvPr>
            <p:ph idx="1" type="body"/>
          </p:nvPr>
        </p:nvSpPr>
        <p:spPr>
          <a:xfrm>
            <a:off x="837990" y="1825625"/>
            <a:ext cx="10512900" cy="4351200"/>
          </a:xfrm>
          <a:prstGeom prst="rect">
            <a:avLst/>
          </a:prstGeom>
          <a:noFill/>
          <a:ln>
            <a:noFill/>
          </a:ln>
        </p:spPr>
        <p:txBody>
          <a:bodyPr anchorCtr="0" anchor="t" bIns="45700" lIns="91425" spcFirstLastPara="1" rIns="91425" wrap="square" tIns="45700">
            <a:noAutofit/>
          </a:bodyPr>
          <a:lstStyle>
            <a:lvl1pPr indent="-355579" lvl="0" marL="457200" algn="l">
              <a:lnSpc>
                <a:spcPct val="90000"/>
              </a:lnSpc>
              <a:spcBef>
                <a:spcPts val="1066"/>
              </a:spcBef>
              <a:spcAft>
                <a:spcPts val="0"/>
              </a:spcAft>
              <a:buClr>
                <a:schemeClr val="lt1"/>
              </a:buClr>
              <a:buSzPts val="2000"/>
              <a:buChar char="•"/>
              <a:defRPr sz="2000"/>
            </a:lvl1pPr>
            <a:lvl2pPr indent="-347114" lvl="1" marL="914400" algn="l">
              <a:lnSpc>
                <a:spcPct val="90000"/>
              </a:lnSpc>
              <a:spcBef>
                <a:spcPts val="533"/>
              </a:spcBef>
              <a:spcAft>
                <a:spcPts val="0"/>
              </a:spcAft>
              <a:buClr>
                <a:schemeClr val="lt1"/>
              </a:buClr>
              <a:buSzPts val="1866"/>
              <a:buChar char="•"/>
              <a:defRPr sz="1866"/>
            </a:lvl2pPr>
            <a:lvl3pPr indent="-330183" lvl="2" marL="1371600" algn="l">
              <a:lnSpc>
                <a:spcPct val="90000"/>
              </a:lnSpc>
              <a:spcBef>
                <a:spcPts val="533"/>
              </a:spcBef>
              <a:spcAft>
                <a:spcPts val="0"/>
              </a:spcAft>
              <a:buClr>
                <a:schemeClr val="lt1"/>
              </a:buClr>
              <a:buSzPts val="1600"/>
              <a:buChar char="•"/>
              <a:defRPr sz="1600"/>
            </a:lvl3pPr>
            <a:lvl4pPr indent="-321718" lvl="3" marL="1828800" algn="l">
              <a:lnSpc>
                <a:spcPct val="90000"/>
              </a:lnSpc>
              <a:spcBef>
                <a:spcPts val="533"/>
              </a:spcBef>
              <a:spcAft>
                <a:spcPts val="0"/>
              </a:spcAft>
              <a:buClr>
                <a:schemeClr val="lt1"/>
              </a:buClr>
              <a:buSzPts val="1466"/>
              <a:buChar char="•"/>
              <a:defRPr sz="1466"/>
            </a:lvl4pPr>
            <a:lvl5pPr indent="-321718" lvl="4" marL="2286000" algn="l">
              <a:lnSpc>
                <a:spcPct val="90000"/>
              </a:lnSpc>
              <a:spcBef>
                <a:spcPts val="533"/>
              </a:spcBef>
              <a:spcAft>
                <a:spcPts val="0"/>
              </a:spcAft>
              <a:buClr>
                <a:schemeClr val="lt1"/>
              </a:buClr>
              <a:buSzPts val="1466"/>
              <a:buChar char="•"/>
              <a:defRPr sz="1466"/>
            </a:lvl5pPr>
            <a:lvl6pPr indent="-347114" lvl="5" marL="2743200" algn="l">
              <a:lnSpc>
                <a:spcPct val="90000"/>
              </a:lnSpc>
              <a:spcBef>
                <a:spcPts val="533"/>
              </a:spcBef>
              <a:spcAft>
                <a:spcPts val="0"/>
              </a:spcAft>
              <a:buClr>
                <a:schemeClr val="lt1"/>
              </a:buClr>
              <a:buSzPts val="1866"/>
              <a:buChar char="•"/>
              <a:defRPr sz="1466"/>
            </a:lvl6pPr>
            <a:lvl7pPr indent="-347114" lvl="6" marL="3200400" algn="l">
              <a:lnSpc>
                <a:spcPct val="90000"/>
              </a:lnSpc>
              <a:spcBef>
                <a:spcPts val="533"/>
              </a:spcBef>
              <a:spcAft>
                <a:spcPts val="0"/>
              </a:spcAft>
              <a:buClr>
                <a:schemeClr val="lt1"/>
              </a:buClr>
              <a:buSzPts val="1866"/>
              <a:buChar char="•"/>
              <a:defRPr sz="1466"/>
            </a:lvl7pPr>
            <a:lvl8pPr indent="-347114" lvl="7" marL="3657600" algn="l">
              <a:lnSpc>
                <a:spcPct val="90000"/>
              </a:lnSpc>
              <a:spcBef>
                <a:spcPts val="533"/>
              </a:spcBef>
              <a:spcAft>
                <a:spcPts val="0"/>
              </a:spcAft>
              <a:buClr>
                <a:schemeClr val="lt1"/>
              </a:buClr>
              <a:buSzPts val="1866"/>
              <a:buChar char="•"/>
              <a:defRPr sz="1466"/>
            </a:lvl8pPr>
            <a:lvl9pPr indent="-347114" lvl="8" marL="4114800" algn="l">
              <a:lnSpc>
                <a:spcPct val="90000"/>
              </a:lnSpc>
              <a:spcBef>
                <a:spcPts val="533"/>
              </a:spcBef>
              <a:spcAft>
                <a:spcPts val="0"/>
              </a:spcAft>
              <a:buClr>
                <a:schemeClr val="lt1"/>
              </a:buClr>
              <a:buSzPts val="1866"/>
              <a:buChar char="•"/>
              <a:defRPr sz="1466"/>
            </a:lvl9pPr>
          </a:lstStyle>
          <a:p/>
        </p:txBody>
      </p:sp>
      <p:pic>
        <p:nvPicPr>
          <p:cNvPr descr="A close up of a logo&#10;&#10;Description automatically generated" id="123" name="Google Shape;123;p15"/>
          <p:cNvPicPr preferRelativeResize="0"/>
          <p:nvPr/>
        </p:nvPicPr>
        <p:blipFill rotWithShape="1">
          <a:blip r:embed="rId2">
            <a:alphaModFix/>
          </a:blip>
          <a:srcRect b="0" l="0" r="0" t="0"/>
          <a:stretch/>
        </p:blipFill>
        <p:spPr>
          <a:xfrm>
            <a:off x="10414601" y="6368393"/>
            <a:ext cx="1416374" cy="234787"/>
          </a:xfrm>
          <a:prstGeom prst="rect">
            <a:avLst/>
          </a:prstGeom>
          <a:noFill/>
          <a:ln>
            <a:noFill/>
          </a:ln>
        </p:spPr>
      </p:pic>
      <p:pic>
        <p:nvPicPr>
          <p:cNvPr descr="A close up of a wire fence&#10;&#10;Description automatically generated" id="124" name="Google Shape;124;p15"/>
          <p:cNvPicPr preferRelativeResize="0"/>
          <p:nvPr/>
        </p:nvPicPr>
        <p:blipFill rotWithShape="1">
          <a:blip r:embed="rId3">
            <a:alphaModFix/>
          </a:blip>
          <a:srcRect b="0" l="0" r="0" t="0"/>
          <a:stretch/>
        </p:blipFill>
        <p:spPr>
          <a:xfrm>
            <a:off x="9853677" y="0"/>
            <a:ext cx="2335273" cy="6856284"/>
          </a:xfrm>
          <a:prstGeom prst="rect">
            <a:avLst/>
          </a:prstGeom>
          <a:noFill/>
          <a:ln>
            <a:noFill/>
          </a:ln>
        </p:spPr>
      </p:pic>
      <p:sp>
        <p:nvSpPr>
          <p:cNvPr id="125" name="Google Shape;125;p15"/>
          <p:cNvSpPr txBox="1"/>
          <p:nvPr>
            <p:ph idx="11" type="ftr"/>
          </p:nvPr>
        </p:nvSpPr>
        <p:spPr>
          <a:xfrm>
            <a:off x="6277309" y="6356351"/>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66"/>
              <a:buNone/>
              <a:defRPr sz="1200">
                <a:solidFill>
                  <a:schemeClr val="lt1"/>
                </a:solidFill>
              </a:defRPr>
            </a:lvl1pPr>
            <a:lvl2pPr lvl="1" algn="l">
              <a:lnSpc>
                <a:spcPct val="100000"/>
              </a:lnSpc>
              <a:spcBef>
                <a:spcPts val="0"/>
              </a:spcBef>
              <a:spcAft>
                <a:spcPts val="0"/>
              </a:spcAft>
              <a:buSzPts val="1466"/>
              <a:buNone/>
              <a:defRPr sz="1866"/>
            </a:lvl2pPr>
            <a:lvl3pPr lvl="2" algn="l">
              <a:lnSpc>
                <a:spcPct val="100000"/>
              </a:lnSpc>
              <a:spcBef>
                <a:spcPts val="0"/>
              </a:spcBef>
              <a:spcAft>
                <a:spcPts val="0"/>
              </a:spcAft>
              <a:buSzPts val="1466"/>
              <a:buNone/>
              <a:defRPr sz="1866"/>
            </a:lvl3pPr>
            <a:lvl4pPr lvl="3" algn="l">
              <a:lnSpc>
                <a:spcPct val="100000"/>
              </a:lnSpc>
              <a:spcBef>
                <a:spcPts val="0"/>
              </a:spcBef>
              <a:spcAft>
                <a:spcPts val="0"/>
              </a:spcAft>
              <a:buSzPts val="1466"/>
              <a:buNone/>
              <a:defRPr sz="1866"/>
            </a:lvl4pPr>
            <a:lvl5pPr lvl="4" algn="l">
              <a:lnSpc>
                <a:spcPct val="100000"/>
              </a:lnSpc>
              <a:spcBef>
                <a:spcPts val="0"/>
              </a:spcBef>
              <a:spcAft>
                <a:spcPts val="0"/>
              </a:spcAft>
              <a:buSzPts val="1466"/>
              <a:buNone/>
              <a:defRPr sz="1866"/>
            </a:lvl5pPr>
            <a:lvl6pPr lvl="5" algn="l">
              <a:lnSpc>
                <a:spcPct val="100000"/>
              </a:lnSpc>
              <a:spcBef>
                <a:spcPts val="0"/>
              </a:spcBef>
              <a:spcAft>
                <a:spcPts val="0"/>
              </a:spcAft>
              <a:buSzPts val="1466"/>
              <a:buNone/>
              <a:defRPr sz="1866"/>
            </a:lvl6pPr>
            <a:lvl7pPr lvl="6" algn="l">
              <a:lnSpc>
                <a:spcPct val="100000"/>
              </a:lnSpc>
              <a:spcBef>
                <a:spcPts val="0"/>
              </a:spcBef>
              <a:spcAft>
                <a:spcPts val="0"/>
              </a:spcAft>
              <a:buSzPts val="1466"/>
              <a:buNone/>
              <a:defRPr sz="1866"/>
            </a:lvl7pPr>
            <a:lvl8pPr lvl="7" algn="l">
              <a:lnSpc>
                <a:spcPct val="100000"/>
              </a:lnSpc>
              <a:spcBef>
                <a:spcPts val="0"/>
              </a:spcBef>
              <a:spcAft>
                <a:spcPts val="0"/>
              </a:spcAft>
              <a:buSzPts val="1466"/>
              <a:buNone/>
              <a:defRPr sz="1866"/>
            </a:lvl8pPr>
            <a:lvl9pPr lvl="8" algn="l">
              <a:lnSpc>
                <a:spcPct val="100000"/>
              </a:lnSpc>
              <a:spcBef>
                <a:spcPts val="0"/>
              </a:spcBef>
              <a:spcAft>
                <a:spcPts val="0"/>
              </a:spcAft>
              <a:buSzPts val="1466"/>
              <a:buNone/>
              <a:defRPr sz="1866"/>
            </a:lvl9pPr>
          </a:lstStyle>
          <a:p/>
        </p:txBody>
      </p:sp>
      <p:sp>
        <p:nvSpPr>
          <p:cNvPr id="126" name="Google Shape;126;p15"/>
          <p:cNvSpPr txBox="1"/>
          <p:nvPr>
            <p:ph type="title"/>
          </p:nvPr>
        </p:nvSpPr>
        <p:spPr>
          <a:xfrm>
            <a:off x="1232240" y="306337"/>
            <a:ext cx="3822900" cy="4305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800"/>
              <a:buFont typeface="Arial"/>
              <a:buNone/>
              <a:defRPr b="1" sz="2800">
                <a:solidFill>
                  <a:schemeClr val="lt1"/>
                </a:solidFill>
                <a:latin typeface="Arial"/>
                <a:ea typeface="Arial"/>
                <a:cs typeface="Arial"/>
                <a:sym typeface="Arial"/>
              </a:defRPr>
            </a:lvl1pPr>
            <a:lvl2pPr lvl="1" algn="l">
              <a:lnSpc>
                <a:spcPct val="100000"/>
              </a:lnSpc>
              <a:spcBef>
                <a:spcPts val="0"/>
              </a:spcBef>
              <a:spcAft>
                <a:spcPts val="0"/>
              </a:spcAft>
              <a:buSzPts val="1466"/>
              <a:buNone/>
              <a:defRPr sz="2800"/>
            </a:lvl2pPr>
            <a:lvl3pPr lvl="2" algn="l">
              <a:lnSpc>
                <a:spcPct val="100000"/>
              </a:lnSpc>
              <a:spcBef>
                <a:spcPts val="0"/>
              </a:spcBef>
              <a:spcAft>
                <a:spcPts val="0"/>
              </a:spcAft>
              <a:buSzPts val="1466"/>
              <a:buNone/>
              <a:defRPr sz="2800"/>
            </a:lvl3pPr>
            <a:lvl4pPr lvl="3" algn="l">
              <a:lnSpc>
                <a:spcPct val="100000"/>
              </a:lnSpc>
              <a:spcBef>
                <a:spcPts val="0"/>
              </a:spcBef>
              <a:spcAft>
                <a:spcPts val="0"/>
              </a:spcAft>
              <a:buSzPts val="1466"/>
              <a:buNone/>
              <a:defRPr sz="2800"/>
            </a:lvl4pPr>
            <a:lvl5pPr lvl="4" algn="l">
              <a:lnSpc>
                <a:spcPct val="100000"/>
              </a:lnSpc>
              <a:spcBef>
                <a:spcPts val="0"/>
              </a:spcBef>
              <a:spcAft>
                <a:spcPts val="0"/>
              </a:spcAft>
              <a:buSzPts val="1466"/>
              <a:buNone/>
              <a:defRPr sz="2800"/>
            </a:lvl5pPr>
            <a:lvl6pPr lvl="5" algn="l">
              <a:lnSpc>
                <a:spcPct val="100000"/>
              </a:lnSpc>
              <a:spcBef>
                <a:spcPts val="0"/>
              </a:spcBef>
              <a:spcAft>
                <a:spcPts val="0"/>
              </a:spcAft>
              <a:buSzPts val="1466"/>
              <a:buNone/>
              <a:defRPr sz="2800"/>
            </a:lvl6pPr>
            <a:lvl7pPr lvl="6" algn="l">
              <a:lnSpc>
                <a:spcPct val="100000"/>
              </a:lnSpc>
              <a:spcBef>
                <a:spcPts val="0"/>
              </a:spcBef>
              <a:spcAft>
                <a:spcPts val="0"/>
              </a:spcAft>
              <a:buSzPts val="1466"/>
              <a:buNone/>
              <a:defRPr sz="2800"/>
            </a:lvl7pPr>
            <a:lvl8pPr lvl="7" algn="l">
              <a:lnSpc>
                <a:spcPct val="100000"/>
              </a:lnSpc>
              <a:spcBef>
                <a:spcPts val="0"/>
              </a:spcBef>
              <a:spcAft>
                <a:spcPts val="0"/>
              </a:spcAft>
              <a:buSzPts val="1466"/>
              <a:buNone/>
              <a:defRPr sz="2800"/>
            </a:lvl8pPr>
            <a:lvl9pPr lvl="8" algn="l">
              <a:lnSpc>
                <a:spcPct val="100000"/>
              </a:lnSpc>
              <a:spcBef>
                <a:spcPts val="0"/>
              </a:spcBef>
              <a:spcAft>
                <a:spcPts val="0"/>
              </a:spcAft>
              <a:buSzPts val="1466"/>
              <a:buNone/>
              <a:defRPr sz="2800"/>
            </a:lvl9pPr>
          </a:lstStyle>
          <a:p/>
        </p:txBody>
      </p:sp>
      <p:sp>
        <p:nvSpPr>
          <p:cNvPr id="127" name="Google Shape;127;p15"/>
          <p:cNvSpPr txBox="1"/>
          <p:nvPr>
            <p:ph idx="2" type="body"/>
          </p:nvPr>
        </p:nvSpPr>
        <p:spPr>
          <a:xfrm>
            <a:off x="1232240" y="755961"/>
            <a:ext cx="3060900" cy="330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66"/>
              </a:spcBef>
              <a:spcAft>
                <a:spcPts val="0"/>
              </a:spcAft>
              <a:buClr>
                <a:schemeClr val="accent1"/>
              </a:buClr>
              <a:buSzPts val="1866"/>
              <a:buNone/>
              <a:defRPr sz="1866">
                <a:solidFill>
                  <a:schemeClr val="accent1"/>
                </a:solidFill>
                <a:latin typeface="Arial"/>
                <a:ea typeface="Arial"/>
                <a:cs typeface="Arial"/>
                <a:sym typeface="Arial"/>
              </a:defRPr>
            </a:lvl1pPr>
            <a:lvl2pPr indent="-228600" lvl="1" marL="914400" algn="l">
              <a:lnSpc>
                <a:spcPct val="90000"/>
              </a:lnSpc>
              <a:spcBef>
                <a:spcPts val="533"/>
              </a:spcBef>
              <a:spcAft>
                <a:spcPts val="0"/>
              </a:spcAft>
              <a:buClr>
                <a:schemeClr val="lt1"/>
              </a:buClr>
              <a:buSzPts val="1466"/>
              <a:buNone/>
              <a:defRPr sz="1466"/>
            </a:lvl2pPr>
            <a:lvl3pPr indent="-228600" lvl="2" marL="1371600" algn="l">
              <a:lnSpc>
                <a:spcPct val="90000"/>
              </a:lnSpc>
              <a:spcBef>
                <a:spcPts val="533"/>
              </a:spcBef>
              <a:spcAft>
                <a:spcPts val="0"/>
              </a:spcAft>
              <a:buClr>
                <a:schemeClr val="lt1"/>
              </a:buClr>
              <a:buSzPts val="1200"/>
              <a:buNone/>
              <a:defRPr sz="1200"/>
            </a:lvl3pPr>
            <a:lvl4pPr indent="-228600" lvl="3" marL="1828800" algn="l">
              <a:lnSpc>
                <a:spcPct val="90000"/>
              </a:lnSpc>
              <a:spcBef>
                <a:spcPts val="533"/>
              </a:spcBef>
              <a:spcAft>
                <a:spcPts val="0"/>
              </a:spcAft>
              <a:buClr>
                <a:schemeClr val="lt1"/>
              </a:buClr>
              <a:buSzPts val="1066"/>
              <a:buNone/>
              <a:defRPr sz="1066"/>
            </a:lvl4pPr>
            <a:lvl5pPr indent="-228600" lvl="4" marL="2286000" algn="l">
              <a:lnSpc>
                <a:spcPct val="90000"/>
              </a:lnSpc>
              <a:spcBef>
                <a:spcPts val="533"/>
              </a:spcBef>
              <a:spcAft>
                <a:spcPts val="0"/>
              </a:spcAft>
              <a:buClr>
                <a:schemeClr val="lt1"/>
              </a:buClr>
              <a:buSzPts val="1066"/>
              <a:buNone/>
              <a:defRPr sz="1066"/>
            </a:lvl5pPr>
            <a:lvl6pPr indent="-228600" lvl="5" marL="2743200" algn="l">
              <a:lnSpc>
                <a:spcPct val="90000"/>
              </a:lnSpc>
              <a:spcBef>
                <a:spcPts val="533"/>
              </a:spcBef>
              <a:spcAft>
                <a:spcPts val="0"/>
              </a:spcAft>
              <a:buClr>
                <a:schemeClr val="lt1"/>
              </a:buClr>
              <a:buSzPts val="1066"/>
              <a:buNone/>
              <a:defRPr sz="1066"/>
            </a:lvl6pPr>
            <a:lvl7pPr indent="-228600" lvl="6" marL="3200400" algn="l">
              <a:lnSpc>
                <a:spcPct val="90000"/>
              </a:lnSpc>
              <a:spcBef>
                <a:spcPts val="533"/>
              </a:spcBef>
              <a:spcAft>
                <a:spcPts val="0"/>
              </a:spcAft>
              <a:buClr>
                <a:schemeClr val="lt1"/>
              </a:buClr>
              <a:buSzPts val="1066"/>
              <a:buNone/>
              <a:defRPr sz="1066"/>
            </a:lvl7pPr>
            <a:lvl8pPr indent="-228600" lvl="7" marL="3657600" algn="l">
              <a:lnSpc>
                <a:spcPct val="90000"/>
              </a:lnSpc>
              <a:spcBef>
                <a:spcPts val="533"/>
              </a:spcBef>
              <a:spcAft>
                <a:spcPts val="0"/>
              </a:spcAft>
              <a:buClr>
                <a:schemeClr val="lt1"/>
              </a:buClr>
              <a:buSzPts val="1066"/>
              <a:buNone/>
              <a:defRPr sz="1066"/>
            </a:lvl8pPr>
            <a:lvl9pPr indent="-228600" lvl="8" marL="4114800" algn="l">
              <a:lnSpc>
                <a:spcPct val="90000"/>
              </a:lnSpc>
              <a:spcBef>
                <a:spcPts val="533"/>
              </a:spcBef>
              <a:spcAft>
                <a:spcPts val="0"/>
              </a:spcAft>
              <a:buClr>
                <a:schemeClr val="lt1"/>
              </a:buClr>
              <a:buSzPts val="1066"/>
              <a:buNone/>
              <a:defRPr sz="1066"/>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128" name="Shape 128"/>
        <p:cNvGrpSpPr/>
        <p:nvPr/>
      </p:nvGrpSpPr>
      <p:grpSpPr>
        <a:xfrm>
          <a:off x="0" y="0"/>
          <a:ext cx="0" cy="0"/>
          <a:chOff x="0" y="0"/>
          <a:chExt cx="0" cy="0"/>
        </a:xfrm>
      </p:grpSpPr>
      <p:sp>
        <p:nvSpPr>
          <p:cNvPr id="129" name="Google Shape;129;p16"/>
          <p:cNvSpPr txBox="1"/>
          <p:nvPr>
            <p:ph idx="10" type="dt"/>
          </p:nvPr>
        </p:nvSpPr>
        <p:spPr>
          <a:xfrm>
            <a:off x="837990" y="6356352"/>
            <a:ext cx="27426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66"/>
              <a:buFont typeface="Arial"/>
              <a:buNone/>
              <a:defRPr b="0" i="0" sz="1466"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66"/>
              <a:buFont typeface="Arial"/>
              <a:buNone/>
              <a:defRPr b="0" i="0" sz="1466"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66"/>
              <a:buFont typeface="Arial"/>
              <a:buNone/>
              <a:defRPr b="0" i="0" sz="1466"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66"/>
              <a:buFont typeface="Arial"/>
              <a:buNone/>
              <a:defRPr b="0" i="0" sz="1466"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66"/>
              <a:buFont typeface="Arial"/>
              <a:buNone/>
              <a:defRPr b="0" i="0" sz="1466"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66"/>
              <a:buFont typeface="Arial"/>
              <a:buNone/>
              <a:defRPr b="0" i="0" sz="1466"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66"/>
              <a:buFont typeface="Arial"/>
              <a:buNone/>
              <a:defRPr b="0" i="0" sz="1466"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66"/>
              <a:buFont typeface="Arial"/>
              <a:buNone/>
              <a:defRPr b="0" i="0" sz="1466"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66"/>
              <a:buFont typeface="Arial"/>
              <a:buNone/>
              <a:defRPr b="0" i="0" sz="1466" u="none" cap="none" strike="noStrike">
                <a:solidFill>
                  <a:srgbClr val="000000"/>
                </a:solidFill>
                <a:latin typeface="Arial"/>
                <a:ea typeface="Arial"/>
                <a:cs typeface="Arial"/>
                <a:sym typeface="Arial"/>
              </a:defRPr>
            </a:lvl9pPr>
          </a:lstStyle>
          <a:p/>
        </p:txBody>
      </p:sp>
      <p:sp>
        <p:nvSpPr>
          <p:cNvPr id="130" name="Google Shape;130;p16"/>
          <p:cNvSpPr txBox="1"/>
          <p:nvPr>
            <p:ph idx="11" type="ftr"/>
          </p:nvPr>
        </p:nvSpPr>
        <p:spPr>
          <a:xfrm>
            <a:off x="4037590" y="6356352"/>
            <a:ext cx="4113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66"/>
              <a:buNone/>
              <a:defRPr sz="1866"/>
            </a:lvl1pPr>
            <a:lvl2pPr lvl="1" algn="l">
              <a:lnSpc>
                <a:spcPct val="100000"/>
              </a:lnSpc>
              <a:spcBef>
                <a:spcPts val="0"/>
              </a:spcBef>
              <a:spcAft>
                <a:spcPts val="0"/>
              </a:spcAft>
              <a:buSzPts val="1466"/>
              <a:buNone/>
              <a:defRPr sz="1866"/>
            </a:lvl2pPr>
            <a:lvl3pPr lvl="2" algn="l">
              <a:lnSpc>
                <a:spcPct val="100000"/>
              </a:lnSpc>
              <a:spcBef>
                <a:spcPts val="0"/>
              </a:spcBef>
              <a:spcAft>
                <a:spcPts val="0"/>
              </a:spcAft>
              <a:buSzPts val="1466"/>
              <a:buNone/>
              <a:defRPr sz="1866"/>
            </a:lvl3pPr>
            <a:lvl4pPr lvl="3" algn="l">
              <a:lnSpc>
                <a:spcPct val="100000"/>
              </a:lnSpc>
              <a:spcBef>
                <a:spcPts val="0"/>
              </a:spcBef>
              <a:spcAft>
                <a:spcPts val="0"/>
              </a:spcAft>
              <a:buSzPts val="1466"/>
              <a:buNone/>
              <a:defRPr sz="1866"/>
            </a:lvl4pPr>
            <a:lvl5pPr lvl="4" algn="l">
              <a:lnSpc>
                <a:spcPct val="100000"/>
              </a:lnSpc>
              <a:spcBef>
                <a:spcPts val="0"/>
              </a:spcBef>
              <a:spcAft>
                <a:spcPts val="0"/>
              </a:spcAft>
              <a:buSzPts val="1466"/>
              <a:buNone/>
              <a:defRPr sz="1866"/>
            </a:lvl5pPr>
            <a:lvl6pPr lvl="5" algn="l">
              <a:lnSpc>
                <a:spcPct val="100000"/>
              </a:lnSpc>
              <a:spcBef>
                <a:spcPts val="0"/>
              </a:spcBef>
              <a:spcAft>
                <a:spcPts val="0"/>
              </a:spcAft>
              <a:buSzPts val="1466"/>
              <a:buNone/>
              <a:defRPr sz="1866"/>
            </a:lvl6pPr>
            <a:lvl7pPr lvl="6" algn="l">
              <a:lnSpc>
                <a:spcPct val="100000"/>
              </a:lnSpc>
              <a:spcBef>
                <a:spcPts val="0"/>
              </a:spcBef>
              <a:spcAft>
                <a:spcPts val="0"/>
              </a:spcAft>
              <a:buSzPts val="1466"/>
              <a:buNone/>
              <a:defRPr sz="1866"/>
            </a:lvl7pPr>
            <a:lvl8pPr lvl="7" algn="l">
              <a:lnSpc>
                <a:spcPct val="100000"/>
              </a:lnSpc>
              <a:spcBef>
                <a:spcPts val="0"/>
              </a:spcBef>
              <a:spcAft>
                <a:spcPts val="0"/>
              </a:spcAft>
              <a:buSzPts val="1466"/>
              <a:buNone/>
              <a:defRPr sz="1866"/>
            </a:lvl8pPr>
            <a:lvl9pPr lvl="8" algn="l">
              <a:lnSpc>
                <a:spcPct val="100000"/>
              </a:lnSpc>
              <a:spcBef>
                <a:spcPts val="0"/>
              </a:spcBef>
              <a:spcAft>
                <a:spcPts val="0"/>
              </a:spcAft>
              <a:buSzPts val="1466"/>
              <a:buNone/>
              <a:defRPr sz="1866"/>
            </a:lvl9pPr>
          </a:lstStyle>
          <a:p/>
        </p:txBody>
      </p:sp>
      <p:sp>
        <p:nvSpPr>
          <p:cNvPr id="131" name="Google Shape;131;p16"/>
          <p:cNvSpPr txBox="1"/>
          <p:nvPr>
            <p:ph idx="12" type="sldNum"/>
          </p:nvPr>
        </p:nvSpPr>
        <p:spPr>
          <a:xfrm>
            <a:off x="8608446" y="6356352"/>
            <a:ext cx="2742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66"/>
              <a:buFont typeface="Arial"/>
              <a:buNone/>
              <a:defRPr b="0" i="0" sz="1466"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66"/>
              <a:buFont typeface="Arial"/>
              <a:buNone/>
              <a:defRPr b="0" i="0" sz="1466"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66"/>
              <a:buFont typeface="Arial"/>
              <a:buNone/>
              <a:defRPr b="0" i="0" sz="1466"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66"/>
              <a:buFont typeface="Arial"/>
              <a:buNone/>
              <a:defRPr b="0" i="0" sz="1466"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66"/>
              <a:buFont typeface="Arial"/>
              <a:buNone/>
              <a:defRPr b="0" i="0" sz="1466"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66"/>
              <a:buFont typeface="Arial"/>
              <a:buNone/>
              <a:defRPr b="0" i="0" sz="1466"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66"/>
              <a:buFont typeface="Arial"/>
              <a:buNone/>
              <a:defRPr b="0" i="0" sz="1466"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66"/>
              <a:buFont typeface="Arial"/>
              <a:buNone/>
              <a:defRPr b="0" i="0" sz="1466"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66"/>
              <a:buFont typeface="Arial"/>
              <a:buNone/>
              <a:defRPr b="0" i="0" sz="1466"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132" name="Shape 132"/>
        <p:cNvGrpSpPr/>
        <p:nvPr/>
      </p:nvGrpSpPr>
      <p:grpSpPr>
        <a:xfrm>
          <a:off x="0" y="0"/>
          <a:ext cx="0" cy="0"/>
          <a:chOff x="0" y="0"/>
          <a:chExt cx="0" cy="0"/>
        </a:xfrm>
      </p:grpSpPr>
      <p:sp>
        <p:nvSpPr>
          <p:cNvPr id="133" name="Google Shape;133;p17"/>
          <p:cNvSpPr txBox="1"/>
          <p:nvPr>
            <p:ph type="title"/>
          </p:nvPr>
        </p:nvSpPr>
        <p:spPr>
          <a:xfrm>
            <a:off x="415496" y="593367"/>
            <a:ext cx="11358000" cy="763500"/>
          </a:xfrm>
          <a:prstGeom prst="rect">
            <a:avLst/>
          </a:prstGeom>
        </p:spPr>
        <p:txBody>
          <a:bodyPr anchorCtr="0" anchor="t" bIns="121875" lIns="121875" spcFirstLastPara="1" rIns="121875" wrap="square" tIns="121875">
            <a:sp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134" name="Google Shape;134;p17"/>
          <p:cNvSpPr txBox="1"/>
          <p:nvPr>
            <p:ph idx="1" type="body"/>
          </p:nvPr>
        </p:nvSpPr>
        <p:spPr>
          <a:xfrm>
            <a:off x="415496" y="1536633"/>
            <a:ext cx="11358000" cy="4555200"/>
          </a:xfrm>
          <a:prstGeom prst="rect">
            <a:avLst/>
          </a:prstGeom>
        </p:spPr>
        <p:txBody>
          <a:bodyPr anchorCtr="0" anchor="t" bIns="121875" lIns="121875" spcFirstLastPara="1" rIns="121875" wrap="square" tIns="121875">
            <a:noAutofit/>
          </a:bodyPr>
          <a:lstStyle>
            <a:lvl1pPr indent="-321718" lvl="0" marL="457200">
              <a:spcBef>
                <a:spcPts val="0"/>
              </a:spcBef>
              <a:spcAft>
                <a:spcPts val="0"/>
              </a:spcAft>
              <a:buSzPts val="1466"/>
              <a:buChar char="●"/>
              <a:defRPr sz="1466"/>
            </a:lvl1pPr>
            <a:lvl2pPr indent="-321718" lvl="1" marL="914400">
              <a:spcBef>
                <a:spcPts val="0"/>
              </a:spcBef>
              <a:spcAft>
                <a:spcPts val="0"/>
              </a:spcAft>
              <a:buSzPts val="1466"/>
              <a:buChar char="○"/>
              <a:defRPr sz="1466"/>
            </a:lvl2pPr>
            <a:lvl3pPr indent="-321718" lvl="2" marL="1371600">
              <a:spcBef>
                <a:spcPts val="0"/>
              </a:spcBef>
              <a:spcAft>
                <a:spcPts val="0"/>
              </a:spcAft>
              <a:buSzPts val="1466"/>
              <a:buChar char="■"/>
              <a:defRPr sz="1466"/>
            </a:lvl3pPr>
            <a:lvl4pPr indent="-321718" lvl="3" marL="1828800">
              <a:spcBef>
                <a:spcPts val="0"/>
              </a:spcBef>
              <a:spcAft>
                <a:spcPts val="0"/>
              </a:spcAft>
              <a:buSzPts val="1466"/>
              <a:buChar char="●"/>
              <a:defRPr sz="1466"/>
            </a:lvl4pPr>
            <a:lvl5pPr indent="-321718" lvl="4" marL="2286000">
              <a:spcBef>
                <a:spcPts val="0"/>
              </a:spcBef>
              <a:spcAft>
                <a:spcPts val="0"/>
              </a:spcAft>
              <a:buSzPts val="1466"/>
              <a:buChar char="○"/>
              <a:defRPr sz="1466"/>
            </a:lvl5pPr>
            <a:lvl6pPr indent="-321718" lvl="5" marL="2743200">
              <a:spcBef>
                <a:spcPts val="0"/>
              </a:spcBef>
              <a:spcAft>
                <a:spcPts val="0"/>
              </a:spcAft>
              <a:buSzPts val="1466"/>
              <a:buChar char="■"/>
              <a:defRPr sz="1466"/>
            </a:lvl6pPr>
            <a:lvl7pPr indent="-321718" lvl="6" marL="3200400">
              <a:spcBef>
                <a:spcPts val="0"/>
              </a:spcBef>
              <a:spcAft>
                <a:spcPts val="0"/>
              </a:spcAft>
              <a:buSzPts val="1466"/>
              <a:buChar char="●"/>
              <a:defRPr sz="1466"/>
            </a:lvl7pPr>
            <a:lvl8pPr indent="-321718" lvl="7" marL="3657600">
              <a:spcBef>
                <a:spcPts val="0"/>
              </a:spcBef>
              <a:spcAft>
                <a:spcPts val="0"/>
              </a:spcAft>
              <a:buSzPts val="1466"/>
              <a:buChar char="○"/>
              <a:defRPr sz="1466"/>
            </a:lvl8pPr>
            <a:lvl9pPr indent="-321718" lvl="8" marL="4114800">
              <a:spcBef>
                <a:spcPts val="0"/>
              </a:spcBef>
              <a:spcAft>
                <a:spcPts val="0"/>
              </a:spcAft>
              <a:buSzPts val="1466"/>
              <a:buChar char="■"/>
              <a:defRPr sz="1466"/>
            </a:lvl9pPr>
          </a:lstStyle>
          <a:p/>
        </p:txBody>
      </p:sp>
      <p:sp>
        <p:nvSpPr>
          <p:cNvPr id="135" name="Google Shape;135;p17"/>
          <p:cNvSpPr txBox="1"/>
          <p:nvPr>
            <p:ph idx="12" type="sldNum"/>
          </p:nvPr>
        </p:nvSpPr>
        <p:spPr>
          <a:xfrm>
            <a:off x="11293784" y="6217622"/>
            <a:ext cx="731400" cy="524700"/>
          </a:xfrm>
          <a:prstGeom prst="rect">
            <a:avLst/>
          </a:prstGeom>
        </p:spPr>
        <p:txBody>
          <a:bodyPr anchorCtr="0" anchor="t" bIns="121875" lIns="121875" spcFirstLastPara="1" rIns="121875" wrap="square" tIns="121875">
            <a:no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1">
  <p:cSld name="SECTION_HEADER_2">
    <p:spTree>
      <p:nvGrpSpPr>
        <p:cNvPr id="136" name="Shape 136"/>
        <p:cNvGrpSpPr/>
        <p:nvPr/>
      </p:nvGrpSpPr>
      <p:grpSpPr>
        <a:xfrm>
          <a:off x="0" y="0"/>
          <a:ext cx="0" cy="0"/>
          <a:chOff x="0" y="0"/>
          <a:chExt cx="0" cy="0"/>
        </a:xfrm>
      </p:grpSpPr>
      <p:sp>
        <p:nvSpPr>
          <p:cNvPr id="137" name="Google Shape;137;p18"/>
          <p:cNvSpPr/>
          <p:nvPr/>
        </p:nvSpPr>
        <p:spPr>
          <a:xfrm>
            <a:off x="-1525" y="6701851"/>
            <a:ext cx="12192000" cy="165600"/>
          </a:xfrm>
          <a:prstGeom prst="roundRect">
            <a:avLst>
              <a:gd fmla="val 0" name="adj"/>
            </a:avLst>
          </a:prstGeom>
          <a:solidFill>
            <a:srgbClr val="120A59"/>
          </a:soli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00">
              <a:latin typeface="Calibri"/>
              <a:ea typeface="Calibri"/>
              <a:cs typeface="Calibri"/>
              <a:sym typeface="Calibri"/>
            </a:endParaRPr>
          </a:p>
        </p:txBody>
      </p:sp>
      <p:sp>
        <p:nvSpPr>
          <p:cNvPr id="138" name="Google Shape;138;p18"/>
          <p:cNvSpPr/>
          <p:nvPr/>
        </p:nvSpPr>
        <p:spPr>
          <a:xfrm>
            <a:off x="0" y="8"/>
            <a:ext cx="12192000" cy="165600"/>
          </a:xfrm>
          <a:prstGeom prst="roundRect">
            <a:avLst>
              <a:gd fmla="val 0" name="adj"/>
            </a:avLst>
          </a:prstGeom>
          <a:gradFill>
            <a:gsLst>
              <a:gs pos="0">
                <a:srgbClr val="DB3063"/>
              </a:gs>
              <a:gs pos="34000">
                <a:srgbClr val="AB46A5"/>
              </a:gs>
              <a:gs pos="66000">
                <a:srgbClr val="5FB8E4"/>
              </a:gs>
              <a:gs pos="100000">
                <a:srgbClr val="120A59"/>
              </a:gs>
            </a:gsLst>
            <a:lin ang="10800025" scaled="0"/>
          </a:gradFill>
          <a:ln>
            <a:noFill/>
          </a:ln>
        </p:spPr>
        <p:txBody>
          <a:bodyPr anchorCtr="0" anchor="ctr" bIns="60925" lIns="60925" spcFirstLastPara="1" rIns="60925" wrap="square" tIns="60925">
            <a:noAutofit/>
          </a:bodyPr>
          <a:lstStyle/>
          <a:p>
            <a:pPr indent="0" lvl="0" marL="0" rtl="0" algn="ctr">
              <a:spcBef>
                <a:spcPts val="0"/>
              </a:spcBef>
              <a:spcAft>
                <a:spcPts val="0"/>
              </a:spcAft>
              <a:buNone/>
            </a:pPr>
            <a:r>
              <a:t/>
            </a:r>
            <a:endParaRPr sz="900">
              <a:latin typeface="Calibri"/>
              <a:ea typeface="Calibri"/>
              <a:cs typeface="Calibri"/>
              <a:sym typeface="Calibri"/>
            </a:endParaRPr>
          </a:p>
        </p:txBody>
      </p:sp>
      <p:cxnSp>
        <p:nvCxnSpPr>
          <p:cNvPr id="139" name="Google Shape;139;p18"/>
          <p:cNvCxnSpPr/>
          <p:nvPr/>
        </p:nvCxnSpPr>
        <p:spPr>
          <a:xfrm>
            <a:off x="6122800" y="1908913"/>
            <a:ext cx="0" cy="3976800"/>
          </a:xfrm>
          <a:prstGeom prst="straightConnector1">
            <a:avLst/>
          </a:prstGeom>
          <a:noFill/>
          <a:ln cap="flat" cmpd="sng" w="28575">
            <a:solidFill>
              <a:schemeClr val="accent6"/>
            </a:solidFill>
            <a:prstDash val="solid"/>
            <a:round/>
            <a:headEnd len="med" w="med" type="oval"/>
            <a:tailEnd len="med" w="med" type="oval"/>
          </a:ln>
        </p:spPr>
      </p:cxnSp>
      <p:sp>
        <p:nvSpPr>
          <p:cNvPr id="140" name="Google Shape;140;p18"/>
          <p:cNvSpPr txBox="1"/>
          <p:nvPr>
            <p:ph idx="1" type="body"/>
          </p:nvPr>
        </p:nvSpPr>
        <p:spPr>
          <a:xfrm>
            <a:off x="1555800" y="1894588"/>
            <a:ext cx="3507300" cy="528900"/>
          </a:xfrm>
          <a:prstGeom prst="rect">
            <a:avLst/>
          </a:prstGeom>
        </p:spPr>
        <p:txBody>
          <a:bodyPr anchorCtr="0" anchor="ctr" bIns="91425" lIns="91425" spcFirstLastPara="1" rIns="91425" wrap="square" tIns="91425">
            <a:noAutofit/>
          </a:bodyPr>
          <a:lstStyle>
            <a:lvl1pPr indent="-336550" lvl="0" marL="4572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1pPr>
            <a:lvl2pPr indent="-336550" lvl="1" marL="9144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2pPr>
            <a:lvl3pPr indent="-336550" lvl="2" marL="13716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3pPr>
            <a:lvl4pPr indent="-336550" lvl="3" marL="18288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4pPr>
            <a:lvl5pPr indent="-336550" lvl="4" marL="22860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5pPr>
            <a:lvl6pPr indent="-336550" lvl="5" marL="27432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6pPr>
            <a:lvl7pPr indent="-336550" lvl="6" marL="32004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7pPr>
            <a:lvl8pPr indent="-336550" lvl="7" marL="36576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8pPr>
            <a:lvl9pPr indent="-336550" lvl="8" marL="41148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9pPr>
          </a:lstStyle>
          <a:p/>
        </p:txBody>
      </p:sp>
      <p:cxnSp>
        <p:nvCxnSpPr>
          <p:cNvPr id="141" name="Google Shape;141;p18"/>
          <p:cNvCxnSpPr/>
          <p:nvPr/>
        </p:nvCxnSpPr>
        <p:spPr>
          <a:xfrm>
            <a:off x="878500" y="2607688"/>
            <a:ext cx="4326300" cy="0"/>
          </a:xfrm>
          <a:prstGeom prst="straightConnector1">
            <a:avLst/>
          </a:prstGeom>
          <a:noFill/>
          <a:ln cap="flat" cmpd="sng" w="19050">
            <a:solidFill>
              <a:schemeClr val="accent3"/>
            </a:solidFill>
            <a:prstDash val="solid"/>
            <a:round/>
            <a:headEnd len="med" w="med" type="none"/>
            <a:tailEnd len="med" w="med" type="none"/>
          </a:ln>
        </p:spPr>
      </p:cxnSp>
      <p:sp>
        <p:nvSpPr>
          <p:cNvPr id="142" name="Google Shape;142;p18"/>
          <p:cNvSpPr txBox="1"/>
          <p:nvPr>
            <p:ph type="title"/>
          </p:nvPr>
        </p:nvSpPr>
        <p:spPr>
          <a:xfrm>
            <a:off x="2276850" y="657525"/>
            <a:ext cx="9912000" cy="419400"/>
          </a:xfrm>
          <a:prstGeom prst="rect">
            <a:avLst/>
          </a:prstGeom>
        </p:spPr>
        <p:txBody>
          <a:bodyPr anchorCtr="0" anchor="t" bIns="0" lIns="0" spcFirstLastPara="1" rIns="0" wrap="square" tIns="0">
            <a:spAutoFit/>
          </a:bodyPr>
          <a:lstStyle>
            <a:lvl1pPr lvl="0">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1pPr>
            <a:lvl2pPr lvl="1">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2pPr>
            <a:lvl3pPr lvl="2">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3pPr>
            <a:lvl4pPr lvl="3">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4pPr>
            <a:lvl5pPr lvl="4">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5pPr>
            <a:lvl6pPr lvl="5">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6pPr>
            <a:lvl7pPr lvl="6">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7pPr>
            <a:lvl8pPr lvl="7">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8pPr>
            <a:lvl9pPr lvl="8">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9pPr>
          </a:lstStyle>
          <a:p/>
        </p:txBody>
      </p:sp>
      <p:sp>
        <p:nvSpPr>
          <p:cNvPr id="143" name="Google Shape;143;p18"/>
          <p:cNvSpPr txBox="1"/>
          <p:nvPr>
            <p:ph idx="2" type="subTitle"/>
          </p:nvPr>
        </p:nvSpPr>
        <p:spPr>
          <a:xfrm>
            <a:off x="2281350" y="1124100"/>
            <a:ext cx="9912000" cy="323100"/>
          </a:xfrm>
          <a:prstGeom prst="rect">
            <a:avLst/>
          </a:prstGeom>
        </p:spPr>
        <p:txBody>
          <a:bodyPr anchorCtr="0" anchor="t" bIns="0" lIns="0" spcFirstLastPara="1" rIns="0" wrap="square" tIns="0">
            <a:spAutoFit/>
          </a:bodyPr>
          <a:lstStyle>
            <a:lvl1pPr lvl="0">
              <a:spcBef>
                <a:spcPts val="0"/>
              </a:spcBef>
              <a:spcAft>
                <a:spcPts val="0"/>
              </a:spcAft>
              <a:buClr>
                <a:schemeClr val="accent3"/>
              </a:buClr>
              <a:buSzPts val="2100"/>
              <a:buFont typeface="Proxima Nova"/>
              <a:buNone/>
              <a:defRPr sz="2100">
                <a:solidFill>
                  <a:schemeClr val="accent3"/>
                </a:solidFill>
                <a:latin typeface="Proxima Nova"/>
                <a:ea typeface="Proxima Nova"/>
                <a:cs typeface="Proxima Nova"/>
                <a:sym typeface="Proxima Nova"/>
              </a:defRPr>
            </a:lvl1pPr>
            <a:lvl2pPr lvl="1">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2pPr>
            <a:lvl3pPr lvl="2">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3pPr>
            <a:lvl4pPr lvl="3">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4pPr>
            <a:lvl5pPr lvl="4">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5pPr>
            <a:lvl6pPr lvl="5">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6pPr>
            <a:lvl7pPr lvl="6">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7pPr>
            <a:lvl8pPr lvl="7">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8pPr>
            <a:lvl9pPr lvl="8">
              <a:spcBef>
                <a:spcPts val="0"/>
              </a:spcBef>
              <a:spcAft>
                <a:spcPts val="0"/>
              </a:spcAft>
              <a:buClr>
                <a:schemeClr val="accent3"/>
              </a:buClr>
              <a:buSzPts val="1600"/>
              <a:buFont typeface="Proxima Nova"/>
              <a:buNone/>
              <a:defRPr sz="1600">
                <a:solidFill>
                  <a:schemeClr val="accent3"/>
                </a:solidFill>
                <a:latin typeface="Proxima Nova"/>
                <a:ea typeface="Proxima Nova"/>
                <a:cs typeface="Proxima Nova"/>
                <a:sym typeface="Proxima Nova"/>
              </a:defRPr>
            </a:lvl9pPr>
          </a:lstStyle>
          <a:p/>
        </p:txBody>
      </p:sp>
      <p:sp>
        <p:nvSpPr>
          <p:cNvPr id="144" name="Google Shape;144;p18"/>
          <p:cNvSpPr/>
          <p:nvPr/>
        </p:nvSpPr>
        <p:spPr>
          <a:xfrm>
            <a:off x="878500" y="657525"/>
            <a:ext cx="1186849" cy="664677"/>
          </a:xfrm>
          <a:custGeom>
            <a:rect b="b" l="l" r="r" t="t"/>
            <a:pathLst>
              <a:path extrusionOk="0" h="1582565" w="2760114">
                <a:moveTo>
                  <a:pt x="0" y="0"/>
                </a:moveTo>
                <a:lnTo>
                  <a:pt x="2760114" y="0"/>
                </a:lnTo>
                <a:lnTo>
                  <a:pt x="2760114" y="1582565"/>
                </a:lnTo>
                <a:lnTo>
                  <a:pt x="0" y="1582565"/>
                </a:lnTo>
                <a:lnTo>
                  <a:pt x="0" y="0"/>
                </a:lnTo>
                <a:close/>
              </a:path>
            </a:pathLst>
          </a:custGeom>
          <a:blipFill rotWithShape="1">
            <a:blip r:embed="rId2">
              <a:alphaModFix/>
            </a:blip>
            <a:stretch>
              <a:fillRect b="0" l="0" r="0" t="0"/>
            </a:stretch>
          </a:blipFill>
          <a:ln>
            <a:noFill/>
          </a:ln>
        </p:spPr>
      </p:sp>
      <p:cxnSp>
        <p:nvCxnSpPr>
          <p:cNvPr id="145" name="Google Shape;145;p18"/>
          <p:cNvCxnSpPr/>
          <p:nvPr/>
        </p:nvCxnSpPr>
        <p:spPr>
          <a:xfrm>
            <a:off x="878500" y="3593592"/>
            <a:ext cx="4326300" cy="0"/>
          </a:xfrm>
          <a:prstGeom prst="straightConnector1">
            <a:avLst/>
          </a:prstGeom>
          <a:noFill/>
          <a:ln cap="flat" cmpd="sng" w="19050">
            <a:solidFill>
              <a:schemeClr val="accent3"/>
            </a:solidFill>
            <a:prstDash val="solid"/>
            <a:round/>
            <a:headEnd len="med" w="med" type="none"/>
            <a:tailEnd len="med" w="med" type="none"/>
          </a:ln>
        </p:spPr>
      </p:cxnSp>
      <p:cxnSp>
        <p:nvCxnSpPr>
          <p:cNvPr id="146" name="Google Shape;146;p18"/>
          <p:cNvCxnSpPr/>
          <p:nvPr/>
        </p:nvCxnSpPr>
        <p:spPr>
          <a:xfrm>
            <a:off x="878500" y="4581144"/>
            <a:ext cx="4326300" cy="0"/>
          </a:xfrm>
          <a:prstGeom prst="straightConnector1">
            <a:avLst/>
          </a:prstGeom>
          <a:noFill/>
          <a:ln cap="flat" cmpd="sng" w="19050">
            <a:solidFill>
              <a:schemeClr val="accent3"/>
            </a:solidFill>
            <a:prstDash val="solid"/>
            <a:round/>
            <a:headEnd len="med" w="med" type="none"/>
            <a:tailEnd len="med" w="med" type="none"/>
          </a:ln>
        </p:spPr>
      </p:cxnSp>
      <p:sp>
        <p:nvSpPr>
          <p:cNvPr id="147" name="Google Shape;147;p18"/>
          <p:cNvSpPr txBox="1"/>
          <p:nvPr>
            <p:ph idx="3" type="body"/>
          </p:nvPr>
        </p:nvSpPr>
        <p:spPr>
          <a:xfrm>
            <a:off x="7718112" y="1894597"/>
            <a:ext cx="3507300" cy="528900"/>
          </a:xfrm>
          <a:prstGeom prst="rect">
            <a:avLst/>
          </a:prstGeom>
        </p:spPr>
        <p:txBody>
          <a:bodyPr anchorCtr="0" anchor="ctr" bIns="91425" lIns="91425" spcFirstLastPara="1" rIns="91425" wrap="square" tIns="91425">
            <a:noAutofit/>
          </a:bodyPr>
          <a:lstStyle>
            <a:lvl1pPr indent="-336550" lvl="0" marL="4572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1pPr>
            <a:lvl2pPr indent="-336550" lvl="1" marL="9144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2pPr>
            <a:lvl3pPr indent="-336550" lvl="2" marL="13716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3pPr>
            <a:lvl4pPr indent="-336550" lvl="3" marL="18288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4pPr>
            <a:lvl5pPr indent="-336550" lvl="4" marL="22860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5pPr>
            <a:lvl6pPr indent="-336550" lvl="5" marL="27432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6pPr>
            <a:lvl7pPr indent="-336550" lvl="6" marL="32004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7pPr>
            <a:lvl8pPr indent="-336550" lvl="7" marL="36576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8pPr>
            <a:lvl9pPr indent="-336550" lvl="8" marL="41148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9pPr>
          </a:lstStyle>
          <a:p/>
        </p:txBody>
      </p:sp>
      <p:sp>
        <p:nvSpPr>
          <p:cNvPr id="148" name="Google Shape;148;p18"/>
          <p:cNvSpPr txBox="1"/>
          <p:nvPr>
            <p:ph idx="4" type="subTitle"/>
          </p:nvPr>
        </p:nvSpPr>
        <p:spPr>
          <a:xfrm>
            <a:off x="7040870" y="1937650"/>
            <a:ext cx="677100" cy="442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2500"/>
              <a:buNone/>
              <a:defRPr b="1" sz="2500">
                <a:solidFill>
                  <a:schemeClr val="accent6"/>
                </a:solidFill>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p:txBody>
      </p:sp>
      <p:sp>
        <p:nvSpPr>
          <p:cNvPr id="149" name="Google Shape;149;p18"/>
          <p:cNvSpPr txBox="1"/>
          <p:nvPr>
            <p:ph idx="5" type="subTitle"/>
          </p:nvPr>
        </p:nvSpPr>
        <p:spPr>
          <a:xfrm>
            <a:off x="878570" y="1948125"/>
            <a:ext cx="677100" cy="442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2500"/>
              <a:buNone/>
              <a:defRPr b="1" sz="2500">
                <a:solidFill>
                  <a:schemeClr val="accent6"/>
                </a:solidFill>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p:txBody>
      </p:sp>
      <p:sp>
        <p:nvSpPr>
          <p:cNvPr id="150" name="Google Shape;150;p18"/>
          <p:cNvSpPr txBox="1"/>
          <p:nvPr>
            <p:ph idx="6" type="body"/>
          </p:nvPr>
        </p:nvSpPr>
        <p:spPr>
          <a:xfrm>
            <a:off x="1555054" y="2880360"/>
            <a:ext cx="3507300" cy="528900"/>
          </a:xfrm>
          <a:prstGeom prst="rect">
            <a:avLst/>
          </a:prstGeom>
        </p:spPr>
        <p:txBody>
          <a:bodyPr anchorCtr="0" anchor="ctr" bIns="91425" lIns="91425" spcFirstLastPara="1" rIns="91425" wrap="square" tIns="91425">
            <a:noAutofit/>
          </a:bodyPr>
          <a:lstStyle>
            <a:lvl1pPr indent="-336550" lvl="0" marL="4572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1pPr>
            <a:lvl2pPr indent="-336550" lvl="1" marL="9144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2pPr>
            <a:lvl3pPr indent="-336550" lvl="2" marL="13716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3pPr>
            <a:lvl4pPr indent="-336550" lvl="3" marL="18288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4pPr>
            <a:lvl5pPr indent="-336550" lvl="4" marL="22860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5pPr>
            <a:lvl6pPr indent="-336550" lvl="5" marL="27432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6pPr>
            <a:lvl7pPr indent="-336550" lvl="6" marL="32004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7pPr>
            <a:lvl8pPr indent="-336550" lvl="7" marL="36576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8pPr>
            <a:lvl9pPr indent="-336550" lvl="8" marL="41148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9pPr>
          </a:lstStyle>
          <a:p/>
        </p:txBody>
      </p:sp>
      <p:sp>
        <p:nvSpPr>
          <p:cNvPr id="151" name="Google Shape;151;p18"/>
          <p:cNvSpPr txBox="1"/>
          <p:nvPr>
            <p:ph idx="7" type="subTitle"/>
          </p:nvPr>
        </p:nvSpPr>
        <p:spPr>
          <a:xfrm>
            <a:off x="877824" y="2933898"/>
            <a:ext cx="677100" cy="442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2500"/>
              <a:buNone/>
              <a:defRPr b="1" sz="2500">
                <a:solidFill>
                  <a:schemeClr val="accent6"/>
                </a:solidFill>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p:txBody>
      </p:sp>
      <p:sp>
        <p:nvSpPr>
          <p:cNvPr id="152" name="Google Shape;152;p18"/>
          <p:cNvSpPr txBox="1"/>
          <p:nvPr>
            <p:ph idx="8" type="body"/>
          </p:nvPr>
        </p:nvSpPr>
        <p:spPr>
          <a:xfrm>
            <a:off x="1555054" y="3867912"/>
            <a:ext cx="3507300" cy="528900"/>
          </a:xfrm>
          <a:prstGeom prst="rect">
            <a:avLst/>
          </a:prstGeom>
        </p:spPr>
        <p:txBody>
          <a:bodyPr anchorCtr="0" anchor="ctr" bIns="91425" lIns="91425" spcFirstLastPara="1" rIns="91425" wrap="square" tIns="91425">
            <a:noAutofit/>
          </a:bodyPr>
          <a:lstStyle>
            <a:lvl1pPr indent="-336550" lvl="0" marL="4572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1pPr>
            <a:lvl2pPr indent="-336550" lvl="1" marL="9144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2pPr>
            <a:lvl3pPr indent="-336550" lvl="2" marL="13716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3pPr>
            <a:lvl4pPr indent="-336550" lvl="3" marL="18288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4pPr>
            <a:lvl5pPr indent="-336550" lvl="4" marL="22860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5pPr>
            <a:lvl6pPr indent="-336550" lvl="5" marL="27432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6pPr>
            <a:lvl7pPr indent="-336550" lvl="6" marL="32004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7pPr>
            <a:lvl8pPr indent="-336550" lvl="7" marL="36576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8pPr>
            <a:lvl9pPr indent="-336550" lvl="8" marL="41148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9pPr>
          </a:lstStyle>
          <a:p/>
        </p:txBody>
      </p:sp>
      <p:sp>
        <p:nvSpPr>
          <p:cNvPr id="153" name="Google Shape;153;p18"/>
          <p:cNvSpPr txBox="1"/>
          <p:nvPr>
            <p:ph idx="9" type="subTitle"/>
          </p:nvPr>
        </p:nvSpPr>
        <p:spPr>
          <a:xfrm>
            <a:off x="877824" y="3921450"/>
            <a:ext cx="677100" cy="442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2500"/>
              <a:buNone/>
              <a:defRPr b="1" sz="2500">
                <a:solidFill>
                  <a:schemeClr val="accent6"/>
                </a:solidFill>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p:txBody>
      </p:sp>
      <p:sp>
        <p:nvSpPr>
          <p:cNvPr id="154" name="Google Shape;154;p18"/>
          <p:cNvSpPr txBox="1"/>
          <p:nvPr>
            <p:ph idx="13" type="body"/>
          </p:nvPr>
        </p:nvSpPr>
        <p:spPr>
          <a:xfrm>
            <a:off x="1555054" y="4855464"/>
            <a:ext cx="3507300" cy="528900"/>
          </a:xfrm>
          <a:prstGeom prst="rect">
            <a:avLst/>
          </a:prstGeom>
        </p:spPr>
        <p:txBody>
          <a:bodyPr anchorCtr="0" anchor="ctr" bIns="91425" lIns="91425" spcFirstLastPara="1" rIns="91425" wrap="square" tIns="91425">
            <a:noAutofit/>
          </a:bodyPr>
          <a:lstStyle>
            <a:lvl1pPr indent="-336550" lvl="0" marL="4572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1pPr>
            <a:lvl2pPr indent="-336550" lvl="1" marL="9144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2pPr>
            <a:lvl3pPr indent="-336550" lvl="2" marL="13716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3pPr>
            <a:lvl4pPr indent="-336550" lvl="3" marL="18288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4pPr>
            <a:lvl5pPr indent="-336550" lvl="4" marL="22860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5pPr>
            <a:lvl6pPr indent="-336550" lvl="5" marL="27432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6pPr>
            <a:lvl7pPr indent="-336550" lvl="6" marL="32004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7pPr>
            <a:lvl8pPr indent="-336550" lvl="7" marL="36576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8pPr>
            <a:lvl9pPr indent="-336550" lvl="8" marL="4114800">
              <a:spcBef>
                <a:spcPts val="0"/>
              </a:spcBef>
              <a:spcAft>
                <a:spcPts val="0"/>
              </a:spcAft>
              <a:buClr>
                <a:schemeClr val="accent6"/>
              </a:buClr>
              <a:buSzPts val="1700"/>
              <a:buFont typeface="Proxima Nova"/>
              <a:buChar char="■"/>
              <a:defRPr sz="1700">
                <a:solidFill>
                  <a:schemeClr val="accent6"/>
                </a:solidFill>
                <a:latin typeface="Proxima Nova"/>
                <a:ea typeface="Proxima Nova"/>
                <a:cs typeface="Proxima Nova"/>
                <a:sym typeface="Proxima Nova"/>
              </a:defRPr>
            </a:lvl9pPr>
          </a:lstStyle>
          <a:p/>
        </p:txBody>
      </p:sp>
      <p:sp>
        <p:nvSpPr>
          <p:cNvPr id="155" name="Google Shape;155;p18"/>
          <p:cNvSpPr txBox="1"/>
          <p:nvPr>
            <p:ph idx="14" type="subTitle"/>
          </p:nvPr>
        </p:nvSpPr>
        <p:spPr>
          <a:xfrm>
            <a:off x="877824" y="4909002"/>
            <a:ext cx="677100" cy="442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2500"/>
              <a:buNone/>
              <a:defRPr b="1" sz="2500">
                <a:solidFill>
                  <a:schemeClr val="accent6"/>
                </a:solidFill>
              </a:defRPr>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p:txBody>
      </p:sp>
      <p:sp>
        <p:nvSpPr>
          <p:cNvPr id="156" name="Google Shape;156;p18"/>
          <p:cNvSpPr txBox="1"/>
          <p:nvPr>
            <p:ph idx="12" type="sldNum"/>
          </p:nvPr>
        </p:nvSpPr>
        <p:spPr>
          <a:xfrm>
            <a:off x="11406191" y="6333134"/>
            <a:ext cx="731400" cy="525000"/>
          </a:xfrm>
          <a:prstGeom prst="rect">
            <a:avLst/>
          </a:prstGeom>
        </p:spPr>
        <p:txBody>
          <a:bodyPr anchorCtr="0" anchor="t" bIns="91425" lIns="91425" spcFirstLastPara="1" rIns="91425" wrap="square" tIns="91425">
            <a:noAutofit/>
          </a:bodyPr>
          <a:lstStyle>
            <a:lvl1pPr lvl="0">
              <a:buNone/>
              <a:defRPr b="1" sz="1700">
                <a:solidFill>
                  <a:schemeClr val="accent3"/>
                </a:solidFill>
              </a:defRPr>
            </a:lvl1pPr>
            <a:lvl2pPr lvl="1">
              <a:buNone/>
              <a:defRPr b="1" sz="1700">
                <a:solidFill>
                  <a:schemeClr val="accent3"/>
                </a:solidFill>
              </a:defRPr>
            </a:lvl2pPr>
            <a:lvl3pPr lvl="2">
              <a:buNone/>
              <a:defRPr b="1" sz="1700">
                <a:solidFill>
                  <a:schemeClr val="accent3"/>
                </a:solidFill>
              </a:defRPr>
            </a:lvl3pPr>
            <a:lvl4pPr lvl="3">
              <a:buNone/>
              <a:defRPr b="1" sz="1700">
                <a:solidFill>
                  <a:schemeClr val="accent3"/>
                </a:solidFill>
              </a:defRPr>
            </a:lvl4pPr>
            <a:lvl5pPr lvl="4">
              <a:buNone/>
              <a:defRPr b="1" sz="1700">
                <a:solidFill>
                  <a:schemeClr val="accent3"/>
                </a:solidFill>
              </a:defRPr>
            </a:lvl5pPr>
            <a:lvl6pPr lvl="5">
              <a:buNone/>
              <a:defRPr b="1" sz="1700">
                <a:solidFill>
                  <a:schemeClr val="accent3"/>
                </a:solidFill>
              </a:defRPr>
            </a:lvl6pPr>
            <a:lvl7pPr lvl="6">
              <a:buNone/>
              <a:defRPr b="1" sz="1700">
                <a:solidFill>
                  <a:schemeClr val="accent3"/>
                </a:solidFill>
              </a:defRPr>
            </a:lvl7pPr>
            <a:lvl8pPr lvl="7">
              <a:buNone/>
              <a:defRPr b="1" sz="1700">
                <a:solidFill>
                  <a:schemeClr val="accent3"/>
                </a:solidFill>
              </a:defRPr>
            </a:lvl8pPr>
            <a:lvl9pPr lvl="8">
              <a:buNone/>
              <a:defRPr b="1" sz="17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76850" y="657518"/>
            <a:ext cx="5827800" cy="419700"/>
          </a:xfrm>
          <a:prstGeom prst="rect">
            <a:avLst/>
          </a:prstGeom>
          <a:noFill/>
          <a:ln>
            <a:noFill/>
          </a:ln>
        </p:spPr>
        <p:txBody>
          <a:bodyPr anchorCtr="0" anchor="t" bIns="0" lIns="0" spcFirstLastPara="1" rIns="0" wrap="square" tIns="0">
            <a:spAutoFit/>
          </a:bodyPr>
          <a:lstStyle>
            <a:lvl1pPr lvl="0">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1pPr>
            <a:lvl2pPr lvl="1">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2pPr>
            <a:lvl3pPr lvl="2">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3pPr>
            <a:lvl4pPr lvl="3">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4pPr>
            <a:lvl5pPr lvl="4">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5pPr>
            <a:lvl6pPr lvl="5">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6pPr>
            <a:lvl7pPr lvl="6">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7pPr>
            <a:lvl8pPr lvl="7">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8pPr>
            <a:lvl9pPr lvl="8">
              <a:spcBef>
                <a:spcPts val="0"/>
              </a:spcBef>
              <a:spcAft>
                <a:spcPts val="0"/>
              </a:spcAft>
              <a:buClr>
                <a:srgbClr val="120A59"/>
              </a:buClr>
              <a:buSzPts val="2800"/>
              <a:buFont typeface="Proxima Nova"/>
              <a:buNone/>
              <a:defRPr b="1" sz="2800">
                <a:solidFill>
                  <a:srgbClr val="120A59"/>
                </a:solidFill>
                <a:latin typeface="Proxima Nova"/>
                <a:ea typeface="Proxima Nova"/>
                <a:cs typeface="Proxima Nova"/>
                <a:sym typeface="Proxima Nova"/>
              </a:defRPr>
            </a:lvl9pPr>
          </a:lstStyle>
          <a:p/>
        </p:txBody>
      </p:sp>
      <p:sp>
        <p:nvSpPr>
          <p:cNvPr id="7" name="Google Shape;7;p1"/>
          <p:cNvSpPr txBox="1"/>
          <p:nvPr>
            <p:ph idx="1" type="body"/>
          </p:nvPr>
        </p:nvSpPr>
        <p:spPr>
          <a:xfrm>
            <a:off x="878500" y="1870050"/>
            <a:ext cx="10664400" cy="4591200"/>
          </a:xfrm>
          <a:prstGeom prst="rect">
            <a:avLst/>
          </a:prstGeom>
          <a:noFill/>
          <a:ln>
            <a:noFill/>
          </a:ln>
        </p:spPr>
        <p:txBody>
          <a:bodyPr anchorCtr="0" anchor="t" bIns="91425" lIns="91425" spcFirstLastPara="1" rIns="91425" wrap="square" tIns="91425">
            <a:noAutofit/>
          </a:bodyPr>
          <a:lstStyle>
            <a:lvl1pPr indent="-321718" lvl="0" marL="457200">
              <a:lnSpc>
                <a:spcPct val="100000"/>
              </a:lnSpc>
              <a:spcBef>
                <a:spcPts val="0"/>
              </a:spcBef>
              <a:spcAft>
                <a:spcPts val="0"/>
              </a:spcAft>
              <a:buClr>
                <a:srgbClr val="0F0757"/>
              </a:buClr>
              <a:buSzPts val="1466"/>
              <a:buFont typeface="Proxima Nova"/>
              <a:buChar char="●"/>
              <a:defRPr sz="1466">
                <a:solidFill>
                  <a:srgbClr val="0F0757"/>
                </a:solidFill>
                <a:latin typeface="Proxima Nova"/>
                <a:ea typeface="Proxima Nova"/>
                <a:cs typeface="Proxima Nova"/>
                <a:sym typeface="Proxima Nova"/>
              </a:defRPr>
            </a:lvl1pPr>
            <a:lvl2pPr indent="-321718" lvl="1" marL="914400">
              <a:lnSpc>
                <a:spcPct val="100000"/>
              </a:lnSpc>
              <a:spcBef>
                <a:spcPts val="0"/>
              </a:spcBef>
              <a:spcAft>
                <a:spcPts val="0"/>
              </a:spcAft>
              <a:buClr>
                <a:srgbClr val="0F0757"/>
              </a:buClr>
              <a:buSzPts val="1466"/>
              <a:buFont typeface="Proxima Nova"/>
              <a:buChar char="○"/>
              <a:defRPr sz="1466">
                <a:solidFill>
                  <a:srgbClr val="0F0757"/>
                </a:solidFill>
                <a:latin typeface="Proxima Nova"/>
                <a:ea typeface="Proxima Nova"/>
                <a:cs typeface="Proxima Nova"/>
                <a:sym typeface="Proxima Nova"/>
              </a:defRPr>
            </a:lvl2pPr>
            <a:lvl3pPr indent="-321718" lvl="2" marL="1371600">
              <a:lnSpc>
                <a:spcPct val="100000"/>
              </a:lnSpc>
              <a:spcBef>
                <a:spcPts val="0"/>
              </a:spcBef>
              <a:spcAft>
                <a:spcPts val="0"/>
              </a:spcAft>
              <a:buClr>
                <a:srgbClr val="0F0757"/>
              </a:buClr>
              <a:buSzPts val="1466"/>
              <a:buFont typeface="Proxima Nova"/>
              <a:buChar char="■"/>
              <a:defRPr sz="1466">
                <a:solidFill>
                  <a:srgbClr val="0F0757"/>
                </a:solidFill>
                <a:latin typeface="Proxima Nova"/>
                <a:ea typeface="Proxima Nova"/>
                <a:cs typeface="Proxima Nova"/>
                <a:sym typeface="Proxima Nova"/>
              </a:defRPr>
            </a:lvl3pPr>
            <a:lvl4pPr indent="-321718" lvl="3" marL="1828800">
              <a:lnSpc>
                <a:spcPct val="100000"/>
              </a:lnSpc>
              <a:spcBef>
                <a:spcPts val="0"/>
              </a:spcBef>
              <a:spcAft>
                <a:spcPts val="0"/>
              </a:spcAft>
              <a:buClr>
                <a:srgbClr val="0F0757"/>
              </a:buClr>
              <a:buSzPts val="1466"/>
              <a:buFont typeface="Proxima Nova"/>
              <a:buChar char="●"/>
              <a:defRPr sz="1466">
                <a:solidFill>
                  <a:srgbClr val="0F0757"/>
                </a:solidFill>
                <a:latin typeface="Proxima Nova"/>
                <a:ea typeface="Proxima Nova"/>
                <a:cs typeface="Proxima Nova"/>
                <a:sym typeface="Proxima Nova"/>
              </a:defRPr>
            </a:lvl4pPr>
            <a:lvl5pPr indent="-321718" lvl="4" marL="2286000">
              <a:lnSpc>
                <a:spcPct val="100000"/>
              </a:lnSpc>
              <a:spcBef>
                <a:spcPts val="0"/>
              </a:spcBef>
              <a:spcAft>
                <a:spcPts val="0"/>
              </a:spcAft>
              <a:buClr>
                <a:srgbClr val="0F0757"/>
              </a:buClr>
              <a:buSzPts val="1466"/>
              <a:buFont typeface="Proxima Nova"/>
              <a:buChar char="○"/>
              <a:defRPr sz="1466">
                <a:solidFill>
                  <a:srgbClr val="0F0757"/>
                </a:solidFill>
                <a:latin typeface="Proxima Nova"/>
                <a:ea typeface="Proxima Nova"/>
                <a:cs typeface="Proxima Nova"/>
                <a:sym typeface="Proxima Nova"/>
              </a:defRPr>
            </a:lvl5pPr>
            <a:lvl6pPr indent="-321718" lvl="5" marL="2743200">
              <a:lnSpc>
                <a:spcPct val="100000"/>
              </a:lnSpc>
              <a:spcBef>
                <a:spcPts val="0"/>
              </a:spcBef>
              <a:spcAft>
                <a:spcPts val="0"/>
              </a:spcAft>
              <a:buClr>
                <a:srgbClr val="0F0757"/>
              </a:buClr>
              <a:buSzPts val="1466"/>
              <a:buFont typeface="Proxima Nova"/>
              <a:buChar char="■"/>
              <a:defRPr sz="1466">
                <a:solidFill>
                  <a:srgbClr val="0F0757"/>
                </a:solidFill>
                <a:latin typeface="Proxima Nova"/>
                <a:ea typeface="Proxima Nova"/>
                <a:cs typeface="Proxima Nova"/>
                <a:sym typeface="Proxima Nova"/>
              </a:defRPr>
            </a:lvl6pPr>
            <a:lvl7pPr indent="-321718" lvl="6" marL="3200400">
              <a:lnSpc>
                <a:spcPct val="100000"/>
              </a:lnSpc>
              <a:spcBef>
                <a:spcPts val="0"/>
              </a:spcBef>
              <a:spcAft>
                <a:spcPts val="0"/>
              </a:spcAft>
              <a:buClr>
                <a:srgbClr val="0F0757"/>
              </a:buClr>
              <a:buSzPts val="1466"/>
              <a:buFont typeface="Proxima Nova"/>
              <a:buChar char="●"/>
              <a:defRPr sz="1466">
                <a:solidFill>
                  <a:srgbClr val="0F0757"/>
                </a:solidFill>
                <a:latin typeface="Proxima Nova"/>
                <a:ea typeface="Proxima Nova"/>
                <a:cs typeface="Proxima Nova"/>
                <a:sym typeface="Proxima Nova"/>
              </a:defRPr>
            </a:lvl7pPr>
            <a:lvl8pPr indent="-321718" lvl="7" marL="3657600">
              <a:lnSpc>
                <a:spcPct val="100000"/>
              </a:lnSpc>
              <a:spcBef>
                <a:spcPts val="0"/>
              </a:spcBef>
              <a:spcAft>
                <a:spcPts val="0"/>
              </a:spcAft>
              <a:buClr>
                <a:srgbClr val="0F0757"/>
              </a:buClr>
              <a:buSzPts val="1466"/>
              <a:buFont typeface="Proxima Nova"/>
              <a:buChar char="○"/>
              <a:defRPr sz="1466">
                <a:solidFill>
                  <a:srgbClr val="0F0757"/>
                </a:solidFill>
                <a:latin typeface="Proxima Nova"/>
                <a:ea typeface="Proxima Nova"/>
                <a:cs typeface="Proxima Nova"/>
                <a:sym typeface="Proxima Nova"/>
              </a:defRPr>
            </a:lvl8pPr>
            <a:lvl9pPr indent="-321718" lvl="8" marL="4114800">
              <a:lnSpc>
                <a:spcPct val="100000"/>
              </a:lnSpc>
              <a:spcBef>
                <a:spcPts val="0"/>
              </a:spcBef>
              <a:spcAft>
                <a:spcPts val="0"/>
              </a:spcAft>
              <a:buClr>
                <a:srgbClr val="0F0757"/>
              </a:buClr>
              <a:buSzPts val="1466"/>
              <a:buFont typeface="Proxima Nova"/>
              <a:buChar char="■"/>
              <a:defRPr sz="1466">
                <a:solidFill>
                  <a:srgbClr val="0F0757"/>
                </a:solidFill>
                <a:latin typeface="Proxima Nova"/>
                <a:ea typeface="Proxima Nova"/>
                <a:cs typeface="Proxima Nova"/>
                <a:sym typeface="Proxima Nova"/>
              </a:defRPr>
            </a:lvl9pPr>
          </a:lstStyle>
          <a:p/>
        </p:txBody>
      </p:sp>
      <p:sp>
        <p:nvSpPr>
          <p:cNvPr id="8" name="Google Shape;8;p1"/>
          <p:cNvSpPr txBox="1"/>
          <p:nvPr>
            <p:ph idx="12" type="sldNum"/>
          </p:nvPr>
        </p:nvSpPr>
        <p:spPr>
          <a:xfrm>
            <a:off x="11406191" y="6333134"/>
            <a:ext cx="731400" cy="524700"/>
          </a:xfrm>
          <a:prstGeom prst="rect">
            <a:avLst/>
          </a:prstGeom>
          <a:noFill/>
          <a:ln>
            <a:noFill/>
          </a:ln>
        </p:spPr>
        <p:txBody>
          <a:bodyPr anchorCtr="0" anchor="t" bIns="91425" lIns="91425" spcFirstLastPara="1" rIns="91425" wrap="square" tIns="91425">
            <a:noAutofit/>
          </a:bodyPr>
          <a:lstStyle>
            <a:lvl1pPr lvl="0" algn="r">
              <a:buNone/>
              <a:defRPr sz="1333">
                <a:solidFill>
                  <a:srgbClr val="0F0757"/>
                </a:solidFill>
                <a:latin typeface="Proxima Nova"/>
                <a:ea typeface="Proxima Nova"/>
                <a:cs typeface="Proxima Nova"/>
                <a:sym typeface="Proxima Nova"/>
              </a:defRPr>
            </a:lvl1pPr>
            <a:lvl2pPr lvl="1" algn="r">
              <a:buNone/>
              <a:defRPr sz="1333">
                <a:solidFill>
                  <a:srgbClr val="0F0757"/>
                </a:solidFill>
                <a:latin typeface="Proxima Nova"/>
                <a:ea typeface="Proxima Nova"/>
                <a:cs typeface="Proxima Nova"/>
                <a:sym typeface="Proxima Nova"/>
              </a:defRPr>
            </a:lvl2pPr>
            <a:lvl3pPr lvl="2" algn="r">
              <a:buNone/>
              <a:defRPr sz="1333">
                <a:solidFill>
                  <a:srgbClr val="0F0757"/>
                </a:solidFill>
                <a:latin typeface="Proxima Nova"/>
                <a:ea typeface="Proxima Nova"/>
                <a:cs typeface="Proxima Nova"/>
                <a:sym typeface="Proxima Nova"/>
              </a:defRPr>
            </a:lvl3pPr>
            <a:lvl4pPr lvl="3" algn="r">
              <a:buNone/>
              <a:defRPr sz="1333">
                <a:solidFill>
                  <a:srgbClr val="0F0757"/>
                </a:solidFill>
                <a:latin typeface="Proxima Nova"/>
                <a:ea typeface="Proxima Nova"/>
                <a:cs typeface="Proxima Nova"/>
                <a:sym typeface="Proxima Nova"/>
              </a:defRPr>
            </a:lvl4pPr>
            <a:lvl5pPr lvl="4" algn="r">
              <a:buNone/>
              <a:defRPr sz="1333">
                <a:solidFill>
                  <a:srgbClr val="0F0757"/>
                </a:solidFill>
                <a:latin typeface="Proxima Nova"/>
                <a:ea typeface="Proxima Nova"/>
                <a:cs typeface="Proxima Nova"/>
                <a:sym typeface="Proxima Nova"/>
              </a:defRPr>
            </a:lvl5pPr>
            <a:lvl6pPr lvl="5" algn="r">
              <a:buNone/>
              <a:defRPr sz="1333">
                <a:solidFill>
                  <a:srgbClr val="0F0757"/>
                </a:solidFill>
                <a:latin typeface="Proxima Nova"/>
                <a:ea typeface="Proxima Nova"/>
                <a:cs typeface="Proxima Nova"/>
                <a:sym typeface="Proxima Nova"/>
              </a:defRPr>
            </a:lvl6pPr>
            <a:lvl7pPr lvl="6" algn="r">
              <a:buNone/>
              <a:defRPr sz="1333">
                <a:solidFill>
                  <a:srgbClr val="0F0757"/>
                </a:solidFill>
                <a:latin typeface="Proxima Nova"/>
                <a:ea typeface="Proxima Nova"/>
                <a:cs typeface="Proxima Nova"/>
                <a:sym typeface="Proxima Nova"/>
              </a:defRPr>
            </a:lvl7pPr>
            <a:lvl8pPr lvl="7" algn="r">
              <a:buNone/>
              <a:defRPr sz="1333">
                <a:solidFill>
                  <a:srgbClr val="0F0757"/>
                </a:solidFill>
                <a:latin typeface="Proxima Nova"/>
                <a:ea typeface="Proxima Nova"/>
                <a:cs typeface="Proxima Nova"/>
                <a:sym typeface="Proxima Nova"/>
              </a:defRPr>
            </a:lvl8pPr>
            <a:lvl9pPr lvl="8" algn="r">
              <a:buNone/>
              <a:defRPr sz="1333">
                <a:solidFill>
                  <a:srgbClr val="0F0757"/>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6.png"/><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21.png"/></Relationships>
</file>

<file path=ppt/slides/_rels/slide10.xml.rels><?xml version="1.0" encoding="UTF-8" standalone="yes"?><Relationships xmlns="http://schemas.openxmlformats.org/package/2006/relationships"><Relationship Id="rId10" Type="http://schemas.openxmlformats.org/officeDocument/2006/relationships/image" Target="../media/image21.png"/><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6.png"/><Relationship Id="rId9"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s>
</file>

<file path=ppt/slides/_rels/slide11.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2.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2" Type="http://schemas.openxmlformats.org/officeDocument/2006/relationships/image" Target="../media/image29.png"/><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3.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3" Type="http://schemas.openxmlformats.org/officeDocument/2006/relationships/image" Target="../media/image27.png"/><Relationship Id="rId12" Type="http://schemas.openxmlformats.org/officeDocument/2006/relationships/image" Target="../media/image29.png"/><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4.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3" Type="http://schemas.openxmlformats.org/officeDocument/2006/relationships/image" Target="../media/image27.png"/><Relationship Id="rId12" Type="http://schemas.openxmlformats.org/officeDocument/2006/relationships/image" Target="../media/image29.png"/><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14" Type="http://schemas.openxmlformats.org/officeDocument/2006/relationships/image" Target="../media/image30.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5.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3" Type="http://schemas.openxmlformats.org/officeDocument/2006/relationships/image" Target="../media/image27.png"/><Relationship Id="rId12" Type="http://schemas.openxmlformats.org/officeDocument/2006/relationships/image" Target="../media/image29.png"/><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14" Type="http://schemas.openxmlformats.org/officeDocument/2006/relationships/image" Target="../media/image30.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6.png"/><Relationship Id="rId6"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21.png"/></Relationships>
</file>

<file path=ppt/slides/_rels/slide23.xml.rels><?xml version="1.0" encoding="UTF-8" standalone="yes"?><Relationships xmlns="http://schemas.openxmlformats.org/package/2006/relationships"><Relationship Id="rId10" Type="http://schemas.openxmlformats.org/officeDocument/2006/relationships/image" Target="../media/image22.png"/><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24.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25.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2" Type="http://schemas.openxmlformats.org/officeDocument/2006/relationships/image" Target="../media/image29.png"/><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26.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3" Type="http://schemas.openxmlformats.org/officeDocument/2006/relationships/image" Target="../media/image27.png"/><Relationship Id="rId12" Type="http://schemas.openxmlformats.org/officeDocument/2006/relationships/image" Target="../media/image29.png"/><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27.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3" Type="http://schemas.openxmlformats.org/officeDocument/2006/relationships/image" Target="../media/image27.png"/><Relationship Id="rId12" Type="http://schemas.openxmlformats.org/officeDocument/2006/relationships/image" Target="../media/image29.png"/><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14" Type="http://schemas.openxmlformats.org/officeDocument/2006/relationships/image" Target="../media/image30.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28.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3" Type="http://schemas.openxmlformats.org/officeDocument/2006/relationships/image" Target="../media/image27.png"/><Relationship Id="rId12" Type="http://schemas.openxmlformats.org/officeDocument/2006/relationships/image" Target="../media/image29.png"/><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19.png"/><Relationship Id="rId9" Type="http://schemas.openxmlformats.org/officeDocument/2006/relationships/image" Target="../media/image21.png"/><Relationship Id="rId14" Type="http://schemas.openxmlformats.org/officeDocument/2006/relationships/image" Target="../media/image30.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hyperlink" Target="https://pinetools.com/syntax-highlighter"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52.png"/><Relationship Id="rId4" Type="http://schemas.openxmlformats.org/officeDocument/2006/relationships/image" Target="../media/image51.png"/><Relationship Id="rId5"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48.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49.png"/><Relationship Id="rId4" Type="http://schemas.openxmlformats.org/officeDocument/2006/relationships/image" Target="../media/image57.png"/><Relationship Id="rId5" Type="http://schemas.openxmlformats.org/officeDocument/2006/relationships/image" Target="../media/image59.png"/><Relationship Id="rId6" Type="http://schemas.openxmlformats.org/officeDocument/2006/relationships/image" Target="../media/image63.png"/><Relationship Id="rId7" Type="http://schemas.openxmlformats.org/officeDocument/2006/relationships/image" Target="../media/image5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64.png"/><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 Id="rId3" Type="http://schemas.openxmlformats.org/officeDocument/2006/relationships/image" Target="../media/image6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69.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hyperlink" Target="https://mlu-explain.github.io/linear-regressio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image" Target="../media/image7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hyperlink" Target="https://mlu-explain.github.io/decision-tre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 Id="rId3" Type="http://schemas.openxmlformats.org/officeDocument/2006/relationships/image" Target="../media/image5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hyperlink" Target="https://playground.tensorflow.org/"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 Id="rId3" Type="http://schemas.openxmlformats.org/officeDocument/2006/relationships/image" Target="../media/image5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image" Target="../media/image5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 Id="rId3" Type="http://schemas.openxmlformats.org/officeDocument/2006/relationships/image" Target="../media/image61.gif"/><Relationship Id="rId4" Type="http://schemas.openxmlformats.org/officeDocument/2006/relationships/image" Target="../media/image65.gif"/><Relationship Id="rId5" Type="http://schemas.openxmlformats.org/officeDocument/2006/relationships/hyperlink" Target="https://towardsdatascience.com/precision-and-recall-made-simple-afb5e098970f"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Relationship Id="rId3" Type="http://schemas.openxmlformats.org/officeDocument/2006/relationships/image" Target="../media/image62.gif"/><Relationship Id="rId4" Type="http://schemas.openxmlformats.org/officeDocument/2006/relationships/hyperlink" Target="https://paulvanderlaken.com/2019/08/16/roc-auc-precision-and-recall-visually-explained/"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 Id="rId3" Type="http://schemas.openxmlformats.org/officeDocument/2006/relationships/image" Target="../media/image68.png"/><Relationship Id="rId4" Type="http://schemas.openxmlformats.org/officeDocument/2006/relationships/hyperlink" Target="https://analystprep.com/study-notes/cfa-level-2/quantitative-method/overfitting-methods-addressing/"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 Id="rId3" Type="http://schemas.openxmlformats.org/officeDocument/2006/relationships/image" Target="../media/image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Relationship Id="rId3" Type="http://schemas.openxmlformats.org/officeDocument/2006/relationships/image" Target="../media/image7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hyperlink" Target="https://mlu-explain.github.io/train-test-validation"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Relationship Id="rId3" Type="http://schemas.openxmlformats.org/officeDocument/2006/relationships/image" Target="../media/image67.png"/><Relationship Id="rId4" Type="http://schemas.openxmlformats.org/officeDocument/2006/relationships/image" Target="../media/image6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Relationship Id="rId3" Type="http://schemas.openxmlformats.org/officeDocument/2006/relationships/image" Target="../media/image7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 Id="rId3" Type="http://schemas.openxmlformats.org/officeDocument/2006/relationships/image" Target="../media/image6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60" name="Shape 160"/>
        <p:cNvGrpSpPr/>
        <p:nvPr/>
      </p:nvGrpSpPr>
      <p:grpSpPr>
        <a:xfrm>
          <a:off x="0" y="0"/>
          <a:ext cx="0" cy="0"/>
          <a:chOff x="0" y="0"/>
          <a:chExt cx="0" cy="0"/>
        </a:xfrm>
      </p:grpSpPr>
      <p:sp>
        <p:nvSpPr>
          <p:cNvPr id="161" name="Google Shape;161;p19"/>
          <p:cNvSpPr txBox="1"/>
          <p:nvPr>
            <p:ph type="title"/>
          </p:nvPr>
        </p:nvSpPr>
        <p:spPr>
          <a:xfrm>
            <a:off x="752500" y="3017300"/>
            <a:ext cx="6589500" cy="83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800"/>
              <a:buNone/>
            </a:pPr>
            <a:r>
              <a:rPr lang="en" sz="6000">
                <a:solidFill>
                  <a:srgbClr val="FFFFFF"/>
                </a:solidFill>
              </a:rPr>
              <a:t>Machine Learning Workflow</a:t>
            </a:r>
            <a:endParaRPr sz="6000">
              <a:solidFill>
                <a:srgbClr val="FFFFFF"/>
              </a:solidFill>
            </a:endParaRPr>
          </a:p>
        </p:txBody>
      </p:sp>
      <p:sp>
        <p:nvSpPr>
          <p:cNvPr id="162" name="Google Shape;162;p19"/>
          <p:cNvSpPr txBox="1"/>
          <p:nvPr/>
        </p:nvSpPr>
        <p:spPr>
          <a:xfrm>
            <a:off x="9559208" y="6489567"/>
            <a:ext cx="2629800" cy="4257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66"/>
              <a:buFont typeface="Arial"/>
              <a:buNone/>
            </a:pPr>
            <a:r>
              <a:rPr b="0" i="0" lang="en" sz="1066" u="none" cap="none" strike="noStrike">
                <a:solidFill>
                  <a:schemeClr val="lt2"/>
                </a:solidFill>
                <a:latin typeface="Roboto"/>
                <a:ea typeface="Roboto"/>
                <a:cs typeface="Roboto"/>
                <a:sym typeface="Roboto"/>
              </a:rPr>
              <a:t>vers. 20211220</a:t>
            </a:r>
            <a:endParaRPr b="0" i="0" sz="1066" u="none" cap="none" strike="noStrike">
              <a:solidFill>
                <a:schemeClr val="lt2"/>
              </a:solidFill>
              <a:latin typeface="Josefin Sans SemiBold"/>
              <a:ea typeface="Josefin Sans SemiBold"/>
              <a:cs typeface="Josefin Sans SemiBold"/>
              <a:sym typeface="Josefin Sans SemiBold"/>
            </a:endParaRPr>
          </a:p>
          <a:p>
            <a:pPr indent="0" lvl="0" marL="0" marR="0" rtl="0" algn="ctr">
              <a:lnSpc>
                <a:spcPct val="115000"/>
              </a:lnSpc>
              <a:spcBef>
                <a:spcPts val="0"/>
              </a:spcBef>
              <a:spcAft>
                <a:spcPts val="0"/>
              </a:spcAft>
              <a:buClr>
                <a:srgbClr val="000000"/>
              </a:buClr>
              <a:buSzPts val="1066"/>
              <a:buFont typeface="Arial"/>
              <a:buNone/>
            </a:pPr>
            <a:r>
              <a:t/>
            </a:r>
            <a:endParaRPr b="1" i="0" sz="1066" u="none" cap="none" strike="noStrike">
              <a:solidFill>
                <a:schemeClr val="lt2"/>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0"/>
          <p:cNvSpPr txBox="1"/>
          <p:nvPr>
            <p:ph type="title"/>
          </p:nvPr>
        </p:nvSpPr>
        <p:spPr>
          <a:xfrm>
            <a:off x="2276850" y="657525"/>
            <a:ext cx="9912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Agenda</a:t>
            </a:r>
            <a:endParaRPr/>
          </a:p>
        </p:txBody>
      </p:sp>
      <p:sp>
        <p:nvSpPr>
          <p:cNvPr id="169" name="Google Shape;169;p20"/>
          <p:cNvSpPr txBox="1"/>
          <p:nvPr>
            <p:ph idx="2" type="subTitle"/>
          </p:nvPr>
        </p:nvSpPr>
        <p:spPr>
          <a:xfrm>
            <a:off x="2281350" y="1124100"/>
            <a:ext cx="9912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Machine Learning Workflow</a:t>
            </a:r>
            <a:endParaRPr/>
          </a:p>
        </p:txBody>
      </p:sp>
      <p:sp>
        <p:nvSpPr>
          <p:cNvPr id="170" name="Google Shape;170;p20"/>
          <p:cNvSpPr txBox="1"/>
          <p:nvPr>
            <p:ph idx="6" type="body"/>
          </p:nvPr>
        </p:nvSpPr>
        <p:spPr>
          <a:xfrm>
            <a:off x="1555054" y="2880360"/>
            <a:ext cx="3507300" cy="5289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a:t>ML Workflow with code demo</a:t>
            </a:r>
            <a:endParaRPr/>
          </a:p>
        </p:txBody>
      </p:sp>
      <p:sp>
        <p:nvSpPr>
          <p:cNvPr id="171" name="Google Shape;171;p20"/>
          <p:cNvSpPr txBox="1"/>
          <p:nvPr>
            <p:ph idx="7" type="subTitle"/>
          </p:nvPr>
        </p:nvSpPr>
        <p:spPr>
          <a:xfrm>
            <a:off x="877824" y="2933898"/>
            <a:ext cx="677100" cy="44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sp>
        <p:nvSpPr>
          <p:cNvPr id="172" name="Google Shape;172;p20"/>
          <p:cNvSpPr txBox="1"/>
          <p:nvPr>
            <p:ph idx="8" type="body"/>
          </p:nvPr>
        </p:nvSpPr>
        <p:spPr>
          <a:xfrm>
            <a:off x="1555049" y="3867900"/>
            <a:ext cx="4239600" cy="5289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a:t>ML Workflow In-depth Example</a:t>
            </a:r>
            <a:endParaRPr/>
          </a:p>
        </p:txBody>
      </p:sp>
      <p:sp>
        <p:nvSpPr>
          <p:cNvPr id="173" name="Google Shape;173;p20"/>
          <p:cNvSpPr txBox="1"/>
          <p:nvPr>
            <p:ph idx="9" type="subTitle"/>
          </p:nvPr>
        </p:nvSpPr>
        <p:spPr>
          <a:xfrm>
            <a:off x="877824" y="3921450"/>
            <a:ext cx="677100" cy="44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30</a:t>
            </a:r>
            <a:endParaRPr/>
          </a:p>
        </p:txBody>
      </p:sp>
      <p:sp>
        <p:nvSpPr>
          <p:cNvPr id="174" name="Google Shape;174;p20"/>
          <p:cNvSpPr txBox="1"/>
          <p:nvPr>
            <p:ph idx="6" type="body"/>
          </p:nvPr>
        </p:nvSpPr>
        <p:spPr>
          <a:xfrm>
            <a:off x="1555054" y="1844330"/>
            <a:ext cx="3507300" cy="5289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a:t>ML Workflow </a:t>
            </a:r>
            <a:endParaRPr/>
          </a:p>
        </p:txBody>
      </p:sp>
      <p:sp>
        <p:nvSpPr>
          <p:cNvPr id="175" name="Google Shape;175;p20"/>
          <p:cNvSpPr txBox="1"/>
          <p:nvPr>
            <p:ph idx="7" type="subTitle"/>
          </p:nvPr>
        </p:nvSpPr>
        <p:spPr>
          <a:xfrm>
            <a:off x="877824" y="1897867"/>
            <a:ext cx="677100" cy="44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0" y="3017650"/>
            <a:ext cx="12207300" cy="831300"/>
          </a:xfrm>
          <a:prstGeom prst="rect">
            <a:avLst/>
          </a:prstGeom>
        </p:spPr>
        <p:txBody>
          <a:bodyPr anchorCtr="0" anchor="ctr" bIns="121875" lIns="121875" spcFirstLastPara="1" rIns="121875" wrap="square" tIns="121875">
            <a:noAutofit/>
          </a:bodyPr>
          <a:lstStyle/>
          <a:p>
            <a:pPr indent="0" lvl="0" marL="0" rtl="0" algn="ctr">
              <a:lnSpc>
                <a:spcPct val="90000"/>
              </a:lnSpc>
              <a:spcBef>
                <a:spcPts val="0"/>
              </a:spcBef>
              <a:spcAft>
                <a:spcPts val="0"/>
              </a:spcAft>
              <a:buClr>
                <a:schemeClr val="lt1"/>
              </a:buClr>
              <a:buSzPts val="4400"/>
              <a:buFont typeface="Arial"/>
              <a:buNone/>
            </a:pPr>
            <a:r>
              <a:rPr lang="en">
                <a:solidFill>
                  <a:schemeClr val="lt1"/>
                </a:solidFill>
              </a:rPr>
              <a:t>ML Workflow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22"/>
          <p:cNvSpPr/>
          <p:nvPr/>
        </p:nvSpPr>
        <p:spPr>
          <a:xfrm>
            <a:off x="206248" y="2612418"/>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186" name="Google Shape;186;p22"/>
          <p:cNvPicPr preferRelativeResize="0"/>
          <p:nvPr/>
        </p:nvPicPr>
        <p:blipFill rotWithShape="1">
          <a:blip r:embed="rId3">
            <a:alphaModFix/>
          </a:blip>
          <a:srcRect b="0" l="0" r="0" t="0"/>
          <a:stretch/>
        </p:blipFill>
        <p:spPr>
          <a:xfrm>
            <a:off x="338382" y="1969136"/>
            <a:ext cx="599916" cy="599916"/>
          </a:xfrm>
          <a:prstGeom prst="rect">
            <a:avLst/>
          </a:prstGeom>
          <a:noFill/>
          <a:ln>
            <a:noFill/>
          </a:ln>
        </p:spPr>
      </p:pic>
      <p:sp>
        <p:nvSpPr>
          <p:cNvPr id="187" name="Google Shape;187;p22"/>
          <p:cNvSpPr/>
          <p:nvPr/>
        </p:nvSpPr>
        <p:spPr>
          <a:xfrm>
            <a:off x="1144647" y="1807000"/>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188" name="Google Shape;188;p22"/>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Machine Learning Workflow</a:t>
            </a:r>
            <a:endParaRPr sz="2800">
              <a:solidFill>
                <a:schemeClr val="accent6"/>
              </a:solidFill>
            </a:endParaRPr>
          </a:p>
        </p:txBody>
      </p:sp>
      <p:sp>
        <p:nvSpPr>
          <p:cNvPr id="189" name="Google Shape;189;p22"/>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23"/>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195" name="Google Shape;195;p23"/>
          <p:cNvPicPr preferRelativeResize="0"/>
          <p:nvPr/>
        </p:nvPicPr>
        <p:blipFill rotWithShape="1">
          <a:blip r:embed="rId3">
            <a:alphaModFix/>
          </a:blip>
          <a:srcRect b="0" l="0" r="0" t="0"/>
          <a:stretch/>
        </p:blipFill>
        <p:spPr>
          <a:xfrm>
            <a:off x="338382" y="1978369"/>
            <a:ext cx="599916" cy="599916"/>
          </a:xfrm>
          <a:prstGeom prst="rect">
            <a:avLst/>
          </a:prstGeom>
          <a:noFill/>
          <a:ln>
            <a:noFill/>
          </a:ln>
        </p:spPr>
      </p:pic>
      <p:sp>
        <p:nvSpPr>
          <p:cNvPr id="196" name="Google Shape;196;p23"/>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197" name="Google Shape;197;p23"/>
          <p:cNvPicPr preferRelativeResize="0"/>
          <p:nvPr/>
        </p:nvPicPr>
        <p:blipFill rotWithShape="1">
          <a:blip r:embed="rId4">
            <a:alphaModFix/>
          </a:blip>
          <a:srcRect b="0" l="0" r="0" t="0"/>
          <a:stretch/>
        </p:blipFill>
        <p:spPr>
          <a:xfrm>
            <a:off x="1435575" y="1978367"/>
            <a:ext cx="1119998" cy="1149214"/>
          </a:xfrm>
          <a:prstGeom prst="rect">
            <a:avLst/>
          </a:prstGeom>
          <a:noFill/>
          <a:ln>
            <a:noFill/>
          </a:ln>
        </p:spPr>
      </p:pic>
      <p:cxnSp>
        <p:nvCxnSpPr>
          <p:cNvPr id="198" name="Google Shape;198;p23"/>
          <p:cNvCxnSpPr>
            <a:stCxn id="194" idx="4"/>
            <a:endCxn id="197"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199" name="Google Shape;199;p23"/>
          <p:cNvCxnSpPr>
            <a:stCxn id="195" idx="3"/>
            <a:endCxn id="197"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grpSp>
        <p:nvGrpSpPr>
          <p:cNvPr id="200" name="Google Shape;200;p23"/>
          <p:cNvGrpSpPr/>
          <p:nvPr/>
        </p:nvGrpSpPr>
        <p:grpSpPr>
          <a:xfrm>
            <a:off x="1572474" y="3088385"/>
            <a:ext cx="599850" cy="533587"/>
            <a:chOff x="1179650" y="1478125"/>
            <a:chExt cx="450000" cy="400200"/>
          </a:xfrm>
        </p:grpSpPr>
        <p:sp>
          <p:nvSpPr>
            <p:cNvPr id="201" name="Google Shape;201;p2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202" name="Google Shape;202;p2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sp>
        <p:nvSpPr>
          <p:cNvPr id="203" name="Google Shape;203;p23"/>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406400" lvl="0" marL="457200" rtl="0" algn="l">
              <a:spcBef>
                <a:spcPts val="0"/>
              </a:spcBef>
              <a:spcAft>
                <a:spcPts val="0"/>
              </a:spcAft>
              <a:buClr>
                <a:schemeClr val="accent6"/>
              </a:buClr>
              <a:buSzPts val="2800"/>
              <a:buAutoNum type="arabicPeriod"/>
            </a:pPr>
            <a:r>
              <a:rPr lang="en" sz="2800">
                <a:solidFill>
                  <a:schemeClr val="accent6"/>
                </a:solidFill>
              </a:rPr>
              <a:t>Loading Data (INPUT)</a:t>
            </a:r>
            <a:endParaRPr sz="2800">
              <a:solidFill>
                <a:schemeClr val="accent6"/>
              </a:solidFill>
            </a:endParaRPr>
          </a:p>
        </p:txBody>
      </p:sp>
      <p:sp>
        <p:nvSpPr>
          <p:cNvPr id="204" name="Google Shape;204;p23"/>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24"/>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210" name="Google Shape;210;p24"/>
          <p:cNvPicPr preferRelativeResize="0"/>
          <p:nvPr/>
        </p:nvPicPr>
        <p:blipFill rotWithShape="1">
          <a:blip r:embed="rId3">
            <a:alphaModFix/>
          </a:blip>
          <a:srcRect b="0" l="0" r="0" t="0"/>
          <a:stretch/>
        </p:blipFill>
        <p:spPr>
          <a:xfrm>
            <a:off x="338382" y="1978369"/>
            <a:ext cx="599916" cy="599916"/>
          </a:xfrm>
          <a:prstGeom prst="rect">
            <a:avLst/>
          </a:prstGeom>
          <a:noFill/>
          <a:ln>
            <a:noFill/>
          </a:ln>
        </p:spPr>
      </p:pic>
      <p:sp>
        <p:nvSpPr>
          <p:cNvPr id="211" name="Google Shape;211;p24"/>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212" name="Google Shape;212;p24"/>
          <p:cNvPicPr preferRelativeResize="0"/>
          <p:nvPr/>
        </p:nvPicPr>
        <p:blipFill rotWithShape="1">
          <a:blip r:embed="rId4">
            <a:alphaModFix/>
          </a:blip>
          <a:srcRect b="0" l="0" r="0" t="0"/>
          <a:stretch/>
        </p:blipFill>
        <p:spPr>
          <a:xfrm>
            <a:off x="1435575" y="1978367"/>
            <a:ext cx="1119998" cy="1149214"/>
          </a:xfrm>
          <a:prstGeom prst="rect">
            <a:avLst/>
          </a:prstGeom>
          <a:noFill/>
          <a:ln>
            <a:noFill/>
          </a:ln>
        </p:spPr>
      </p:pic>
      <p:pic>
        <p:nvPicPr>
          <p:cNvPr id="213" name="Google Shape;213;p24"/>
          <p:cNvPicPr preferRelativeResize="0"/>
          <p:nvPr/>
        </p:nvPicPr>
        <p:blipFill rotWithShape="1">
          <a:blip r:embed="rId5">
            <a:alphaModFix/>
          </a:blip>
          <a:srcRect b="0" l="0" r="0" t="0"/>
          <a:stretch/>
        </p:blipFill>
        <p:spPr>
          <a:xfrm>
            <a:off x="3052736" y="1975867"/>
            <a:ext cx="1119986" cy="1154221"/>
          </a:xfrm>
          <a:prstGeom prst="rect">
            <a:avLst/>
          </a:prstGeom>
          <a:noFill/>
          <a:ln>
            <a:noFill/>
          </a:ln>
        </p:spPr>
      </p:pic>
      <p:cxnSp>
        <p:nvCxnSpPr>
          <p:cNvPr id="214" name="Google Shape;214;p24"/>
          <p:cNvCxnSpPr>
            <a:stCxn id="209" idx="4"/>
            <a:endCxn id="212"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215" name="Google Shape;215;p24"/>
          <p:cNvCxnSpPr>
            <a:stCxn id="212" idx="3"/>
            <a:endCxn id="213" idx="1"/>
          </p:cNvCxnSpPr>
          <p:nvPr/>
        </p:nvCxnSpPr>
        <p:spPr>
          <a:xfrm>
            <a:off x="2555572" y="2552974"/>
            <a:ext cx="497100" cy="0"/>
          </a:xfrm>
          <a:prstGeom prst="straightConnector1">
            <a:avLst/>
          </a:prstGeom>
          <a:noFill/>
          <a:ln cap="flat" cmpd="sng" w="12700">
            <a:solidFill>
              <a:srgbClr val="666666"/>
            </a:solidFill>
            <a:prstDash val="solid"/>
            <a:round/>
            <a:headEnd len="sm" w="sm" type="none"/>
            <a:tailEnd len="med" w="med" type="triangle"/>
          </a:ln>
        </p:spPr>
      </p:cxnSp>
      <p:cxnSp>
        <p:nvCxnSpPr>
          <p:cNvPr id="216" name="Google Shape;216;p24"/>
          <p:cNvCxnSpPr>
            <a:stCxn id="210" idx="3"/>
            <a:endCxn id="212"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sp>
        <p:nvSpPr>
          <p:cNvPr id="217" name="Google Shape;217;p24"/>
          <p:cNvSpPr txBox="1"/>
          <p:nvPr/>
        </p:nvSpPr>
        <p:spPr>
          <a:xfrm>
            <a:off x="3052736" y="2346801"/>
            <a:ext cx="1016100" cy="738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X</a:t>
            </a:r>
            <a:endParaRPr b="1" i="0" sz="1866"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38761D"/>
                </a:solidFill>
                <a:latin typeface="Arial"/>
                <a:ea typeface="Arial"/>
                <a:cs typeface="Arial"/>
                <a:sym typeface="Arial"/>
              </a:rPr>
              <a:t>(Feature)</a:t>
            </a:r>
            <a:endParaRPr b="1" i="0" sz="1333" u="none" cap="none" strike="noStrike">
              <a:solidFill>
                <a:srgbClr val="38761D"/>
              </a:solidFill>
              <a:latin typeface="Arial"/>
              <a:ea typeface="Arial"/>
              <a:cs typeface="Arial"/>
              <a:sym typeface="Arial"/>
            </a:endParaRPr>
          </a:p>
        </p:txBody>
      </p:sp>
      <p:grpSp>
        <p:nvGrpSpPr>
          <p:cNvPr id="218" name="Google Shape;218;p24"/>
          <p:cNvGrpSpPr/>
          <p:nvPr/>
        </p:nvGrpSpPr>
        <p:grpSpPr>
          <a:xfrm>
            <a:off x="1572474" y="3088385"/>
            <a:ext cx="599850" cy="533587"/>
            <a:chOff x="1179650" y="1478125"/>
            <a:chExt cx="450000" cy="400200"/>
          </a:xfrm>
        </p:grpSpPr>
        <p:sp>
          <p:nvSpPr>
            <p:cNvPr id="219" name="Google Shape;219;p2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220" name="Google Shape;220;p2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grpSp>
        <p:nvGrpSpPr>
          <p:cNvPr id="221" name="Google Shape;221;p24"/>
          <p:cNvGrpSpPr/>
          <p:nvPr/>
        </p:nvGrpSpPr>
        <p:grpSpPr>
          <a:xfrm>
            <a:off x="3052837" y="1595985"/>
            <a:ext cx="599850" cy="533587"/>
            <a:chOff x="1179650" y="1478125"/>
            <a:chExt cx="450000" cy="400200"/>
          </a:xfrm>
        </p:grpSpPr>
        <p:sp>
          <p:nvSpPr>
            <p:cNvPr id="222" name="Google Shape;222;p2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223" name="Google Shape;223;p2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2</a:t>
              </a:r>
              <a:endParaRPr b="1" i="0" sz="1866" u="none" cap="none" strike="noStrike">
                <a:solidFill>
                  <a:schemeClr val="dk1"/>
                </a:solidFill>
                <a:latin typeface="Arial"/>
                <a:ea typeface="Arial"/>
                <a:cs typeface="Arial"/>
                <a:sym typeface="Arial"/>
              </a:endParaRPr>
            </a:p>
          </p:txBody>
        </p:sp>
      </p:grpSp>
      <p:sp>
        <p:nvSpPr>
          <p:cNvPr id="224" name="Google Shape;224;p24"/>
          <p:cNvSpPr txBox="1"/>
          <p:nvPr/>
        </p:nvSpPr>
        <p:spPr>
          <a:xfrm>
            <a:off x="3612729" y="2346800"/>
            <a:ext cx="10161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Y</a:t>
            </a:r>
            <a:endParaRPr b="1" i="0" sz="1866" u="none" cap="none" strike="noStrike">
              <a:solidFill>
                <a:srgbClr val="000000"/>
              </a:solidFill>
              <a:latin typeface="Arial"/>
              <a:ea typeface="Arial"/>
              <a:cs typeface="Arial"/>
              <a:sym typeface="Arial"/>
            </a:endParaRPr>
          </a:p>
        </p:txBody>
      </p:sp>
      <p:sp>
        <p:nvSpPr>
          <p:cNvPr id="225" name="Google Shape;225;p24"/>
          <p:cNvSpPr txBox="1"/>
          <p:nvPr/>
        </p:nvSpPr>
        <p:spPr>
          <a:xfrm>
            <a:off x="3585736" y="2052600"/>
            <a:ext cx="10701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FF9900"/>
                </a:solidFill>
                <a:latin typeface="Arial"/>
                <a:ea typeface="Arial"/>
                <a:cs typeface="Arial"/>
                <a:sym typeface="Arial"/>
              </a:rPr>
              <a:t>(Label)</a:t>
            </a:r>
            <a:endParaRPr b="1" i="0" sz="1866" u="none" cap="none" strike="noStrike">
              <a:solidFill>
                <a:srgbClr val="FF9900"/>
              </a:solidFill>
              <a:latin typeface="Arial"/>
              <a:ea typeface="Arial"/>
              <a:cs typeface="Arial"/>
              <a:sym typeface="Arial"/>
            </a:endParaRPr>
          </a:p>
        </p:txBody>
      </p:sp>
      <p:sp>
        <p:nvSpPr>
          <p:cNvPr id="226" name="Google Shape;226;p24"/>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2. Label Data</a:t>
            </a:r>
            <a:endParaRPr sz="2800">
              <a:solidFill>
                <a:schemeClr val="accent6"/>
              </a:solidFill>
            </a:endParaRPr>
          </a:p>
        </p:txBody>
      </p:sp>
      <p:sp>
        <p:nvSpPr>
          <p:cNvPr id="227" name="Google Shape;227;p24"/>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25"/>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233" name="Google Shape;233;p25"/>
          <p:cNvPicPr preferRelativeResize="0"/>
          <p:nvPr/>
        </p:nvPicPr>
        <p:blipFill rotWithShape="1">
          <a:blip r:embed="rId3">
            <a:alphaModFix/>
          </a:blip>
          <a:srcRect b="0" l="0" r="0" t="0"/>
          <a:stretch/>
        </p:blipFill>
        <p:spPr>
          <a:xfrm>
            <a:off x="338382" y="1978369"/>
            <a:ext cx="599916" cy="599916"/>
          </a:xfrm>
          <a:prstGeom prst="rect">
            <a:avLst/>
          </a:prstGeom>
          <a:noFill/>
          <a:ln>
            <a:noFill/>
          </a:ln>
        </p:spPr>
      </p:pic>
      <p:sp>
        <p:nvSpPr>
          <p:cNvPr id="234" name="Google Shape;234;p25"/>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235" name="Google Shape;235;p25"/>
          <p:cNvPicPr preferRelativeResize="0"/>
          <p:nvPr/>
        </p:nvPicPr>
        <p:blipFill rotWithShape="1">
          <a:blip r:embed="rId4">
            <a:alphaModFix/>
          </a:blip>
          <a:srcRect b="0" l="0" r="0" t="0"/>
          <a:stretch/>
        </p:blipFill>
        <p:spPr>
          <a:xfrm>
            <a:off x="1435575" y="1978367"/>
            <a:ext cx="1119998" cy="1149214"/>
          </a:xfrm>
          <a:prstGeom prst="rect">
            <a:avLst/>
          </a:prstGeom>
          <a:noFill/>
          <a:ln>
            <a:noFill/>
          </a:ln>
        </p:spPr>
      </p:pic>
      <p:pic>
        <p:nvPicPr>
          <p:cNvPr id="236" name="Google Shape;236;p25"/>
          <p:cNvPicPr preferRelativeResize="0"/>
          <p:nvPr/>
        </p:nvPicPr>
        <p:blipFill rotWithShape="1">
          <a:blip r:embed="rId5">
            <a:alphaModFix/>
          </a:blip>
          <a:srcRect b="0" l="0" r="0" t="0"/>
          <a:stretch/>
        </p:blipFill>
        <p:spPr>
          <a:xfrm>
            <a:off x="4825693" y="2176301"/>
            <a:ext cx="1119988" cy="753443"/>
          </a:xfrm>
          <a:prstGeom prst="rect">
            <a:avLst/>
          </a:prstGeom>
          <a:noFill/>
          <a:ln>
            <a:noFill/>
          </a:ln>
        </p:spPr>
      </p:pic>
      <p:pic>
        <p:nvPicPr>
          <p:cNvPr id="237" name="Google Shape;237;p25"/>
          <p:cNvPicPr preferRelativeResize="0"/>
          <p:nvPr/>
        </p:nvPicPr>
        <p:blipFill rotWithShape="1">
          <a:blip r:embed="rId6">
            <a:alphaModFix/>
          </a:blip>
          <a:srcRect b="0" l="0" r="0" t="0"/>
          <a:stretch/>
        </p:blipFill>
        <p:spPr>
          <a:xfrm>
            <a:off x="3052736" y="1975867"/>
            <a:ext cx="1119986" cy="1154221"/>
          </a:xfrm>
          <a:prstGeom prst="rect">
            <a:avLst/>
          </a:prstGeom>
          <a:noFill/>
          <a:ln>
            <a:noFill/>
          </a:ln>
        </p:spPr>
      </p:pic>
      <p:cxnSp>
        <p:nvCxnSpPr>
          <p:cNvPr id="238" name="Google Shape;238;p25"/>
          <p:cNvCxnSpPr>
            <a:stCxn id="232" idx="4"/>
            <a:endCxn id="235"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239" name="Google Shape;239;p25"/>
          <p:cNvCxnSpPr>
            <a:stCxn id="235" idx="3"/>
            <a:endCxn id="237" idx="1"/>
          </p:cNvCxnSpPr>
          <p:nvPr/>
        </p:nvCxnSpPr>
        <p:spPr>
          <a:xfrm>
            <a:off x="2555572" y="2552974"/>
            <a:ext cx="497100" cy="0"/>
          </a:xfrm>
          <a:prstGeom prst="straightConnector1">
            <a:avLst/>
          </a:prstGeom>
          <a:noFill/>
          <a:ln cap="flat" cmpd="sng" w="12700">
            <a:solidFill>
              <a:srgbClr val="666666"/>
            </a:solidFill>
            <a:prstDash val="solid"/>
            <a:round/>
            <a:headEnd len="sm" w="sm" type="none"/>
            <a:tailEnd len="med" w="med" type="triangle"/>
          </a:ln>
        </p:spPr>
      </p:cxnSp>
      <p:cxnSp>
        <p:nvCxnSpPr>
          <p:cNvPr id="240" name="Google Shape;240;p25"/>
          <p:cNvCxnSpPr>
            <a:stCxn id="237" idx="3"/>
            <a:endCxn id="236" idx="1"/>
          </p:cNvCxnSpPr>
          <p:nvPr/>
        </p:nvCxnSpPr>
        <p:spPr>
          <a:xfrm>
            <a:off x="4172722" y="2552977"/>
            <a:ext cx="653100" cy="0"/>
          </a:xfrm>
          <a:prstGeom prst="straightConnector1">
            <a:avLst/>
          </a:prstGeom>
          <a:noFill/>
          <a:ln cap="flat" cmpd="sng" w="12700">
            <a:solidFill>
              <a:srgbClr val="666666"/>
            </a:solidFill>
            <a:prstDash val="solid"/>
            <a:round/>
            <a:headEnd len="sm" w="sm" type="none"/>
            <a:tailEnd len="med" w="med" type="triangle"/>
          </a:ln>
        </p:spPr>
      </p:cxnSp>
      <p:cxnSp>
        <p:nvCxnSpPr>
          <p:cNvPr id="241" name="Google Shape;241;p25"/>
          <p:cNvCxnSpPr>
            <a:stCxn id="233" idx="3"/>
            <a:endCxn id="235"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sp>
        <p:nvSpPr>
          <p:cNvPr id="242" name="Google Shape;242;p25"/>
          <p:cNvSpPr txBox="1"/>
          <p:nvPr/>
        </p:nvSpPr>
        <p:spPr>
          <a:xfrm>
            <a:off x="3052736" y="2346801"/>
            <a:ext cx="1016100" cy="738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X</a:t>
            </a:r>
            <a:endParaRPr b="1" i="0" sz="1866"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38761D"/>
                </a:solidFill>
                <a:latin typeface="Proxima Nova"/>
                <a:ea typeface="Proxima Nova"/>
                <a:cs typeface="Proxima Nova"/>
                <a:sym typeface="Proxima Nova"/>
              </a:rPr>
              <a:t>(Feature)</a:t>
            </a:r>
            <a:endParaRPr b="1" i="0" sz="1333" u="none" cap="none" strike="noStrike">
              <a:solidFill>
                <a:srgbClr val="38761D"/>
              </a:solidFill>
              <a:latin typeface="Proxima Nova"/>
              <a:ea typeface="Proxima Nova"/>
              <a:cs typeface="Proxima Nova"/>
              <a:sym typeface="Proxima Nova"/>
            </a:endParaRPr>
          </a:p>
        </p:txBody>
      </p:sp>
      <p:sp>
        <p:nvSpPr>
          <p:cNvPr id="243" name="Google Shape;243;p25"/>
          <p:cNvSpPr txBox="1"/>
          <p:nvPr/>
        </p:nvSpPr>
        <p:spPr>
          <a:xfrm>
            <a:off x="3612729" y="2346800"/>
            <a:ext cx="10161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Y</a:t>
            </a:r>
            <a:endParaRPr b="1" i="0" sz="1866" u="none" cap="none" strike="noStrike">
              <a:solidFill>
                <a:srgbClr val="000000"/>
              </a:solidFill>
              <a:latin typeface="Arial"/>
              <a:ea typeface="Arial"/>
              <a:cs typeface="Arial"/>
              <a:sym typeface="Arial"/>
            </a:endParaRPr>
          </a:p>
        </p:txBody>
      </p:sp>
      <p:sp>
        <p:nvSpPr>
          <p:cNvPr id="244" name="Google Shape;244;p25"/>
          <p:cNvSpPr txBox="1"/>
          <p:nvPr/>
        </p:nvSpPr>
        <p:spPr>
          <a:xfrm>
            <a:off x="3585736" y="2052600"/>
            <a:ext cx="10701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FF9900"/>
                </a:solidFill>
                <a:latin typeface="Proxima Nova"/>
                <a:ea typeface="Proxima Nova"/>
                <a:cs typeface="Proxima Nova"/>
                <a:sym typeface="Proxima Nova"/>
              </a:rPr>
              <a:t>(Label)</a:t>
            </a:r>
            <a:endParaRPr b="1" i="0" sz="1866" u="none" cap="none" strike="noStrike">
              <a:solidFill>
                <a:srgbClr val="FF9900"/>
              </a:solidFill>
              <a:latin typeface="Proxima Nova"/>
              <a:ea typeface="Proxima Nova"/>
              <a:cs typeface="Proxima Nova"/>
              <a:sym typeface="Proxima Nova"/>
            </a:endParaRPr>
          </a:p>
        </p:txBody>
      </p:sp>
      <p:sp>
        <p:nvSpPr>
          <p:cNvPr id="245" name="Google Shape;245;p25"/>
          <p:cNvSpPr txBox="1"/>
          <p:nvPr/>
        </p:nvSpPr>
        <p:spPr>
          <a:xfrm>
            <a:off x="4669898" y="2802551"/>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Data Exploration</a:t>
            </a:r>
            <a:endParaRPr b="1" i="0" sz="1333" u="none" cap="none" strike="noStrike">
              <a:solidFill>
                <a:schemeClr val="dk1"/>
              </a:solidFill>
              <a:latin typeface="Proxima Nova"/>
              <a:ea typeface="Proxima Nova"/>
              <a:cs typeface="Proxima Nova"/>
              <a:sym typeface="Proxima Nova"/>
            </a:endParaRPr>
          </a:p>
        </p:txBody>
      </p:sp>
      <p:grpSp>
        <p:nvGrpSpPr>
          <p:cNvPr id="246" name="Google Shape;246;p25"/>
          <p:cNvGrpSpPr/>
          <p:nvPr/>
        </p:nvGrpSpPr>
        <p:grpSpPr>
          <a:xfrm>
            <a:off x="1572474" y="3088385"/>
            <a:ext cx="599850" cy="533587"/>
            <a:chOff x="1179650" y="1478125"/>
            <a:chExt cx="450000" cy="400200"/>
          </a:xfrm>
        </p:grpSpPr>
        <p:sp>
          <p:nvSpPr>
            <p:cNvPr id="247" name="Google Shape;247;p2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248" name="Google Shape;248;p2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grpSp>
        <p:nvGrpSpPr>
          <p:cNvPr id="249" name="Google Shape;249;p25"/>
          <p:cNvGrpSpPr/>
          <p:nvPr/>
        </p:nvGrpSpPr>
        <p:grpSpPr>
          <a:xfrm>
            <a:off x="3052837" y="1595985"/>
            <a:ext cx="599850" cy="533587"/>
            <a:chOff x="1179650" y="1478125"/>
            <a:chExt cx="450000" cy="400200"/>
          </a:xfrm>
        </p:grpSpPr>
        <p:sp>
          <p:nvSpPr>
            <p:cNvPr id="250" name="Google Shape;250;p2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251" name="Google Shape;251;p2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2</a:t>
              </a:r>
              <a:endParaRPr b="1" i="0" sz="1866" u="none" cap="none" strike="noStrike">
                <a:solidFill>
                  <a:schemeClr val="dk1"/>
                </a:solidFill>
                <a:latin typeface="Arial"/>
                <a:ea typeface="Arial"/>
                <a:cs typeface="Arial"/>
                <a:sym typeface="Arial"/>
              </a:endParaRPr>
            </a:p>
          </p:txBody>
        </p:sp>
      </p:grpSp>
      <p:grpSp>
        <p:nvGrpSpPr>
          <p:cNvPr id="252" name="Google Shape;252;p25"/>
          <p:cNvGrpSpPr/>
          <p:nvPr/>
        </p:nvGrpSpPr>
        <p:grpSpPr>
          <a:xfrm>
            <a:off x="4669899" y="1859969"/>
            <a:ext cx="599850" cy="533587"/>
            <a:chOff x="1179650" y="1478125"/>
            <a:chExt cx="450000" cy="400200"/>
          </a:xfrm>
        </p:grpSpPr>
        <p:sp>
          <p:nvSpPr>
            <p:cNvPr id="253" name="Google Shape;253;p2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254" name="Google Shape;254;p2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3</a:t>
              </a:r>
              <a:endParaRPr b="1" i="0" sz="1866" u="none" cap="none" strike="noStrike">
                <a:solidFill>
                  <a:schemeClr val="dk1"/>
                </a:solidFill>
                <a:latin typeface="Arial"/>
                <a:ea typeface="Arial"/>
                <a:cs typeface="Arial"/>
                <a:sym typeface="Arial"/>
              </a:endParaRPr>
            </a:p>
          </p:txBody>
        </p:sp>
      </p:grpSp>
      <p:sp>
        <p:nvSpPr>
          <p:cNvPr id="255" name="Google Shape;255;p25"/>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3. Explore Data</a:t>
            </a:r>
            <a:endParaRPr sz="2800">
              <a:solidFill>
                <a:schemeClr val="accent6"/>
              </a:solidFill>
            </a:endParaRPr>
          </a:p>
        </p:txBody>
      </p:sp>
      <p:sp>
        <p:nvSpPr>
          <p:cNvPr id="256" name="Google Shape;256;p25"/>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26"/>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262" name="Google Shape;262;p26"/>
          <p:cNvPicPr preferRelativeResize="0"/>
          <p:nvPr/>
        </p:nvPicPr>
        <p:blipFill rotWithShape="1">
          <a:blip r:embed="rId3">
            <a:alphaModFix/>
          </a:blip>
          <a:srcRect b="0" l="0" r="0" t="0"/>
          <a:stretch/>
        </p:blipFill>
        <p:spPr>
          <a:xfrm>
            <a:off x="338382" y="1978369"/>
            <a:ext cx="599916" cy="599916"/>
          </a:xfrm>
          <a:prstGeom prst="rect">
            <a:avLst/>
          </a:prstGeom>
          <a:noFill/>
          <a:ln>
            <a:noFill/>
          </a:ln>
        </p:spPr>
      </p:pic>
      <p:sp>
        <p:nvSpPr>
          <p:cNvPr id="263" name="Google Shape;263;p26"/>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264" name="Google Shape;264;p26"/>
          <p:cNvPicPr preferRelativeResize="0"/>
          <p:nvPr/>
        </p:nvPicPr>
        <p:blipFill rotWithShape="1">
          <a:blip r:embed="rId4">
            <a:alphaModFix/>
          </a:blip>
          <a:srcRect b="0" l="0" r="0" t="0"/>
          <a:stretch/>
        </p:blipFill>
        <p:spPr>
          <a:xfrm>
            <a:off x="1435575" y="1978367"/>
            <a:ext cx="1119998" cy="1149214"/>
          </a:xfrm>
          <a:prstGeom prst="rect">
            <a:avLst/>
          </a:prstGeom>
          <a:noFill/>
          <a:ln>
            <a:noFill/>
          </a:ln>
        </p:spPr>
      </p:pic>
      <p:pic>
        <p:nvPicPr>
          <p:cNvPr id="265" name="Google Shape;265;p26"/>
          <p:cNvPicPr preferRelativeResize="0"/>
          <p:nvPr/>
        </p:nvPicPr>
        <p:blipFill rotWithShape="1">
          <a:blip r:embed="rId5">
            <a:alphaModFix/>
          </a:blip>
          <a:srcRect b="0" l="0" r="0" t="0"/>
          <a:stretch/>
        </p:blipFill>
        <p:spPr>
          <a:xfrm>
            <a:off x="4877447" y="3490800"/>
            <a:ext cx="1129517" cy="857050"/>
          </a:xfrm>
          <a:prstGeom prst="rect">
            <a:avLst/>
          </a:prstGeom>
          <a:noFill/>
          <a:ln>
            <a:noFill/>
          </a:ln>
        </p:spPr>
      </p:pic>
      <p:pic>
        <p:nvPicPr>
          <p:cNvPr id="266" name="Google Shape;266;p26"/>
          <p:cNvPicPr preferRelativeResize="0"/>
          <p:nvPr/>
        </p:nvPicPr>
        <p:blipFill rotWithShape="1">
          <a:blip r:embed="rId6">
            <a:alphaModFix/>
          </a:blip>
          <a:srcRect b="0" l="0" r="0" t="0"/>
          <a:stretch/>
        </p:blipFill>
        <p:spPr>
          <a:xfrm>
            <a:off x="4877447" y="4601301"/>
            <a:ext cx="1129517" cy="438995"/>
          </a:xfrm>
          <a:prstGeom prst="rect">
            <a:avLst/>
          </a:prstGeom>
          <a:noFill/>
          <a:ln>
            <a:noFill/>
          </a:ln>
        </p:spPr>
      </p:pic>
      <p:pic>
        <p:nvPicPr>
          <p:cNvPr id="267" name="Google Shape;267;p26"/>
          <p:cNvPicPr preferRelativeResize="0"/>
          <p:nvPr/>
        </p:nvPicPr>
        <p:blipFill rotWithShape="1">
          <a:blip r:embed="rId7">
            <a:alphaModFix/>
          </a:blip>
          <a:srcRect b="0" l="0" r="0" t="0"/>
          <a:stretch/>
        </p:blipFill>
        <p:spPr>
          <a:xfrm>
            <a:off x="4825693" y="2176301"/>
            <a:ext cx="1119988" cy="753443"/>
          </a:xfrm>
          <a:prstGeom prst="rect">
            <a:avLst/>
          </a:prstGeom>
          <a:noFill/>
          <a:ln>
            <a:noFill/>
          </a:ln>
        </p:spPr>
      </p:pic>
      <p:pic>
        <p:nvPicPr>
          <p:cNvPr id="268" name="Google Shape;268;p26"/>
          <p:cNvPicPr preferRelativeResize="0"/>
          <p:nvPr/>
        </p:nvPicPr>
        <p:blipFill rotWithShape="1">
          <a:blip r:embed="rId8">
            <a:alphaModFix/>
          </a:blip>
          <a:srcRect b="0" l="0" r="0" t="0"/>
          <a:stretch/>
        </p:blipFill>
        <p:spPr>
          <a:xfrm>
            <a:off x="3052736" y="1975867"/>
            <a:ext cx="1119986" cy="1154221"/>
          </a:xfrm>
          <a:prstGeom prst="rect">
            <a:avLst/>
          </a:prstGeom>
          <a:noFill/>
          <a:ln>
            <a:noFill/>
          </a:ln>
        </p:spPr>
      </p:pic>
      <p:cxnSp>
        <p:nvCxnSpPr>
          <p:cNvPr id="269" name="Google Shape;269;p26"/>
          <p:cNvCxnSpPr>
            <a:stCxn id="261" idx="4"/>
            <a:endCxn id="264"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270" name="Google Shape;270;p26"/>
          <p:cNvCxnSpPr>
            <a:stCxn id="264" idx="3"/>
            <a:endCxn id="268" idx="1"/>
          </p:cNvCxnSpPr>
          <p:nvPr/>
        </p:nvCxnSpPr>
        <p:spPr>
          <a:xfrm>
            <a:off x="2555572" y="2552974"/>
            <a:ext cx="497100" cy="0"/>
          </a:xfrm>
          <a:prstGeom prst="straightConnector1">
            <a:avLst/>
          </a:prstGeom>
          <a:noFill/>
          <a:ln cap="flat" cmpd="sng" w="12700">
            <a:solidFill>
              <a:srgbClr val="666666"/>
            </a:solidFill>
            <a:prstDash val="solid"/>
            <a:round/>
            <a:headEnd len="sm" w="sm" type="none"/>
            <a:tailEnd len="med" w="med" type="triangle"/>
          </a:ln>
        </p:spPr>
      </p:cxnSp>
      <p:cxnSp>
        <p:nvCxnSpPr>
          <p:cNvPr id="271" name="Google Shape;271;p26"/>
          <p:cNvCxnSpPr>
            <a:stCxn id="268" idx="3"/>
            <a:endCxn id="267" idx="1"/>
          </p:cNvCxnSpPr>
          <p:nvPr/>
        </p:nvCxnSpPr>
        <p:spPr>
          <a:xfrm>
            <a:off x="4172722" y="2552977"/>
            <a:ext cx="653100" cy="0"/>
          </a:xfrm>
          <a:prstGeom prst="straightConnector1">
            <a:avLst/>
          </a:prstGeom>
          <a:noFill/>
          <a:ln cap="flat" cmpd="sng" w="12700">
            <a:solidFill>
              <a:srgbClr val="666666"/>
            </a:solidFill>
            <a:prstDash val="solid"/>
            <a:round/>
            <a:headEnd len="sm" w="sm" type="none"/>
            <a:tailEnd len="med" w="med" type="triangle"/>
          </a:ln>
        </p:spPr>
      </p:cxnSp>
      <p:cxnSp>
        <p:nvCxnSpPr>
          <p:cNvPr id="272" name="Google Shape;272;p26"/>
          <p:cNvCxnSpPr>
            <a:stCxn id="268" idx="2"/>
            <a:endCxn id="265" idx="1"/>
          </p:cNvCxnSpPr>
          <p:nvPr/>
        </p:nvCxnSpPr>
        <p:spPr>
          <a:xfrm flipH="1" rot="-5400000">
            <a:off x="3850479" y="2892338"/>
            <a:ext cx="789300" cy="1264800"/>
          </a:xfrm>
          <a:prstGeom prst="bentConnector2">
            <a:avLst/>
          </a:prstGeom>
          <a:noFill/>
          <a:ln cap="flat" cmpd="sng" w="12700">
            <a:solidFill>
              <a:srgbClr val="666666"/>
            </a:solidFill>
            <a:prstDash val="solid"/>
            <a:round/>
            <a:headEnd len="sm" w="sm" type="none"/>
            <a:tailEnd len="med" w="med" type="triangle"/>
          </a:ln>
        </p:spPr>
      </p:cxnSp>
      <p:cxnSp>
        <p:nvCxnSpPr>
          <p:cNvPr id="273" name="Google Shape;273;p26"/>
          <p:cNvCxnSpPr>
            <a:stCxn id="268" idx="2"/>
            <a:endCxn id="266" idx="1"/>
          </p:cNvCxnSpPr>
          <p:nvPr/>
        </p:nvCxnSpPr>
        <p:spPr>
          <a:xfrm flipH="1" rot="-5400000">
            <a:off x="3399729" y="3343088"/>
            <a:ext cx="1690800" cy="1264800"/>
          </a:xfrm>
          <a:prstGeom prst="bentConnector2">
            <a:avLst/>
          </a:prstGeom>
          <a:noFill/>
          <a:ln cap="flat" cmpd="sng" w="12700">
            <a:solidFill>
              <a:srgbClr val="666666"/>
            </a:solidFill>
            <a:prstDash val="solid"/>
            <a:round/>
            <a:headEnd len="sm" w="sm" type="none"/>
            <a:tailEnd len="med" w="med" type="triangle"/>
          </a:ln>
        </p:spPr>
      </p:cxnSp>
      <p:cxnSp>
        <p:nvCxnSpPr>
          <p:cNvPr id="274" name="Google Shape;274;p26"/>
          <p:cNvCxnSpPr>
            <a:stCxn id="262" idx="3"/>
            <a:endCxn id="264"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sp>
        <p:nvSpPr>
          <p:cNvPr id="275" name="Google Shape;275;p26"/>
          <p:cNvSpPr txBox="1"/>
          <p:nvPr/>
        </p:nvSpPr>
        <p:spPr>
          <a:xfrm>
            <a:off x="3052736" y="2346801"/>
            <a:ext cx="1016100" cy="738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X</a:t>
            </a:r>
            <a:endParaRPr b="1" i="0" sz="1866"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38761D"/>
                </a:solidFill>
                <a:latin typeface="Proxima Nova"/>
                <a:ea typeface="Proxima Nova"/>
                <a:cs typeface="Proxima Nova"/>
                <a:sym typeface="Proxima Nova"/>
              </a:rPr>
              <a:t>(Feature)</a:t>
            </a:r>
            <a:endParaRPr b="1" i="0" sz="1333" u="none" cap="none" strike="noStrike">
              <a:solidFill>
                <a:srgbClr val="38761D"/>
              </a:solidFill>
              <a:latin typeface="Proxima Nova"/>
              <a:ea typeface="Proxima Nova"/>
              <a:cs typeface="Proxima Nova"/>
              <a:sym typeface="Proxima Nova"/>
            </a:endParaRPr>
          </a:p>
        </p:txBody>
      </p:sp>
      <p:sp>
        <p:nvSpPr>
          <p:cNvPr id="276" name="Google Shape;276;p26"/>
          <p:cNvSpPr txBox="1"/>
          <p:nvPr/>
        </p:nvSpPr>
        <p:spPr>
          <a:xfrm>
            <a:off x="3612729" y="2346800"/>
            <a:ext cx="10161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Y</a:t>
            </a:r>
            <a:endParaRPr b="1" i="0" sz="1866" u="none" cap="none" strike="noStrike">
              <a:solidFill>
                <a:srgbClr val="000000"/>
              </a:solidFill>
              <a:latin typeface="Arial"/>
              <a:ea typeface="Arial"/>
              <a:cs typeface="Arial"/>
              <a:sym typeface="Arial"/>
            </a:endParaRPr>
          </a:p>
        </p:txBody>
      </p:sp>
      <p:sp>
        <p:nvSpPr>
          <p:cNvPr id="277" name="Google Shape;277;p26"/>
          <p:cNvSpPr txBox="1"/>
          <p:nvPr/>
        </p:nvSpPr>
        <p:spPr>
          <a:xfrm>
            <a:off x="4888210" y="3708767"/>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chemeClr val="accent5"/>
                </a:solidFill>
                <a:latin typeface="Proxima Nova"/>
                <a:ea typeface="Proxima Nova"/>
                <a:cs typeface="Proxima Nova"/>
                <a:sym typeface="Proxima Nova"/>
              </a:rPr>
              <a:t>Train</a:t>
            </a:r>
            <a:endParaRPr b="1" i="0" sz="1733" u="none" cap="none" strike="noStrike">
              <a:solidFill>
                <a:schemeClr val="accent5"/>
              </a:solidFill>
              <a:latin typeface="Proxima Nova"/>
              <a:ea typeface="Proxima Nova"/>
              <a:cs typeface="Proxima Nova"/>
              <a:sym typeface="Proxima Nova"/>
            </a:endParaRPr>
          </a:p>
        </p:txBody>
      </p:sp>
      <p:sp>
        <p:nvSpPr>
          <p:cNvPr id="278" name="Google Shape;278;p26"/>
          <p:cNvSpPr txBox="1"/>
          <p:nvPr/>
        </p:nvSpPr>
        <p:spPr>
          <a:xfrm>
            <a:off x="4888210" y="4601434"/>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rgbClr val="4A86E8"/>
                </a:solidFill>
                <a:latin typeface="Proxima Nova"/>
                <a:ea typeface="Proxima Nova"/>
                <a:cs typeface="Proxima Nova"/>
                <a:sym typeface="Proxima Nova"/>
              </a:rPr>
              <a:t>Test</a:t>
            </a:r>
            <a:endParaRPr b="1" i="0" sz="1733" u="none" cap="none" strike="noStrike">
              <a:solidFill>
                <a:srgbClr val="4A86E8"/>
              </a:solidFill>
              <a:latin typeface="Proxima Nova"/>
              <a:ea typeface="Proxima Nova"/>
              <a:cs typeface="Proxima Nova"/>
              <a:sym typeface="Proxima Nova"/>
            </a:endParaRPr>
          </a:p>
        </p:txBody>
      </p:sp>
      <p:sp>
        <p:nvSpPr>
          <p:cNvPr id="279" name="Google Shape;279;p26"/>
          <p:cNvSpPr txBox="1"/>
          <p:nvPr/>
        </p:nvSpPr>
        <p:spPr>
          <a:xfrm>
            <a:off x="3585736" y="2052600"/>
            <a:ext cx="10701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FF9900"/>
                </a:solidFill>
                <a:latin typeface="Proxima Nova"/>
                <a:ea typeface="Proxima Nova"/>
                <a:cs typeface="Proxima Nova"/>
                <a:sym typeface="Proxima Nova"/>
              </a:rPr>
              <a:t>(Label)</a:t>
            </a:r>
            <a:endParaRPr b="1" i="0" sz="1866" u="none" cap="none" strike="noStrike">
              <a:solidFill>
                <a:srgbClr val="FF9900"/>
              </a:solidFill>
              <a:latin typeface="Proxima Nova"/>
              <a:ea typeface="Proxima Nova"/>
              <a:cs typeface="Proxima Nova"/>
              <a:sym typeface="Proxima Nova"/>
            </a:endParaRPr>
          </a:p>
        </p:txBody>
      </p:sp>
      <p:sp>
        <p:nvSpPr>
          <p:cNvPr id="280" name="Google Shape;280;p26"/>
          <p:cNvSpPr txBox="1"/>
          <p:nvPr/>
        </p:nvSpPr>
        <p:spPr>
          <a:xfrm>
            <a:off x="4669898" y="2802551"/>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Data Exploration</a:t>
            </a:r>
            <a:endParaRPr b="1" i="0" sz="1333" u="none" cap="none" strike="noStrike">
              <a:solidFill>
                <a:schemeClr val="dk1"/>
              </a:solidFill>
              <a:latin typeface="Proxima Nova"/>
              <a:ea typeface="Proxima Nova"/>
              <a:cs typeface="Proxima Nova"/>
              <a:sym typeface="Proxima Nova"/>
            </a:endParaRPr>
          </a:p>
        </p:txBody>
      </p:sp>
      <p:grpSp>
        <p:nvGrpSpPr>
          <p:cNvPr id="281" name="Google Shape;281;p26"/>
          <p:cNvGrpSpPr/>
          <p:nvPr/>
        </p:nvGrpSpPr>
        <p:grpSpPr>
          <a:xfrm>
            <a:off x="1572474" y="3088385"/>
            <a:ext cx="599850" cy="533587"/>
            <a:chOff x="1179650" y="1478125"/>
            <a:chExt cx="450000" cy="400200"/>
          </a:xfrm>
        </p:grpSpPr>
        <p:sp>
          <p:nvSpPr>
            <p:cNvPr id="282" name="Google Shape;282;p2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283" name="Google Shape;283;p2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grpSp>
        <p:nvGrpSpPr>
          <p:cNvPr id="284" name="Google Shape;284;p26"/>
          <p:cNvGrpSpPr/>
          <p:nvPr/>
        </p:nvGrpSpPr>
        <p:grpSpPr>
          <a:xfrm>
            <a:off x="3052837" y="1595985"/>
            <a:ext cx="599850" cy="533587"/>
            <a:chOff x="1179650" y="1478125"/>
            <a:chExt cx="450000" cy="400200"/>
          </a:xfrm>
        </p:grpSpPr>
        <p:sp>
          <p:nvSpPr>
            <p:cNvPr id="285" name="Google Shape;285;p2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286" name="Google Shape;286;p2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2</a:t>
              </a:r>
              <a:endParaRPr b="1" i="0" sz="1866" u="none" cap="none" strike="noStrike">
                <a:solidFill>
                  <a:schemeClr val="dk1"/>
                </a:solidFill>
                <a:latin typeface="Arial"/>
                <a:ea typeface="Arial"/>
                <a:cs typeface="Arial"/>
                <a:sym typeface="Arial"/>
              </a:endParaRPr>
            </a:p>
          </p:txBody>
        </p:sp>
      </p:grpSp>
      <p:grpSp>
        <p:nvGrpSpPr>
          <p:cNvPr id="287" name="Google Shape;287;p26"/>
          <p:cNvGrpSpPr/>
          <p:nvPr/>
        </p:nvGrpSpPr>
        <p:grpSpPr>
          <a:xfrm>
            <a:off x="4669899" y="1859969"/>
            <a:ext cx="599850" cy="533587"/>
            <a:chOff x="1179650" y="1478125"/>
            <a:chExt cx="450000" cy="400200"/>
          </a:xfrm>
        </p:grpSpPr>
        <p:sp>
          <p:nvSpPr>
            <p:cNvPr id="288" name="Google Shape;288;p2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289" name="Google Shape;289;p2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3</a:t>
              </a:r>
              <a:endParaRPr b="1" i="0" sz="1866" u="none" cap="none" strike="noStrike">
                <a:solidFill>
                  <a:schemeClr val="dk1"/>
                </a:solidFill>
                <a:latin typeface="Arial"/>
                <a:ea typeface="Arial"/>
                <a:cs typeface="Arial"/>
                <a:sym typeface="Arial"/>
              </a:endParaRPr>
            </a:p>
          </p:txBody>
        </p:sp>
      </p:grpSp>
      <p:grpSp>
        <p:nvGrpSpPr>
          <p:cNvPr id="290" name="Google Shape;290;p26"/>
          <p:cNvGrpSpPr/>
          <p:nvPr/>
        </p:nvGrpSpPr>
        <p:grpSpPr>
          <a:xfrm>
            <a:off x="3312805" y="3542269"/>
            <a:ext cx="599850" cy="533587"/>
            <a:chOff x="1179650" y="1478125"/>
            <a:chExt cx="450000" cy="400200"/>
          </a:xfrm>
        </p:grpSpPr>
        <p:sp>
          <p:nvSpPr>
            <p:cNvPr id="291" name="Google Shape;291;p2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292" name="Google Shape;292;p2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4</a:t>
              </a:r>
              <a:endParaRPr b="1" i="0" sz="1866" u="none" cap="none" strike="noStrike">
                <a:solidFill>
                  <a:schemeClr val="dk1"/>
                </a:solidFill>
                <a:latin typeface="Arial"/>
                <a:ea typeface="Arial"/>
                <a:cs typeface="Arial"/>
                <a:sym typeface="Arial"/>
              </a:endParaRPr>
            </a:p>
          </p:txBody>
        </p:sp>
      </p:grpSp>
      <p:sp>
        <p:nvSpPr>
          <p:cNvPr id="293" name="Google Shape;293;p26"/>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4. Split Data into Train/Test</a:t>
            </a:r>
            <a:endParaRPr sz="2800">
              <a:solidFill>
                <a:schemeClr val="accent6"/>
              </a:solidFill>
            </a:endParaRPr>
          </a:p>
        </p:txBody>
      </p:sp>
      <p:sp>
        <p:nvSpPr>
          <p:cNvPr id="294" name="Google Shape;294;p26"/>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27"/>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300" name="Google Shape;300;p27"/>
          <p:cNvPicPr preferRelativeResize="0"/>
          <p:nvPr/>
        </p:nvPicPr>
        <p:blipFill rotWithShape="1">
          <a:blip r:embed="rId3">
            <a:alphaModFix/>
          </a:blip>
          <a:srcRect b="0" l="0" r="0" t="0"/>
          <a:stretch/>
        </p:blipFill>
        <p:spPr>
          <a:xfrm>
            <a:off x="338382" y="1978369"/>
            <a:ext cx="599916" cy="599916"/>
          </a:xfrm>
          <a:prstGeom prst="rect">
            <a:avLst/>
          </a:prstGeom>
          <a:noFill/>
          <a:ln>
            <a:noFill/>
          </a:ln>
        </p:spPr>
      </p:pic>
      <p:sp>
        <p:nvSpPr>
          <p:cNvPr id="301" name="Google Shape;301;p27"/>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302" name="Google Shape;302;p27"/>
          <p:cNvPicPr preferRelativeResize="0"/>
          <p:nvPr/>
        </p:nvPicPr>
        <p:blipFill rotWithShape="1">
          <a:blip r:embed="rId4">
            <a:alphaModFix/>
          </a:blip>
          <a:srcRect b="0" l="0" r="0" t="0"/>
          <a:stretch/>
        </p:blipFill>
        <p:spPr>
          <a:xfrm>
            <a:off x="1435575" y="1978367"/>
            <a:ext cx="1119998" cy="1149214"/>
          </a:xfrm>
          <a:prstGeom prst="rect">
            <a:avLst/>
          </a:prstGeom>
          <a:noFill/>
          <a:ln>
            <a:noFill/>
          </a:ln>
        </p:spPr>
      </p:pic>
      <p:pic>
        <p:nvPicPr>
          <p:cNvPr id="303" name="Google Shape;303;p27"/>
          <p:cNvPicPr preferRelativeResize="0"/>
          <p:nvPr/>
        </p:nvPicPr>
        <p:blipFill rotWithShape="1">
          <a:blip r:embed="rId5">
            <a:alphaModFix/>
          </a:blip>
          <a:srcRect b="0" l="0" r="0" t="0"/>
          <a:stretch/>
        </p:blipFill>
        <p:spPr>
          <a:xfrm>
            <a:off x="4877447" y="3490800"/>
            <a:ext cx="1129517" cy="857050"/>
          </a:xfrm>
          <a:prstGeom prst="rect">
            <a:avLst/>
          </a:prstGeom>
          <a:noFill/>
          <a:ln>
            <a:noFill/>
          </a:ln>
        </p:spPr>
      </p:pic>
      <p:pic>
        <p:nvPicPr>
          <p:cNvPr id="304" name="Google Shape;304;p27"/>
          <p:cNvPicPr preferRelativeResize="0"/>
          <p:nvPr/>
        </p:nvPicPr>
        <p:blipFill rotWithShape="1">
          <a:blip r:embed="rId6">
            <a:alphaModFix/>
          </a:blip>
          <a:srcRect b="0" l="0" r="0" t="0"/>
          <a:stretch/>
        </p:blipFill>
        <p:spPr>
          <a:xfrm>
            <a:off x="4825693" y="2176301"/>
            <a:ext cx="1119988" cy="753443"/>
          </a:xfrm>
          <a:prstGeom prst="rect">
            <a:avLst/>
          </a:prstGeom>
          <a:noFill/>
          <a:ln>
            <a:noFill/>
          </a:ln>
        </p:spPr>
      </p:pic>
      <p:pic>
        <p:nvPicPr>
          <p:cNvPr id="305" name="Google Shape;305;p27"/>
          <p:cNvPicPr preferRelativeResize="0"/>
          <p:nvPr/>
        </p:nvPicPr>
        <p:blipFill rotWithShape="1">
          <a:blip r:embed="rId7">
            <a:alphaModFix/>
          </a:blip>
          <a:srcRect b="0" l="0" r="0" t="0"/>
          <a:stretch/>
        </p:blipFill>
        <p:spPr>
          <a:xfrm>
            <a:off x="3052736" y="1975867"/>
            <a:ext cx="1119986" cy="1154221"/>
          </a:xfrm>
          <a:prstGeom prst="rect">
            <a:avLst/>
          </a:prstGeom>
          <a:noFill/>
          <a:ln>
            <a:noFill/>
          </a:ln>
        </p:spPr>
      </p:pic>
      <p:pic>
        <p:nvPicPr>
          <p:cNvPr id="306" name="Google Shape;306;p27"/>
          <p:cNvPicPr preferRelativeResize="0"/>
          <p:nvPr/>
        </p:nvPicPr>
        <p:blipFill rotWithShape="1">
          <a:blip r:embed="rId8">
            <a:alphaModFix/>
          </a:blip>
          <a:srcRect b="0" l="0" r="0" t="0"/>
          <a:stretch/>
        </p:blipFill>
        <p:spPr>
          <a:xfrm>
            <a:off x="6519369" y="3626514"/>
            <a:ext cx="732149" cy="585711"/>
          </a:xfrm>
          <a:prstGeom prst="rect">
            <a:avLst/>
          </a:prstGeom>
          <a:noFill/>
          <a:ln>
            <a:noFill/>
          </a:ln>
        </p:spPr>
      </p:pic>
      <p:sp>
        <p:nvSpPr>
          <p:cNvPr id="307" name="Google Shape;307;p27"/>
          <p:cNvSpPr/>
          <p:nvPr/>
        </p:nvSpPr>
        <p:spPr>
          <a:xfrm>
            <a:off x="7866532" y="36194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08" name="Google Shape;308;p27"/>
          <p:cNvSpPr txBox="1"/>
          <p:nvPr/>
        </p:nvSpPr>
        <p:spPr>
          <a:xfrm>
            <a:off x="7866532" y="3652634"/>
            <a:ext cx="5997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KNN</a:t>
            </a:r>
            <a:endParaRPr i="0" sz="9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Model</a:t>
            </a:r>
            <a:endParaRPr i="0" sz="933" u="none" cap="none" strike="noStrike">
              <a:solidFill>
                <a:schemeClr val="dk1"/>
              </a:solidFill>
              <a:latin typeface="Proxima Nova"/>
              <a:ea typeface="Proxima Nova"/>
              <a:cs typeface="Proxima Nova"/>
              <a:sym typeface="Proxima Nova"/>
            </a:endParaRPr>
          </a:p>
        </p:txBody>
      </p:sp>
      <p:cxnSp>
        <p:nvCxnSpPr>
          <p:cNvPr id="309" name="Google Shape;309;p27"/>
          <p:cNvCxnSpPr>
            <a:stCxn id="299" idx="4"/>
            <a:endCxn id="302"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310" name="Google Shape;310;p27"/>
          <p:cNvCxnSpPr>
            <a:stCxn id="302" idx="3"/>
            <a:endCxn id="305" idx="1"/>
          </p:cNvCxnSpPr>
          <p:nvPr/>
        </p:nvCxnSpPr>
        <p:spPr>
          <a:xfrm>
            <a:off x="2555572" y="2552974"/>
            <a:ext cx="497100" cy="0"/>
          </a:xfrm>
          <a:prstGeom prst="straightConnector1">
            <a:avLst/>
          </a:prstGeom>
          <a:noFill/>
          <a:ln cap="flat" cmpd="sng" w="12700">
            <a:solidFill>
              <a:srgbClr val="666666"/>
            </a:solidFill>
            <a:prstDash val="solid"/>
            <a:round/>
            <a:headEnd len="sm" w="sm" type="none"/>
            <a:tailEnd len="med" w="med" type="triangle"/>
          </a:ln>
        </p:spPr>
      </p:cxnSp>
      <p:cxnSp>
        <p:nvCxnSpPr>
          <p:cNvPr id="311" name="Google Shape;311;p27"/>
          <p:cNvCxnSpPr>
            <a:stCxn id="305" idx="3"/>
            <a:endCxn id="304" idx="1"/>
          </p:cNvCxnSpPr>
          <p:nvPr/>
        </p:nvCxnSpPr>
        <p:spPr>
          <a:xfrm>
            <a:off x="4172722" y="2552977"/>
            <a:ext cx="653100" cy="0"/>
          </a:xfrm>
          <a:prstGeom prst="straightConnector1">
            <a:avLst/>
          </a:prstGeom>
          <a:noFill/>
          <a:ln cap="flat" cmpd="sng" w="12700">
            <a:solidFill>
              <a:srgbClr val="666666"/>
            </a:solidFill>
            <a:prstDash val="solid"/>
            <a:round/>
            <a:headEnd len="sm" w="sm" type="none"/>
            <a:tailEnd len="med" w="med" type="triangle"/>
          </a:ln>
        </p:spPr>
      </p:cxnSp>
      <p:cxnSp>
        <p:nvCxnSpPr>
          <p:cNvPr id="312" name="Google Shape;312;p27"/>
          <p:cNvCxnSpPr>
            <a:stCxn id="305" idx="2"/>
            <a:endCxn id="303" idx="1"/>
          </p:cNvCxnSpPr>
          <p:nvPr/>
        </p:nvCxnSpPr>
        <p:spPr>
          <a:xfrm flipH="1" rot="-5400000">
            <a:off x="3850479" y="2892338"/>
            <a:ext cx="789300" cy="1264800"/>
          </a:xfrm>
          <a:prstGeom prst="bentConnector2">
            <a:avLst/>
          </a:prstGeom>
          <a:noFill/>
          <a:ln cap="flat" cmpd="sng" w="12700">
            <a:solidFill>
              <a:srgbClr val="666666"/>
            </a:solidFill>
            <a:prstDash val="solid"/>
            <a:round/>
            <a:headEnd len="sm" w="sm" type="none"/>
            <a:tailEnd len="med" w="med" type="triangle"/>
          </a:ln>
        </p:spPr>
      </p:cxnSp>
      <p:cxnSp>
        <p:nvCxnSpPr>
          <p:cNvPr id="313" name="Google Shape;313;p27"/>
          <p:cNvCxnSpPr>
            <a:stCxn id="303" idx="3"/>
            <a:endCxn id="306" idx="1"/>
          </p:cNvCxnSpPr>
          <p:nvPr/>
        </p:nvCxnSpPr>
        <p:spPr>
          <a:xfrm>
            <a:off x="6006963" y="3919325"/>
            <a:ext cx="512400" cy="0"/>
          </a:xfrm>
          <a:prstGeom prst="straightConnector1">
            <a:avLst/>
          </a:prstGeom>
          <a:noFill/>
          <a:ln cap="flat" cmpd="sng" w="12700">
            <a:solidFill>
              <a:srgbClr val="666666"/>
            </a:solidFill>
            <a:prstDash val="solid"/>
            <a:round/>
            <a:headEnd len="sm" w="sm" type="none"/>
            <a:tailEnd len="med" w="med" type="triangle"/>
          </a:ln>
        </p:spPr>
      </p:cxnSp>
      <p:cxnSp>
        <p:nvCxnSpPr>
          <p:cNvPr id="314" name="Google Shape;314;p27"/>
          <p:cNvCxnSpPr>
            <a:stCxn id="306" idx="3"/>
            <a:endCxn id="308" idx="1"/>
          </p:cNvCxnSpPr>
          <p:nvPr/>
        </p:nvCxnSpPr>
        <p:spPr>
          <a:xfrm>
            <a:off x="7251517" y="3919370"/>
            <a:ext cx="615000" cy="0"/>
          </a:xfrm>
          <a:prstGeom prst="straightConnector1">
            <a:avLst/>
          </a:prstGeom>
          <a:noFill/>
          <a:ln cap="flat" cmpd="sng" w="12700">
            <a:solidFill>
              <a:srgbClr val="666666"/>
            </a:solidFill>
            <a:prstDash val="solid"/>
            <a:round/>
            <a:headEnd len="sm" w="sm" type="none"/>
            <a:tailEnd len="med" w="med" type="triangle"/>
          </a:ln>
        </p:spPr>
      </p:cxnSp>
      <p:cxnSp>
        <p:nvCxnSpPr>
          <p:cNvPr id="315" name="Google Shape;315;p27"/>
          <p:cNvCxnSpPr>
            <a:stCxn id="300" idx="3"/>
            <a:endCxn id="302"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sp>
        <p:nvSpPr>
          <p:cNvPr id="316" name="Google Shape;316;p27"/>
          <p:cNvSpPr txBox="1"/>
          <p:nvPr/>
        </p:nvSpPr>
        <p:spPr>
          <a:xfrm>
            <a:off x="3052736" y="2346801"/>
            <a:ext cx="1016100" cy="738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Proxima Nova"/>
                <a:ea typeface="Proxima Nova"/>
                <a:cs typeface="Proxima Nova"/>
                <a:sym typeface="Proxima Nova"/>
              </a:rPr>
              <a:t>X</a:t>
            </a:r>
            <a:endParaRPr b="1" i="0" sz="1866" u="none" cap="none" strike="noStrike">
              <a:solidFill>
                <a:srgbClr val="00000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38761D"/>
                </a:solidFill>
                <a:latin typeface="Proxima Nova"/>
                <a:ea typeface="Proxima Nova"/>
                <a:cs typeface="Proxima Nova"/>
                <a:sym typeface="Proxima Nova"/>
              </a:rPr>
              <a:t>(Feature)</a:t>
            </a:r>
            <a:endParaRPr b="1" i="0" sz="1333" u="none" cap="none" strike="noStrike">
              <a:solidFill>
                <a:srgbClr val="38761D"/>
              </a:solidFill>
              <a:latin typeface="Proxima Nova"/>
              <a:ea typeface="Proxima Nova"/>
              <a:cs typeface="Proxima Nova"/>
              <a:sym typeface="Proxima Nova"/>
            </a:endParaRPr>
          </a:p>
        </p:txBody>
      </p:sp>
      <p:sp>
        <p:nvSpPr>
          <p:cNvPr id="317" name="Google Shape;317;p27"/>
          <p:cNvSpPr txBox="1"/>
          <p:nvPr/>
        </p:nvSpPr>
        <p:spPr>
          <a:xfrm>
            <a:off x="3612729" y="2346800"/>
            <a:ext cx="10161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Y</a:t>
            </a:r>
            <a:endParaRPr b="1" i="0" sz="1866" u="none" cap="none" strike="noStrike">
              <a:solidFill>
                <a:srgbClr val="000000"/>
              </a:solidFill>
              <a:latin typeface="Arial"/>
              <a:ea typeface="Arial"/>
              <a:cs typeface="Arial"/>
              <a:sym typeface="Arial"/>
            </a:endParaRPr>
          </a:p>
        </p:txBody>
      </p:sp>
      <p:sp>
        <p:nvSpPr>
          <p:cNvPr id="318" name="Google Shape;318;p27"/>
          <p:cNvSpPr txBox="1"/>
          <p:nvPr/>
        </p:nvSpPr>
        <p:spPr>
          <a:xfrm>
            <a:off x="4888210" y="3708767"/>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chemeClr val="accent5"/>
                </a:solidFill>
                <a:latin typeface="Proxima Nova"/>
                <a:ea typeface="Proxima Nova"/>
                <a:cs typeface="Proxima Nova"/>
                <a:sym typeface="Proxima Nova"/>
              </a:rPr>
              <a:t>Train</a:t>
            </a:r>
            <a:endParaRPr b="1" i="0" sz="1733" u="none" cap="none" strike="noStrike">
              <a:solidFill>
                <a:schemeClr val="accent5"/>
              </a:solidFill>
              <a:latin typeface="Proxima Nova"/>
              <a:ea typeface="Proxima Nova"/>
              <a:cs typeface="Proxima Nova"/>
              <a:sym typeface="Proxima Nova"/>
            </a:endParaRPr>
          </a:p>
        </p:txBody>
      </p:sp>
      <p:sp>
        <p:nvSpPr>
          <p:cNvPr id="319" name="Google Shape;319;p27"/>
          <p:cNvSpPr txBox="1"/>
          <p:nvPr/>
        </p:nvSpPr>
        <p:spPr>
          <a:xfrm>
            <a:off x="3585736" y="2052600"/>
            <a:ext cx="10701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FF9900"/>
                </a:solidFill>
                <a:latin typeface="Proxima Nova"/>
                <a:ea typeface="Proxima Nova"/>
                <a:cs typeface="Proxima Nova"/>
                <a:sym typeface="Proxima Nova"/>
              </a:rPr>
              <a:t>(Label)</a:t>
            </a:r>
            <a:endParaRPr b="1" i="0" sz="1866" u="none" cap="none" strike="noStrike">
              <a:solidFill>
                <a:srgbClr val="FF9900"/>
              </a:solidFill>
              <a:latin typeface="Proxima Nova"/>
              <a:ea typeface="Proxima Nova"/>
              <a:cs typeface="Proxima Nova"/>
              <a:sym typeface="Proxima Nova"/>
            </a:endParaRPr>
          </a:p>
        </p:txBody>
      </p:sp>
      <p:sp>
        <p:nvSpPr>
          <p:cNvPr id="320" name="Google Shape;320;p27"/>
          <p:cNvSpPr txBox="1"/>
          <p:nvPr/>
        </p:nvSpPr>
        <p:spPr>
          <a:xfrm>
            <a:off x="4669898" y="2802551"/>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Data Exploration</a:t>
            </a:r>
            <a:endParaRPr b="1" i="0" sz="1333" u="none" cap="none" strike="noStrike">
              <a:solidFill>
                <a:schemeClr val="dk1"/>
              </a:solidFill>
              <a:latin typeface="Proxima Nova"/>
              <a:ea typeface="Proxima Nova"/>
              <a:cs typeface="Proxima Nova"/>
              <a:sym typeface="Proxima Nova"/>
            </a:endParaRPr>
          </a:p>
        </p:txBody>
      </p:sp>
      <p:sp>
        <p:nvSpPr>
          <p:cNvPr id="321" name="Google Shape;321;p27"/>
          <p:cNvSpPr txBox="1"/>
          <p:nvPr/>
        </p:nvSpPr>
        <p:spPr>
          <a:xfrm>
            <a:off x="6088576" y="4041733"/>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Model </a:t>
            </a:r>
            <a:endParaRPr b="1" i="0" sz="13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Training</a:t>
            </a:r>
            <a:endParaRPr b="1" i="0" sz="1333" u="none" cap="none" strike="noStrike">
              <a:solidFill>
                <a:schemeClr val="dk1"/>
              </a:solidFill>
              <a:latin typeface="Proxima Nova"/>
              <a:ea typeface="Proxima Nova"/>
              <a:cs typeface="Proxima Nova"/>
              <a:sym typeface="Proxima Nova"/>
            </a:endParaRPr>
          </a:p>
        </p:txBody>
      </p:sp>
      <p:grpSp>
        <p:nvGrpSpPr>
          <p:cNvPr id="322" name="Google Shape;322;p27"/>
          <p:cNvGrpSpPr/>
          <p:nvPr/>
        </p:nvGrpSpPr>
        <p:grpSpPr>
          <a:xfrm>
            <a:off x="1572474" y="3088385"/>
            <a:ext cx="599850" cy="533587"/>
            <a:chOff x="1179650" y="1478125"/>
            <a:chExt cx="450000" cy="400200"/>
          </a:xfrm>
        </p:grpSpPr>
        <p:sp>
          <p:nvSpPr>
            <p:cNvPr id="323" name="Google Shape;323;p27"/>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24" name="Google Shape;324;p27"/>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grpSp>
        <p:nvGrpSpPr>
          <p:cNvPr id="325" name="Google Shape;325;p27"/>
          <p:cNvGrpSpPr/>
          <p:nvPr/>
        </p:nvGrpSpPr>
        <p:grpSpPr>
          <a:xfrm>
            <a:off x="3052837" y="1595985"/>
            <a:ext cx="599850" cy="533587"/>
            <a:chOff x="1179650" y="1478125"/>
            <a:chExt cx="450000" cy="400200"/>
          </a:xfrm>
        </p:grpSpPr>
        <p:sp>
          <p:nvSpPr>
            <p:cNvPr id="326" name="Google Shape;326;p27"/>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27" name="Google Shape;327;p27"/>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2</a:t>
              </a:r>
              <a:endParaRPr b="1" i="0" sz="1866" u="none" cap="none" strike="noStrike">
                <a:solidFill>
                  <a:schemeClr val="dk1"/>
                </a:solidFill>
                <a:latin typeface="Arial"/>
                <a:ea typeface="Arial"/>
                <a:cs typeface="Arial"/>
                <a:sym typeface="Arial"/>
              </a:endParaRPr>
            </a:p>
          </p:txBody>
        </p:sp>
      </p:grpSp>
      <p:grpSp>
        <p:nvGrpSpPr>
          <p:cNvPr id="328" name="Google Shape;328;p27"/>
          <p:cNvGrpSpPr/>
          <p:nvPr/>
        </p:nvGrpSpPr>
        <p:grpSpPr>
          <a:xfrm>
            <a:off x="4669899" y="1859969"/>
            <a:ext cx="599850" cy="533587"/>
            <a:chOff x="1179650" y="1478125"/>
            <a:chExt cx="450000" cy="400200"/>
          </a:xfrm>
        </p:grpSpPr>
        <p:sp>
          <p:nvSpPr>
            <p:cNvPr id="329" name="Google Shape;329;p27"/>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30" name="Google Shape;330;p27"/>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3</a:t>
              </a:r>
              <a:endParaRPr b="1" i="0" sz="1866" u="none" cap="none" strike="noStrike">
                <a:solidFill>
                  <a:schemeClr val="dk1"/>
                </a:solidFill>
                <a:latin typeface="Arial"/>
                <a:ea typeface="Arial"/>
                <a:cs typeface="Arial"/>
                <a:sym typeface="Arial"/>
              </a:endParaRPr>
            </a:p>
          </p:txBody>
        </p:sp>
      </p:grpSp>
      <p:grpSp>
        <p:nvGrpSpPr>
          <p:cNvPr id="331" name="Google Shape;331;p27"/>
          <p:cNvGrpSpPr/>
          <p:nvPr/>
        </p:nvGrpSpPr>
        <p:grpSpPr>
          <a:xfrm>
            <a:off x="3312805" y="3542269"/>
            <a:ext cx="599850" cy="533587"/>
            <a:chOff x="1179650" y="1478125"/>
            <a:chExt cx="450000" cy="400200"/>
          </a:xfrm>
        </p:grpSpPr>
        <p:sp>
          <p:nvSpPr>
            <p:cNvPr id="332" name="Google Shape;332;p27"/>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33" name="Google Shape;333;p27"/>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4</a:t>
              </a:r>
              <a:endParaRPr b="1" i="0" sz="1866" u="none" cap="none" strike="noStrike">
                <a:solidFill>
                  <a:schemeClr val="dk1"/>
                </a:solidFill>
                <a:latin typeface="Arial"/>
                <a:ea typeface="Arial"/>
                <a:cs typeface="Arial"/>
                <a:sym typeface="Arial"/>
              </a:endParaRPr>
            </a:p>
          </p:txBody>
        </p:sp>
      </p:grpSp>
      <p:grpSp>
        <p:nvGrpSpPr>
          <p:cNvPr id="334" name="Google Shape;334;p27"/>
          <p:cNvGrpSpPr/>
          <p:nvPr/>
        </p:nvGrpSpPr>
        <p:grpSpPr>
          <a:xfrm>
            <a:off x="6585520" y="3190302"/>
            <a:ext cx="599850" cy="533587"/>
            <a:chOff x="1179650" y="1478125"/>
            <a:chExt cx="450000" cy="400200"/>
          </a:xfrm>
        </p:grpSpPr>
        <p:sp>
          <p:nvSpPr>
            <p:cNvPr id="335" name="Google Shape;335;p27"/>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36" name="Google Shape;336;p27"/>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5</a:t>
              </a:r>
              <a:endParaRPr b="1" i="0" sz="1866" u="none" cap="none" strike="noStrike">
                <a:solidFill>
                  <a:schemeClr val="dk1"/>
                </a:solidFill>
                <a:latin typeface="Arial"/>
                <a:ea typeface="Arial"/>
                <a:cs typeface="Arial"/>
                <a:sym typeface="Arial"/>
              </a:endParaRPr>
            </a:p>
          </p:txBody>
        </p:sp>
      </p:grpSp>
      <p:pic>
        <p:nvPicPr>
          <p:cNvPr id="337" name="Google Shape;337;p27"/>
          <p:cNvPicPr preferRelativeResize="0"/>
          <p:nvPr/>
        </p:nvPicPr>
        <p:blipFill rotWithShape="1">
          <a:blip r:embed="rId9">
            <a:alphaModFix/>
          </a:blip>
          <a:srcRect b="0" l="0" r="0" t="0"/>
          <a:stretch/>
        </p:blipFill>
        <p:spPr>
          <a:xfrm>
            <a:off x="4877447" y="4601301"/>
            <a:ext cx="1129517" cy="438995"/>
          </a:xfrm>
          <a:prstGeom prst="rect">
            <a:avLst/>
          </a:prstGeom>
          <a:noFill/>
          <a:ln>
            <a:noFill/>
          </a:ln>
        </p:spPr>
      </p:pic>
      <p:cxnSp>
        <p:nvCxnSpPr>
          <p:cNvPr id="338" name="Google Shape;338;p27"/>
          <p:cNvCxnSpPr>
            <a:endCxn id="337" idx="1"/>
          </p:cNvCxnSpPr>
          <p:nvPr/>
        </p:nvCxnSpPr>
        <p:spPr>
          <a:xfrm flipH="1" rot="-5400000">
            <a:off x="3399797" y="3343149"/>
            <a:ext cx="1690500" cy="1264800"/>
          </a:xfrm>
          <a:prstGeom prst="bentConnector2">
            <a:avLst/>
          </a:prstGeom>
          <a:noFill/>
          <a:ln cap="flat" cmpd="sng" w="12700">
            <a:solidFill>
              <a:srgbClr val="666666"/>
            </a:solidFill>
            <a:prstDash val="solid"/>
            <a:round/>
            <a:headEnd len="sm" w="sm" type="none"/>
            <a:tailEnd len="med" w="med" type="triangle"/>
          </a:ln>
        </p:spPr>
      </p:cxnSp>
      <p:sp>
        <p:nvSpPr>
          <p:cNvPr id="339" name="Google Shape;339;p27"/>
          <p:cNvSpPr txBox="1"/>
          <p:nvPr/>
        </p:nvSpPr>
        <p:spPr>
          <a:xfrm>
            <a:off x="4888210" y="4601434"/>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rgbClr val="4A86E8"/>
                </a:solidFill>
                <a:latin typeface="Proxima Nova"/>
                <a:ea typeface="Proxima Nova"/>
                <a:cs typeface="Proxima Nova"/>
                <a:sym typeface="Proxima Nova"/>
              </a:rPr>
              <a:t>Test</a:t>
            </a:r>
            <a:endParaRPr b="1" i="0" sz="1733" u="none" cap="none" strike="noStrike">
              <a:solidFill>
                <a:srgbClr val="4A86E8"/>
              </a:solidFill>
              <a:latin typeface="Proxima Nova"/>
              <a:ea typeface="Proxima Nova"/>
              <a:cs typeface="Proxima Nova"/>
              <a:sym typeface="Proxima Nova"/>
            </a:endParaRPr>
          </a:p>
        </p:txBody>
      </p:sp>
      <p:sp>
        <p:nvSpPr>
          <p:cNvPr id="340" name="Google Shape;340;p27"/>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5. Train Models</a:t>
            </a:r>
            <a:endParaRPr sz="2800">
              <a:solidFill>
                <a:schemeClr val="accent6"/>
              </a:solidFill>
            </a:endParaRPr>
          </a:p>
        </p:txBody>
      </p:sp>
      <p:sp>
        <p:nvSpPr>
          <p:cNvPr id="341" name="Google Shape;341;p27"/>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28"/>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347" name="Google Shape;347;p28"/>
          <p:cNvPicPr preferRelativeResize="0"/>
          <p:nvPr/>
        </p:nvPicPr>
        <p:blipFill rotWithShape="1">
          <a:blip r:embed="rId3">
            <a:alphaModFix/>
          </a:blip>
          <a:srcRect b="0" l="0" r="0" t="0"/>
          <a:stretch/>
        </p:blipFill>
        <p:spPr>
          <a:xfrm>
            <a:off x="9221027" y="4601301"/>
            <a:ext cx="1376140" cy="438991"/>
          </a:xfrm>
          <a:prstGeom prst="rect">
            <a:avLst/>
          </a:prstGeom>
          <a:noFill/>
          <a:ln>
            <a:noFill/>
          </a:ln>
        </p:spPr>
      </p:pic>
      <p:sp>
        <p:nvSpPr>
          <p:cNvPr id="348" name="Google Shape;348;p28"/>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349" name="Google Shape;349;p28"/>
          <p:cNvPicPr preferRelativeResize="0"/>
          <p:nvPr/>
        </p:nvPicPr>
        <p:blipFill rotWithShape="1">
          <a:blip r:embed="rId4">
            <a:alphaModFix/>
          </a:blip>
          <a:srcRect b="0" l="0" r="0" t="0"/>
          <a:stretch/>
        </p:blipFill>
        <p:spPr>
          <a:xfrm>
            <a:off x="338382" y="1978369"/>
            <a:ext cx="599916" cy="599916"/>
          </a:xfrm>
          <a:prstGeom prst="rect">
            <a:avLst/>
          </a:prstGeom>
          <a:noFill/>
          <a:ln>
            <a:noFill/>
          </a:ln>
        </p:spPr>
      </p:pic>
      <p:pic>
        <p:nvPicPr>
          <p:cNvPr id="350" name="Google Shape;350;p28"/>
          <p:cNvPicPr preferRelativeResize="0"/>
          <p:nvPr/>
        </p:nvPicPr>
        <p:blipFill rotWithShape="1">
          <a:blip r:embed="rId5">
            <a:alphaModFix/>
          </a:blip>
          <a:srcRect b="0" l="0" r="0" t="0"/>
          <a:stretch/>
        </p:blipFill>
        <p:spPr>
          <a:xfrm>
            <a:off x="1435575" y="1978367"/>
            <a:ext cx="1119998" cy="1149214"/>
          </a:xfrm>
          <a:prstGeom prst="rect">
            <a:avLst/>
          </a:prstGeom>
          <a:noFill/>
          <a:ln>
            <a:noFill/>
          </a:ln>
        </p:spPr>
      </p:pic>
      <p:pic>
        <p:nvPicPr>
          <p:cNvPr id="351" name="Google Shape;351;p28"/>
          <p:cNvPicPr preferRelativeResize="0"/>
          <p:nvPr/>
        </p:nvPicPr>
        <p:blipFill rotWithShape="1">
          <a:blip r:embed="rId6">
            <a:alphaModFix/>
          </a:blip>
          <a:srcRect b="0" l="0" r="0" t="0"/>
          <a:stretch/>
        </p:blipFill>
        <p:spPr>
          <a:xfrm>
            <a:off x="4877447" y="3490800"/>
            <a:ext cx="1129517" cy="857050"/>
          </a:xfrm>
          <a:prstGeom prst="rect">
            <a:avLst/>
          </a:prstGeom>
          <a:noFill/>
          <a:ln>
            <a:noFill/>
          </a:ln>
        </p:spPr>
      </p:pic>
      <p:pic>
        <p:nvPicPr>
          <p:cNvPr id="352" name="Google Shape;352;p28"/>
          <p:cNvPicPr preferRelativeResize="0"/>
          <p:nvPr/>
        </p:nvPicPr>
        <p:blipFill rotWithShape="1">
          <a:blip r:embed="rId7">
            <a:alphaModFix/>
          </a:blip>
          <a:srcRect b="0" l="0" r="0" t="0"/>
          <a:stretch/>
        </p:blipFill>
        <p:spPr>
          <a:xfrm>
            <a:off x="4877447" y="4601301"/>
            <a:ext cx="1129517" cy="438995"/>
          </a:xfrm>
          <a:prstGeom prst="rect">
            <a:avLst/>
          </a:prstGeom>
          <a:noFill/>
          <a:ln>
            <a:noFill/>
          </a:ln>
        </p:spPr>
      </p:pic>
      <p:pic>
        <p:nvPicPr>
          <p:cNvPr id="353" name="Google Shape;353;p28"/>
          <p:cNvPicPr preferRelativeResize="0"/>
          <p:nvPr/>
        </p:nvPicPr>
        <p:blipFill rotWithShape="1">
          <a:blip r:embed="rId8">
            <a:alphaModFix/>
          </a:blip>
          <a:srcRect b="0" l="0" r="0" t="0"/>
          <a:stretch/>
        </p:blipFill>
        <p:spPr>
          <a:xfrm>
            <a:off x="4825693" y="2176301"/>
            <a:ext cx="1119988" cy="753443"/>
          </a:xfrm>
          <a:prstGeom prst="rect">
            <a:avLst/>
          </a:prstGeom>
          <a:noFill/>
          <a:ln>
            <a:noFill/>
          </a:ln>
        </p:spPr>
      </p:pic>
      <p:pic>
        <p:nvPicPr>
          <p:cNvPr id="354" name="Google Shape;354;p28"/>
          <p:cNvPicPr preferRelativeResize="0"/>
          <p:nvPr/>
        </p:nvPicPr>
        <p:blipFill rotWithShape="1">
          <a:blip r:embed="rId9">
            <a:alphaModFix/>
          </a:blip>
          <a:srcRect b="0" l="0" r="0" t="0"/>
          <a:stretch/>
        </p:blipFill>
        <p:spPr>
          <a:xfrm>
            <a:off x="3052736" y="1975867"/>
            <a:ext cx="1119986" cy="1154221"/>
          </a:xfrm>
          <a:prstGeom prst="rect">
            <a:avLst/>
          </a:prstGeom>
          <a:noFill/>
          <a:ln>
            <a:noFill/>
          </a:ln>
        </p:spPr>
      </p:pic>
      <p:pic>
        <p:nvPicPr>
          <p:cNvPr id="355" name="Google Shape;355;p28"/>
          <p:cNvPicPr preferRelativeResize="0"/>
          <p:nvPr/>
        </p:nvPicPr>
        <p:blipFill rotWithShape="1">
          <a:blip r:embed="rId10">
            <a:alphaModFix/>
          </a:blip>
          <a:srcRect b="0" l="0" r="0" t="0"/>
          <a:stretch/>
        </p:blipFill>
        <p:spPr>
          <a:xfrm>
            <a:off x="6519369" y="3626514"/>
            <a:ext cx="732149" cy="585711"/>
          </a:xfrm>
          <a:prstGeom prst="rect">
            <a:avLst/>
          </a:prstGeom>
          <a:noFill/>
          <a:ln>
            <a:noFill/>
          </a:ln>
        </p:spPr>
      </p:pic>
      <p:sp>
        <p:nvSpPr>
          <p:cNvPr id="356" name="Google Shape;356;p28"/>
          <p:cNvSpPr/>
          <p:nvPr/>
        </p:nvSpPr>
        <p:spPr>
          <a:xfrm>
            <a:off x="7866532" y="36194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57" name="Google Shape;357;p28"/>
          <p:cNvSpPr txBox="1"/>
          <p:nvPr/>
        </p:nvSpPr>
        <p:spPr>
          <a:xfrm>
            <a:off x="7866532" y="3652634"/>
            <a:ext cx="5997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KNN</a:t>
            </a:r>
            <a:endParaRPr i="0" sz="9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Model</a:t>
            </a:r>
            <a:endParaRPr i="0" sz="933" u="none" cap="none" strike="noStrike">
              <a:solidFill>
                <a:schemeClr val="dk1"/>
              </a:solidFill>
              <a:latin typeface="Proxima Nova"/>
              <a:ea typeface="Proxima Nova"/>
              <a:cs typeface="Proxima Nova"/>
              <a:sym typeface="Proxima Nova"/>
            </a:endParaRPr>
          </a:p>
        </p:txBody>
      </p:sp>
      <p:sp>
        <p:nvSpPr>
          <p:cNvPr id="358" name="Google Shape;358;p28"/>
          <p:cNvSpPr/>
          <p:nvPr/>
        </p:nvSpPr>
        <p:spPr>
          <a:xfrm>
            <a:off x="7658384" y="4601251"/>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cxnSp>
        <p:nvCxnSpPr>
          <p:cNvPr id="359" name="Google Shape;359;p28"/>
          <p:cNvCxnSpPr>
            <a:stCxn id="348" idx="4"/>
            <a:endCxn id="350"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360" name="Google Shape;360;p28"/>
          <p:cNvCxnSpPr>
            <a:stCxn id="350" idx="3"/>
            <a:endCxn id="354" idx="1"/>
          </p:cNvCxnSpPr>
          <p:nvPr/>
        </p:nvCxnSpPr>
        <p:spPr>
          <a:xfrm>
            <a:off x="2555572" y="2552974"/>
            <a:ext cx="497100" cy="0"/>
          </a:xfrm>
          <a:prstGeom prst="straightConnector1">
            <a:avLst/>
          </a:prstGeom>
          <a:noFill/>
          <a:ln cap="flat" cmpd="sng" w="12700">
            <a:solidFill>
              <a:srgbClr val="666666"/>
            </a:solidFill>
            <a:prstDash val="solid"/>
            <a:round/>
            <a:headEnd len="sm" w="sm" type="none"/>
            <a:tailEnd len="med" w="med" type="triangle"/>
          </a:ln>
        </p:spPr>
      </p:cxnSp>
      <p:cxnSp>
        <p:nvCxnSpPr>
          <p:cNvPr id="361" name="Google Shape;361;p28"/>
          <p:cNvCxnSpPr>
            <a:stCxn id="354" idx="3"/>
            <a:endCxn id="353" idx="1"/>
          </p:cNvCxnSpPr>
          <p:nvPr/>
        </p:nvCxnSpPr>
        <p:spPr>
          <a:xfrm>
            <a:off x="4172722" y="2552977"/>
            <a:ext cx="653100" cy="0"/>
          </a:xfrm>
          <a:prstGeom prst="straightConnector1">
            <a:avLst/>
          </a:prstGeom>
          <a:noFill/>
          <a:ln cap="flat" cmpd="sng" w="12700">
            <a:solidFill>
              <a:srgbClr val="666666"/>
            </a:solidFill>
            <a:prstDash val="solid"/>
            <a:round/>
            <a:headEnd len="sm" w="sm" type="none"/>
            <a:tailEnd len="med" w="med" type="triangle"/>
          </a:ln>
        </p:spPr>
      </p:cxnSp>
      <p:cxnSp>
        <p:nvCxnSpPr>
          <p:cNvPr id="362" name="Google Shape;362;p28"/>
          <p:cNvCxnSpPr>
            <a:stCxn id="354" idx="2"/>
            <a:endCxn id="351" idx="1"/>
          </p:cNvCxnSpPr>
          <p:nvPr/>
        </p:nvCxnSpPr>
        <p:spPr>
          <a:xfrm flipH="1" rot="-5400000">
            <a:off x="3850479" y="2892338"/>
            <a:ext cx="789300" cy="1264800"/>
          </a:xfrm>
          <a:prstGeom prst="bentConnector2">
            <a:avLst/>
          </a:prstGeom>
          <a:noFill/>
          <a:ln cap="flat" cmpd="sng" w="12700">
            <a:solidFill>
              <a:srgbClr val="666666"/>
            </a:solidFill>
            <a:prstDash val="solid"/>
            <a:round/>
            <a:headEnd len="sm" w="sm" type="none"/>
            <a:tailEnd len="med" w="med" type="triangle"/>
          </a:ln>
        </p:spPr>
      </p:cxnSp>
      <p:cxnSp>
        <p:nvCxnSpPr>
          <p:cNvPr id="363" name="Google Shape;363;p28"/>
          <p:cNvCxnSpPr>
            <a:stCxn id="354" idx="2"/>
            <a:endCxn id="352" idx="1"/>
          </p:cNvCxnSpPr>
          <p:nvPr/>
        </p:nvCxnSpPr>
        <p:spPr>
          <a:xfrm flipH="1" rot="-5400000">
            <a:off x="3399729" y="3343088"/>
            <a:ext cx="1690800" cy="1264800"/>
          </a:xfrm>
          <a:prstGeom prst="bentConnector2">
            <a:avLst/>
          </a:prstGeom>
          <a:noFill/>
          <a:ln cap="flat" cmpd="sng" w="12700">
            <a:solidFill>
              <a:srgbClr val="666666"/>
            </a:solidFill>
            <a:prstDash val="solid"/>
            <a:round/>
            <a:headEnd len="sm" w="sm" type="none"/>
            <a:tailEnd len="med" w="med" type="triangle"/>
          </a:ln>
        </p:spPr>
      </p:cxnSp>
      <p:cxnSp>
        <p:nvCxnSpPr>
          <p:cNvPr id="364" name="Google Shape;364;p28"/>
          <p:cNvCxnSpPr>
            <a:stCxn id="351" idx="3"/>
            <a:endCxn id="355" idx="1"/>
          </p:cNvCxnSpPr>
          <p:nvPr/>
        </p:nvCxnSpPr>
        <p:spPr>
          <a:xfrm>
            <a:off x="6006963" y="3919325"/>
            <a:ext cx="512400" cy="0"/>
          </a:xfrm>
          <a:prstGeom prst="straightConnector1">
            <a:avLst/>
          </a:prstGeom>
          <a:noFill/>
          <a:ln cap="flat" cmpd="sng" w="12700">
            <a:solidFill>
              <a:srgbClr val="666666"/>
            </a:solidFill>
            <a:prstDash val="solid"/>
            <a:round/>
            <a:headEnd len="sm" w="sm" type="none"/>
            <a:tailEnd len="med" w="med" type="triangle"/>
          </a:ln>
        </p:spPr>
      </p:cxnSp>
      <p:cxnSp>
        <p:nvCxnSpPr>
          <p:cNvPr id="365" name="Google Shape;365;p28"/>
          <p:cNvCxnSpPr>
            <a:stCxn id="355" idx="3"/>
            <a:endCxn id="357" idx="1"/>
          </p:cNvCxnSpPr>
          <p:nvPr/>
        </p:nvCxnSpPr>
        <p:spPr>
          <a:xfrm>
            <a:off x="7251517" y="3919370"/>
            <a:ext cx="615000" cy="0"/>
          </a:xfrm>
          <a:prstGeom prst="straightConnector1">
            <a:avLst/>
          </a:prstGeom>
          <a:noFill/>
          <a:ln cap="flat" cmpd="sng" w="12700">
            <a:solidFill>
              <a:srgbClr val="666666"/>
            </a:solidFill>
            <a:prstDash val="solid"/>
            <a:round/>
            <a:headEnd len="sm" w="sm" type="none"/>
            <a:tailEnd len="med" w="med" type="triangle"/>
          </a:ln>
        </p:spPr>
      </p:cxnSp>
      <p:cxnSp>
        <p:nvCxnSpPr>
          <p:cNvPr id="366" name="Google Shape;366;p28"/>
          <p:cNvCxnSpPr>
            <a:stCxn id="357" idx="2"/>
            <a:endCxn id="358" idx="0"/>
          </p:cNvCxnSpPr>
          <p:nvPr/>
        </p:nvCxnSpPr>
        <p:spPr>
          <a:xfrm>
            <a:off x="8166382" y="4186034"/>
            <a:ext cx="0" cy="415200"/>
          </a:xfrm>
          <a:prstGeom prst="straightConnector1">
            <a:avLst/>
          </a:prstGeom>
          <a:noFill/>
          <a:ln cap="flat" cmpd="sng" w="12700">
            <a:solidFill>
              <a:srgbClr val="666666"/>
            </a:solidFill>
            <a:prstDash val="solid"/>
            <a:round/>
            <a:headEnd len="sm" w="sm" type="none"/>
            <a:tailEnd len="med" w="med" type="triangle"/>
          </a:ln>
        </p:spPr>
      </p:cxnSp>
      <p:cxnSp>
        <p:nvCxnSpPr>
          <p:cNvPr id="367" name="Google Shape;367;p28"/>
          <p:cNvCxnSpPr>
            <a:stCxn id="352" idx="3"/>
            <a:endCxn id="358" idx="1"/>
          </p:cNvCxnSpPr>
          <p:nvPr/>
        </p:nvCxnSpPr>
        <p:spPr>
          <a:xfrm>
            <a:off x="6006964" y="4820799"/>
            <a:ext cx="1651500" cy="0"/>
          </a:xfrm>
          <a:prstGeom prst="straightConnector1">
            <a:avLst/>
          </a:prstGeom>
          <a:noFill/>
          <a:ln cap="flat" cmpd="sng" w="12700">
            <a:solidFill>
              <a:srgbClr val="666666"/>
            </a:solidFill>
            <a:prstDash val="solid"/>
            <a:round/>
            <a:headEnd len="sm" w="sm" type="none"/>
            <a:tailEnd len="med" w="med" type="triangle"/>
          </a:ln>
        </p:spPr>
      </p:cxnSp>
      <p:cxnSp>
        <p:nvCxnSpPr>
          <p:cNvPr id="368" name="Google Shape;368;p28"/>
          <p:cNvCxnSpPr>
            <a:stCxn id="349" idx="3"/>
            <a:endCxn id="350"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cxnSp>
        <p:nvCxnSpPr>
          <p:cNvPr id="369" name="Google Shape;369;p28"/>
          <p:cNvCxnSpPr>
            <a:stCxn id="358" idx="3"/>
            <a:endCxn id="347" idx="1"/>
          </p:cNvCxnSpPr>
          <p:nvPr/>
        </p:nvCxnSpPr>
        <p:spPr>
          <a:xfrm>
            <a:off x="8674484" y="4820851"/>
            <a:ext cx="546600" cy="0"/>
          </a:xfrm>
          <a:prstGeom prst="straightConnector1">
            <a:avLst/>
          </a:prstGeom>
          <a:noFill/>
          <a:ln cap="flat" cmpd="sng" w="12700">
            <a:solidFill>
              <a:srgbClr val="666666"/>
            </a:solidFill>
            <a:prstDash val="solid"/>
            <a:round/>
            <a:headEnd len="sm" w="sm" type="none"/>
            <a:tailEnd len="med" w="med" type="triangle"/>
          </a:ln>
        </p:spPr>
      </p:cxnSp>
      <p:sp>
        <p:nvSpPr>
          <p:cNvPr id="370" name="Google Shape;370;p28"/>
          <p:cNvSpPr txBox="1"/>
          <p:nvPr/>
        </p:nvSpPr>
        <p:spPr>
          <a:xfrm>
            <a:off x="3052736" y="2346801"/>
            <a:ext cx="1016100" cy="738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Proxima Nova"/>
                <a:ea typeface="Proxima Nova"/>
                <a:cs typeface="Proxima Nova"/>
                <a:sym typeface="Proxima Nova"/>
              </a:rPr>
              <a:t>X</a:t>
            </a:r>
            <a:endParaRPr b="1" i="0" sz="1866" u="none" cap="none" strike="noStrike">
              <a:solidFill>
                <a:srgbClr val="00000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38761D"/>
                </a:solidFill>
                <a:latin typeface="Proxima Nova"/>
                <a:ea typeface="Proxima Nova"/>
                <a:cs typeface="Proxima Nova"/>
                <a:sym typeface="Proxima Nova"/>
              </a:rPr>
              <a:t>(Feature)</a:t>
            </a:r>
            <a:endParaRPr b="1" i="0" sz="1333" u="none" cap="none" strike="noStrike">
              <a:solidFill>
                <a:srgbClr val="38761D"/>
              </a:solidFill>
              <a:latin typeface="Proxima Nova"/>
              <a:ea typeface="Proxima Nova"/>
              <a:cs typeface="Proxima Nova"/>
              <a:sym typeface="Proxima Nova"/>
            </a:endParaRPr>
          </a:p>
        </p:txBody>
      </p:sp>
      <p:sp>
        <p:nvSpPr>
          <p:cNvPr id="371" name="Google Shape;371;p28"/>
          <p:cNvSpPr txBox="1"/>
          <p:nvPr/>
        </p:nvSpPr>
        <p:spPr>
          <a:xfrm>
            <a:off x="3612729" y="2346800"/>
            <a:ext cx="10161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Y</a:t>
            </a:r>
            <a:endParaRPr b="1" i="0" sz="1866" u="none" cap="none" strike="noStrike">
              <a:solidFill>
                <a:srgbClr val="000000"/>
              </a:solidFill>
              <a:latin typeface="Arial"/>
              <a:ea typeface="Arial"/>
              <a:cs typeface="Arial"/>
              <a:sym typeface="Arial"/>
            </a:endParaRPr>
          </a:p>
        </p:txBody>
      </p:sp>
      <p:sp>
        <p:nvSpPr>
          <p:cNvPr id="372" name="Google Shape;372;p28"/>
          <p:cNvSpPr txBox="1"/>
          <p:nvPr/>
        </p:nvSpPr>
        <p:spPr>
          <a:xfrm>
            <a:off x="4888210" y="3708767"/>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chemeClr val="accent5"/>
                </a:solidFill>
                <a:latin typeface="Proxima Nova"/>
                <a:ea typeface="Proxima Nova"/>
                <a:cs typeface="Proxima Nova"/>
                <a:sym typeface="Proxima Nova"/>
              </a:rPr>
              <a:t>Train</a:t>
            </a:r>
            <a:endParaRPr b="1" i="0" sz="1733" u="none" cap="none" strike="noStrike">
              <a:solidFill>
                <a:schemeClr val="accent5"/>
              </a:solidFill>
              <a:latin typeface="Proxima Nova"/>
              <a:ea typeface="Proxima Nova"/>
              <a:cs typeface="Proxima Nova"/>
              <a:sym typeface="Proxima Nova"/>
            </a:endParaRPr>
          </a:p>
        </p:txBody>
      </p:sp>
      <p:sp>
        <p:nvSpPr>
          <p:cNvPr id="373" name="Google Shape;373;p28"/>
          <p:cNvSpPr txBox="1"/>
          <p:nvPr/>
        </p:nvSpPr>
        <p:spPr>
          <a:xfrm>
            <a:off x="4888210" y="4601434"/>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rgbClr val="4A86E8"/>
                </a:solidFill>
                <a:latin typeface="Proxima Nova"/>
                <a:ea typeface="Proxima Nova"/>
                <a:cs typeface="Proxima Nova"/>
                <a:sym typeface="Proxima Nova"/>
              </a:rPr>
              <a:t>Test</a:t>
            </a:r>
            <a:endParaRPr b="1" i="0" sz="1733" u="none" cap="none" strike="noStrike">
              <a:solidFill>
                <a:srgbClr val="4A86E8"/>
              </a:solidFill>
              <a:latin typeface="Proxima Nova"/>
              <a:ea typeface="Proxima Nova"/>
              <a:cs typeface="Proxima Nova"/>
              <a:sym typeface="Proxima Nova"/>
            </a:endParaRPr>
          </a:p>
        </p:txBody>
      </p:sp>
      <p:sp>
        <p:nvSpPr>
          <p:cNvPr id="374" name="Google Shape;374;p28"/>
          <p:cNvSpPr txBox="1"/>
          <p:nvPr/>
        </p:nvSpPr>
        <p:spPr>
          <a:xfrm>
            <a:off x="3585736" y="2052600"/>
            <a:ext cx="10701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FF9900"/>
                </a:solidFill>
                <a:latin typeface="Proxima Nova"/>
                <a:ea typeface="Proxima Nova"/>
                <a:cs typeface="Proxima Nova"/>
                <a:sym typeface="Proxima Nova"/>
              </a:rPr>
              <a:t>(Label)</a:t>
            </a:r>
            <a:endParaRPr b="1" i="0" sz="1866" u="none" cap="none" strike="noStrike">
              <a:solidFill>
                <a:srgbClr val="FF9900"/>
              </a:solidFill>
              <a:latin typeface="Proxima Nova"/>
              <a:ea typeface="Proxima Nova"/>
              <a:cs typeface="Proxima Nova"/>
              <a:sym typeface="Proxima Nova"/>
            </a:endParaRPr>
          </a:p>
        </p:txBody>
      </p:sp>
      <p:sp>
        <p:nvSpPr>
          <p:cNvPr id="375" name="Google Shape;375;p28"/>
          <p:cNvSpPr txBox="1"/>
          <p:nvPr/>
        </p:nvSpPr>
        <p:spPr>
          <a:xfrm>
            <a:off x="4669898" y="2802551"/>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Data Exploration</a:t>
            </a:r>
            <a:endParaRPr b="1" i="0" sz="1333" u="none" cap="none" strike="noStrike">
              <a:solidFill>
                <a:schemeClr val="dk1"/>
              </a:solidFill>
              <a:latin typeface="Proxima Nova"/>
              <a:ea typeface="Proxima Nova"/>
              <a:cs typeface="Proxima Nova"/>
              <a:sym typeface="Proxima Nova"/>
            </a:endParaRPr>
          </a:p>
        </p:txBody>
      </p:sp>
      <p:sp>
        <p:nvSpPr>
          <p:cNvPr id="376" name="Google Shape;376;p28"/>
          <p:cNvSpPr txBox="1"/>
          <p:nvPr/>
        </p:nvSpPr>
        <p:spPr>
          <a:xfrm>
            <a:off x="6088576" y="4041733"/>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Model </a:t>
            </a:r>
            <a:endParaRPr b="1" i="0" sz="13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Training</a:t>
            </a:r>
            <a:endParaRPr b="1" i="0" sz="1333" u="none" cap="none" strike="noStrike">
              <a:solidFill>
                <a:schemeClr val="dk1"/>
              </a:solidFill>
              <a:latin typeface="Proxima Nova"/>
              <a:ea typeface="Proxima Nova"/>
              <a:cs typeface="Proxima Nova"/>
              <a:sym typeface="Proxima Nova"/>
            </a:endParaRPr>
          </a:p>
        </p:txBody>
      </p:sp>
      <p:sp>
        <p:nvSpPr>
          <p:cNvPr id="377" name="Google Shape;377;p28"/>
          <p:cNvSpPr txBox="1"/>
          <p:nvPr/>
        </p:nvSpPr>
        <p:spPr>
          <a:xfrm>
            <a:off x="7761158" y="4595600"/>
            <a:ext cx="8250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Predict</a:t>
            </a:r>
            <a:endParaRPr b="1" i="0" sz="1333" u="none" cap="none" strike="noStrike">
              <a:solidFill>
                <a:schemeClr val="dk1"/>
              </a:solidFill>
              <a:latin typeface="Proxima Nova"/>
              <a:ea typeface="Proxima Nova"/>
              <a:cs typeface="Proxima Nova"/>
              <a:sym typeface="Proxima Nova"/>
            </a:endParaRPr>
          </a:p>
        </p:txBody>
      </p:sp>
      <p:grpSp>
        <p:nvGrpSpPr>
          <p:cNvPr id="378" name="Google Shape;378;p28"/>
          <p:cNvGrpSpPr/>
          <p:nvPr/>
        </p:nvGrpSpPr>
        <p:grpSpPr>
          <a:xfrm>
            <a:off x="1572474" y="3088385"/>
            <a:ext cx="599850" cy="533587"/>
            <a:chOff x="1179650" y="1478125"/>
            <a:chExt cx="450000" cy="400200"/>
          </a:xfrm>
        </p:grpSpPr>
        <p:sp>
          <p:nvSpPr>
            <p:cNvPr id="379" name="Google Shape;379;p28"/>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80" name="Google Shape;380;p28"/>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grpSp>
        <p:nvGrpSpPr>
          <p:cNvPr id="381" name="Google Shape;381;p28"/>
          <p:cNvGrpSpPr/>
          <p:nvPr/>
        </p:nvGrpSpPr>
        <p:grpSpPr>
          <a:xfrm>
            <a:off x="3052837" y="1595985"/>
            <a:ext cx="599850" cy="533587"/>
            <a:chOff x="1179650" y="1478125"/>
            <a:chExt cx="450000" cy="400200"/>
          </a:xfrm>
        </p:grpSpPr>
        <p:sp>
          <p:nvSpPr>
            <p:cNvPr id="382" name="Google Shape;382;p28"/>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83" name="Google Shape;383;p28"/>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2</a:t>
              </a:r>
              <a:endParaRPr b="1" i="0" sz="1866" u="none" cap="none" strike="noStrike">
                <a:solidFill>
                  <a:schemeClr val="dk1"/>
                </a:solidFill>
                <a:latin typeface="Arial"/>
                <a:ea typeface="Arial"/>
                <a:cs typeface="Arial"/>
                <a:sym typeface="Arial"/>
              </a:endParaRPr>
            </a:p>
          </p:txBody>
        </p:sp>
      </p:grpSp>
      <p:grpSp>
        <p:nvGrpSpPr>
          <p:cNvPr id="384" name="Google Shape;384;p28"/>
          <p:cNvGrpSpPr/>
          <p:nvPr/>
        </p:nvGrpSpPr>
        <p:grpSpPr>
          <a:xfrm>
            <a:off x="4669899" y="1859969"/>
            <a:ext cx="599850" cy="533587"/>
            <a:chOff x="1179650" y="1478125"/>
            <a:chExt cx="450000" cy="400200"/>
          </a:xfrm>
        </p:grpSpPr>
        <p:sp>
          <p:nvSpPr>
            <p:cNvPr id="385" name="Google Shape;385;p28"/>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86" name="Google Shape;386;p28"/>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3</a:t>
              </a:r>
              <a:endParaRPr b="1" i="0" sz="1866" u="none" cap="none" strike="noStrike">
                <a:solidFill>
                  <a:schemeClr val="dk1"/>
                </a:solidFill>
                <a:latin typeface="Arial"/>
                <a:ea typeface="Arial"/>
                <a:cs typeface="Arial"/>
                <a:sym typeface="Arial"/>
              </a:endParaRPr>
            </a:p>
          </p:txBody>
        </p:sp>
      </p:grpSp>
      <p:grpSp>
        <p:nvGrpSpPr>
          <p:cNvPr id="387" name="Google Shape;387;p28"/>
          <p:cNvGrpSpPr/>
          <p:nvPr/>
        </p:nvGrpSpPr>
        <p:grpSpPr>
          <a:xfrm>
            <a:off x="3312805" y="3542269"/>
            <a:ext cx="599850" cy="533587"/>
            <a:chOff x="1179650" y="1478125"/>
            <a:chExt cx="450000" cy="400200"/>
          </a:xfrm>
        </p:grpSpPr>
        <p:sp>
          <p:nvSpPr>
            <p:cNvPr id="388" name="Google Shape;388;p28"/>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89" name="Google Shape;389;p28"/>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4</a:t>
              </a:r>
              <a:endParaRPr b="1" i="0" sz="1866" u="none" cap="none" strike="noStrike">
                <a:solidFill>
                  <a:schemeClr val="dk1"/>
                </a:solidFill>
                <a:latin typeface="Arial"/>
                <a:ea typeface="Arial"/>
                <a:cs typeface="Arial"/>
                <a:sym typeface="Arial"/>
              </a:endParaRPr>
            </a:p>
          </p:txBody>
        </p:sp>
      </p:grpSp>
      <p:grpSp>
        <p:nvGrpSpPr>
          <p:cNvPr id="390" name="Google Shape;390;p28"/>
          <p:cNvGrpSpPr/>
          <p:nvPr/>
        </p:nvGrpSpPr>
        <p:grpSpPr>
          <a:xfrm>
            <a:off x="6585520" y="3190302"/>
            <a:ext cx="599850" cy="533587"/>
            <a:chOff x="1179650" y="1478125"/>
            <a:chExt cx="450000" cy="400200"/>
          </a:xfrm>
        </p:grpSpPr>
        <p:sp>
          <p:nvSpPr>
            <p:cNvPr id="391" name="Google Shape;391;p28"/>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92" name="Google Shape;392;p28"/>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5</a:t>
              </a:r>
              <a:endParaRPr b="1" i="0" sz="1866" u="none" cap="none" strike="noStrike">
                <a:solidFill>
                  <a:schemeClr val="dk1"/>
                </a:solidFill>
                <a:latin typeface="Arial"/>
                <a:ea typeface="Arial"/>
                <a:cs typeface="Arial"/>
                <a:sym typeface="Arial"/>
              </a:endParaRPr>
            </a:p>
          </p:txBody>
        </p:sp>
      </p:grpSp>
      <p:grpSp>
        <p:nvGrpSpPr>
          <p:cNvPr id="393" name="Google Shape;393;p28"/>
          <p:cNvGrpSpPr/>
          <p:nvPr/>
        </p:nvGrpSpPr>
        <p:grpSpPr>
          <a:xfrm>
            <a:off x="7663400" y="4103269"/>
            <a:ext cx="599850" cy="533587"/>
            <a:chOff x="1179650" y="1478125"/>
            <a:chExt cx="450000" cy="400200"/>
          </a:xfrm>
        </p:grpSpPr>
        <p:sp>
          <p:nvSpPr>
            <p:cNvPr id="394" name="Google Shape;394;p28"/>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395" name="Google Shape;395;p28"/>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6</a:t>
              </a:r>
              <a:endParaRPr b="1" i="0" sz="1866" u="none" cap="none" strike="noStrike">
                <a:solidFill>
                  <a:schemeClr val="dk1"/>
                </a:solidFill>
                <a:latin typeface="Arial"/>
                <a:ea typeface="Arial"/>
                <a:cs typeface="Arial"/>
                <a:sym typeface="Arial"/>
              </a:endParaRPr>
            </a:p>
          </p:txBody>
        </p:sp>
      </p:grpSp>
      <p:sp>
        <p:nvSpPr>
          <p:cNvPr id="396" name="Google Shape;396;p28"/>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6. Make Prediction on Test Data</a:t>
            </a:r>
            <a:endParaRPr sz="2800">
              <a:solidFill>
                <a:schemeClr val="accent6"/>
              </a:solidFill>
            </a:endParaRPr>
          </a:p>
        </p:txBody>
      </p:sp>
      <p:sp>
        <p:nvSpPr>
          <p:cNvPr id="397" name="Google Shape;397;p28"/>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29"/>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403" name="Google Shape;403;p29"/>
          <p:cNvPicPr preferRelativeResize="0"/>
          <p:nvPr/>
        </p:nvPicPr>
        <p:blipFill rotWithShape="1">
          <a:blip r:embed="rId3">
            <a:alphaModFix/>
          </a:blip>
          <a:srcRect b="0" l="0" r="0" t="0"/>
          <a:stretch/>
        </p:blipFill>
        <p:spPr>
          <a:xfrm>
            <a:off x="338382" y="1978369"/>
            <a:ext cx="599916" cy="599916"/>
          </a:xfrm>
          <a:prstGeom prst="rect">
            <a:avLst/>
          </a:prstGeom>
          <a:noFill/>
          <a:ln>
            <a:noFill/>
          </a:ln>
        </p:spPr>
      </p:pic>
      <p:sp>
        <p:nvSpPr>
          <p:cNvPr id="404" name="Google Shape;404;p29"/>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405" name="Google Shape;405;p29"/>
          <p:cNvPicPr preferRelativeResize="0"/>
          <p:nvPr/>
        </p:nvPicPr>
        <p:blipFill rotWithShape="1">
          <a:blip r:embed="rId4">
            <a:alphaModFix/>
          </a:blip>
          <a:srcRect b="0" l="0" r="0" t="0"/>
          <a:stretch/>
        </p:blipFill>
        <p:spPr>
          <a:xfrm>
            <a:off x="1435575" y="1978367"/>
            <a:ext cx="1119998" cy="1149214"/>
          </a:xfrm>
          <a:prstGeom prst="rect">
            <a:avLst/>
          </a:prstGeom>
          <a:noFill/>
          <a:ln>
            <a:noFill/>
          </a:ln>
        </p:spPr>
      </p:pic>
      <p:pic>
        <p:nvPicPr>
          <p:cNvPr id="406" name="Google Shape;406;p29"/>
          <p:cNvPicPr preferRelativeResize="0"/>
          <p:nvPr/>
        </p:nvPicPr>
        <p:blipFill rotWithShape="1">
          <a:blip r:embed="rId5">
            <a:alphaModFix/>
          </a:blip>
          <a:srcRect b="0" l="0" r="0" t="0"/>
          <a:stretch/>
        </p:blipFill>
        <p:spPr>
          <a:xfrm>
            <a:off x="4877447" y="3490800"/>
            <a:ext cx="1129517" cy="857050"/>
          </a:xfrm>
          <a:prstGeom prst="rect">
            <a:avLst/>
          </a:prstGeom>
          <a:noFill/>
          <a:ln>
            <a:noFill/>
          </a:ln>
        </p:spPr>
      </p:pic>
      <p:pic>
        <p:nvPicPr>
          <p:cNvPr id="407" name="Google Shape;407;p29"/>
          <p:cNvPicPr preferRelativeResize="0"/>
          <p:nvPr/>
        </p:nvPicPr>
        <p:blipFill rotWithShape="1">
          <a:blip r:embed="rId6">
            <a:alphaModFix/>
          </a:blip>
          <a:srcRect b="0" l="0" r="0" t="0"/>
          <a:stretch/>
        </p:blipFill>
        <p:spPr>
          <a:xfrm>
            <a:off x="4877447" y="4601301"/>
            <a:ext cx="1129517" cy="438995"/>
          </a:xfrm>
          <a:prstGeom prst="rect">
            <a:avLst/>
          </a:prstGeom>
          <a:noFill/>
          <a:ln>
            <a:noFill/>
          </a:ln>
        </p:spPr>
      </p:pic>
      <p:pic>
        <p:nvPicPr>
          <p:cNvPr id="408" name="Google Shape;408;p29"/>
          <p:cNvPicPr preferRelativeResize="0"/>
          <p:nvPr/>
        </p:nvPicPr>
        <p:blipFill rotWithShape="1">
          <a:blip r:embed="rId7">
            <a:alphaModFix/>
          </a:blip>
          <a:srcRect b="0" l="0" r="0" t="0"/>
          <a:stretch/>
        </p:blipFill>
        <p:spPr>
          <a:xfrm>
            <a:off x="4825693" y="2176301"/>
            <a:ext cx="1119988" cy="753443"/>
          </a:xfrm>
          <a:prstGeom prst="rect">
            <a:avLst/>
          </a:prstGeom>
          <a:noFill/>
          <a:ln>
            <a:noFill/>
          </a:ln>
        </p:spPr>
      </p:pic>
      <p:pic>
        <p:nvPicPr>
          <p:cNvPr id="409" name="Google Shape;409;p29"/>
          <p:cNvPicPr preferRelativeResize="0"/>
          <p:nvPr/>
        </p:nvPicPr>
        <p:blipFill rotWithShape="1">
          <a:blip r:embed="rId8">
            <a:alphaModFix/>
          </a:blip>
          <a:srcRect b="0" l="0" r="0" t="0"/>
          <a:stretch/>
        </p:blipFill>
        <p:spPr>
          <a:xfrm>
            <a:off x="3052736" y="1975867"/>
            <a:ext cx="1119986" cy="1154221"/>
          </a:xfrm>
          <a:prstGeom prst="rect">
            <a:avLst/>
          </a:prstGeom>
          <a:noFill/>
          <a:ln>
            <a:noFill/>
          </a:ln>
        </p:spPr>
      </p:pic>
      <p:pic>
        <p:nvPicPr>
          <p:cNvPr id="410" name="Google Shape;410;p29"/>
          <p:cNvPicPr preferRelativeResize="0"/>
          <p:nvPr/>
        </p:nvPicPr>
        <p:blipFill rotWithShape="1">
          <a:blip r:embed="rId9">
            <a:alphaModFix/>
          </a:blip>
          <a:srcRect b="0" l="0" r="0" t="0"/>
          <a:stretch/>
        </p:blipFill>
        <p:spPr>
          <a:xfrm>
            <a:off x="6519369" y="3626514"/>
            <a:ext cx="732149" cy="585711"/>
          </a:xfrm>
          <a:prstGeom prst="rect">
            <a:avLst/>
          </a:prstGeom>
          <a:noFill/>
          <a:ln>
            <a:noFill/>
          </a:ln>
        </p:spPr>
      </p:pic>
      <p:sp>
        <p:nvSpPr>
          <p:cNvPr id="411" name="Google Shape;411;p29"/>
          <p:cNvSpPr/>
          <p:nvPr/>
        </p:nvSpPr>
        <p:spPr>
          <a:xfrm>
            <a:off x="7866532" y="36194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412" name="Google Shape;412;p29"/>
          <p:cNvSpPr txBox="1"/>
          <p:nvPr/>
        </p:nvSpPr>
        <p:spPr>
          <a:xfrm>
            <a:off x="7866532" y="3652634"/>
            <a:ext cx="5997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KNN</a:t>
            </a:r>
            <a:endParaRPr i="0" sz="9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Model</a:t>
            </a:r>
            <a:endParaRPr i="0" sz="933" u="none" cap="none" strike="noStrike">
              <a:solidFill>
                <a:schemeClr val="dk1"/>
              </a:solidFill>
              <a:latin typeface="Proxima Nova"/>
              <a:ea typeface="Proxima Nova"/>
              <a:cs typeface="Proxima Nova"/>
              <a:sym typeface="Proxima Nova"/>
            </a:endParaRPr>
          </a:p>
        </p:txBody>
      </p:sp>
      <p:sp>
        <p:nvSpPr>
          <p:cNvPr id="413" name="Google Shape;413;p29"/>
          <p:cNvSpPr/>
          <p:nvPr/>
        </p:nvSpPr>
        <p:spPr>
          <a:xfrm>
            <a:off x="7658384" y="4601251"/>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414" name="Google Shape;414;p29"/>
          <p:cNvPicPr preferRelativeResize="0"/>
          <p:nvPr/>
        </p:nvPicPr>
        <p:blipFill rotWithShape="1">
          <a:blip r:embed="rId10">
            <a:alphaModFix/>
          </a:blip>
          <a:srcRect b="0" l="0" r="0" t="0"/>
          <a:stretch/>
        </p:blipFill>
        <p:spPr>
          <a:xfrm>
            <a:off x="9221027" y="4601301"/>
            <a:ext cx="1376140" cy="438991"/>
          </a:xfrm>
          <a:prstGeom prst="rect">
            <a:avLst/>
          </a:prstGeom>
          <a:noFill/>
          <a:ln>
            <a:noFill/>
          </a:ln>
        </p:spPr>
      </p:pic>
      <p:pic>
        <p:nvPicPr>
          <p:cNvPr id="415" name="Google Shape;415;p29"/>
          <p:cNvPicPr preferRelativeResize="0"/>
          <p:nvPr/>
        </p:nvPicPr>
        <p:blipFill rotWithShape="1">
          <a:blip r:embed="rId11">
            <a:alphaModFix/>
          </a:blip>
          <a:srcRect b="0" l="0" r="0" t="0"/>
          <a:stretch/>
        </p:blipFill>
        <p:spPr>
          <a:xfrm>
            <a:off x="10940529" y="4101486"/>
            <a:ext cx="599850" cy="580003"/>
          </a:xfrm>
          <a:prstGeom prst="rect">
            <a:avLst/>
          </a:prstGeom>
          <a:noFill/>
          <a:ln>
            <a:noFill/>
          </a:ln>
        </p:spPr>
      </p:pic>
      <p:cxnSp>
        <p:nvCxnSpPr>
          <p:cNvPr id="416" name="Google Shape;416;p29"/>
          <p:cNvCxnSpPr>
            <a:stCxn id="402" idx="4"/>
            <a:endCxn id="405"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417" name="Google Shape;417;p29"/>
          <p:cNvCxnSpPr>
            <a:stCxn id="405" idx="3"/>
            <a:endCxn id="409" idx="1"/>
          </p:cNvCxnSpPr>
          <p:nvPr/>
        </p:nvCxnSpPr>
        <p:spPr>
          <a:xfrm>
            <a:off x="2555572" y="2552974"/>
            <a:ext cx="497100" cy="0"/>
          </a:xfrm>
          <a:prstGeom prst="straightConnector1">
            <a:avLst/>
          </a:prstGeom>
          <a:noFill/>
          <a:ln cap="flat" cmpd="sng" w="12700">
            <a:solidFill>
              <a:srgbClr val="666666"/>
            </a:solidFill>
            <a:prstDash val="solid"/>
            <a:round/>
            <a:headEnd len="sm" w="sm" type="none"/>
            <a:tailEnd len="med" w="med" type="triangle"/>
          </a:ln>
        </p:spPr>
      </p:cxnSp>
      <p:cxnSp>
        <p:nvCxnSpPr>
          <p:cNvPr id="418" name="Google Shape;418;p29"/>
          <p:cNvCxnSpPr>
            <a:stCxn id="409" idx="3"/>
            <a:endCxn id="408" idx="1"/>
          </p:cNvCxnSpPr>
          <p:nvPr/>
        </p:nvCxnSpPr>
        <p:spPr>
          <a:xfrm>
            <a:off x="4172722" y="2552977"/>
            <a:ext cx="653100" cy="0"/>
          </a:xfrm>
          <a:prstGeom prst="straightConnector1">
            <a:avLst/>
          </a:prstGeom>
          <a:noFill/>
          <a:ln cap="flat" cmpd="sng" w="12700">
            <a:solidFill>
              <a:srgbClr val="666666"/>
            </a:solidFill>
            <a:prstDash val="solid"/>
            <a:round/>
            <a:headEnd len="sm" w="sm" type="none"/>
            <a:tailEnd len="med" w="med" type="triangle"/>
          </a:ln>
        </p:spPr>
      </p:cxnSp>
      <p:cxnSp>
        <p:nvCxnSpPr>
          <p:cNvPr id="419" name="Google Shape;419;p29"/>
          <p:cNvCxnSpPr>
            <a:stCxn id="409" idx="2"/>
            <a:endCxn id="406" idx="1"/>
          </p:cNvCxnSpPr>
          <p:nvPr/>
        </p:nvCxnSpPr>
        <p:spPr>
          <a:xfrm flipH="1" rot="-5400000">
            <a:off x="3850479" y="2892338"/>
            <a:ext cx="789300" cy="1264800"/>
          </a:xfrm>
          <a:prstGeom prst="bentConnector2">
            <a:avLst/>
          </a:prstGeom>
          <a:noFill/>
          <a:ln cap="flat" cmpd="sng" w="12700">
            <a:solidFill>
              <a:srgbClr val="666666"/>
            </a:solidFill>
            <a:prstDash val="solid"/>
            <a:round/>
            <a:headEnd len="sm" w="sm" type="none"/>
            <a:tailEnd len="med" w="med" type="triangle"/>
          </a:ln>
        </p:spPr>
      </p:cxnSp>
      <p:cxnSp>
        <p:nvCxnSpPr>
          <p:cNvPr id="420" name="Google Shape;420;p29"/>
          <p:cNvCxnSpPr>
            <a:stCxn id="409" idx="2"/>
            <a:endCxn id="407" idx="1"/>
          </p:cNvCxnSpPr>
          <p:nvPr/>
        </p:nvCxnSpPr>
        <p:spPr>
          <a:xfrm flipH="1" rot="-5400000">
            <a:off x="3399729" y="3343088"/>
            <a:ext cx="1690800" cy="1264800"/>
          </a:xfrm>
          <a:prstGeom prst="bentConnector2">
            <a:avLst/>
          </a:prstGeom>
          <a:noFill/>
          <a:ln cap="flat" cmpd="sng" w="12700">
            <a:solidFill>
              <a:srgbClr val="666666"/>
            </a:solidFill>
            <a:prstDash val="solid"/>
            <a:round/>
            <a:headEnd len="sm" w="sm" type="none"/>
            <a:tailEnd len="med" w="med" type="triangle"/>
          </a:ln>
        </p:spPr>
      </p:cxnSp>
      <p:cxnSp>
        <p:nvCxnSpPr>
          <p:cNvPr id="421" name="Google Shape;421;p29"/>
          <p:cNvCxnSpPr>
            <a:stCxn id="406" idx="3"/>
            <a:endCxn id="410" idx="1"/>
          </p:cNvCxnSpPr>
          <p:nvPr/>
        </p:nvCxnSpPr>
        <p:spPr>
          <a:xfrm>
            <a:off x="6006963" y="3919325"/>
            <a:ext cx="512400" cy="0"/>
          </a:xfrm>
          <a:prstGeom prst="straightConnector1">
            <a:avLst/>
          </a:prstGeom>
          <a:noFill/>
          <a:ln cap="flat" cmpd="sng" w="12700">
            <a:solidFill>
              <a:srgbClr val="666666"/>
            </a:solidFill>
            <a:prstDash val="solid"/>
            <a:round/>
            <a:headEnd len="sm" w="sm" type="none"/>
            <a:tailEnd len="med" w="med" type="triangle"/>
          </a:ln>
        </p:spPr>
      </p:cxnSp>
      <p:cxnSp>
        <p:nvCxnSpPr>
          <p:cNvPr id="422" name="Google Shape;422;p29"/>
          <p:cNvCxnSpPr>
            <a:stCxn id="410" idx="3"/>
            <a:endCxn id="412" idx="1"/>
          </p:cNvCxnSpPr>
          <p:nvPr/>
        </p:nvCxnSpPr>
        <p:spPr>
          <a:xfrm>
            <a:off x="7251517" y="3919370"/>
            <a:ext cx="615000" cy="0"/>
          </a:xfrm>
          <a:prstGeom prst="straightConnector1">
            <a:avLst/>
          </a:prstGeom>
          <a:noFill/>
          <a:ln cap="flat" cmpd="sng" w="12700">
            <a:solidFill>
              <a:srgbClr val="666666"/>
            </a:solidFill>
            <a:prstDash val="solid"/>
            <a:round/>
            <a:headEnd len="sm" w="sm" type="none"/>
            <a:tailEnd len="med" w="med" type="triangle"/>
          </a:ln>
        </p:spPr>
      </p:cxnSp>
      <p:cxnSp>
        <p:nvCxnSpPr>
          <p:cNvPr id="423" name="Google Shape;423;p29"/>
          <p:cNvCxnSpPr>
            <a:stCxn id="412" idx="2"/>
            <a:endCxn id="413" idx="0"/>
          </p:cNvCxnSpPr>
          <p:nvPr/>
        </p:nvCxnSpPr>
        <p:spPr>
          <a:xfrm>
            <a:off x="8166382" y="4186034"/>
            <a:ext cx="0" cy="415200"/>
          </a:xfrm>
          <a:prstGeom prst="straightConnector1">
            <a:avLst/>
          </a:prstGeom>
          <a:noFill/>
          <a:ln cap="flat" cmpd="sng" w="12700">
            <a:solidFill>
              <a:srgbClr val="666666"/>
            </a:solidFill>
            <a:prstDash val="solid"/>
            <a:round/>
            <a:headEnd len="sm" w="sm" type="none"/>
            <a:tailEnd len="med" w="med" type="triangle"/>
          </a:ln>
        </p:spPr>
      </p:cxnSp>
      <p:cxnSp>
        <p:nvCxnSpPr>
          <p:cNvPr id="424" name="Google Shape;424;p29"/>
          <p:cNvCxnSpPr>
            <a:stCxn id="407" idx="3"/>
            <a:endCxn id="413" idx="1"/>
          </p:cNvCxnSpPr>
          <p:nvPr/>
        </p:nvCxnSpPr>
        <p:spPr>
          <a:xfrm>
            <a:off x="6006964" y="4820799"/>
            <a:ext cx="1651500" cy="0"/>
          </a:xfrm>
          <a:prstGeom prst="straightConnector1">
            <a:avLst/>
          </a:prstGeom>
          <a:noFill/>
          <a:ln cap="flat" cmpd="sng" w="12700">
            <a:solidFill>
              <a:srgbClr val="666666"/>
            </a:solidFill>
            <a:prstDash val="solid"/>
            <a:round/>
            <a:headEnd len="sm" w="sm" type="none"/>
            <a:tailEnd len="med" w="med" type="triangle"/>
          </a:ln>
        </p:spPr>
      </p:cxnSp>
      <p:cxnSp>
        <p:nvCxnSpPr>
          <p:cNvPr id="425" name="Google Shape;425;p29"/>
          <p:cNvCxnSpPr>
            <a:stCxn id="413" idx="3"/>
            <a:endCxn id="414" idx="1"/>
          </p:cNvCxnSpPr>
          <p:nvPr/>
        </p:nvCxnSpPr>
        <p:spPr>
          <a:xfrm>
            <a:off x="8674484" y="4820851"/>
            <a:ext cx="546600" cy="0"/>
          </a:xfrm>
          <a:prstGeom prst="straightConnector1">
            <a:avLst/>
          </a:prstGeom>
          <a:noFill/>
          <a:ln cap="flat" cmpd="sng" w="12700">
            <a:solidFill>
              <a:srgbClr val="666666"/>
            </a:solidFill>
            <a:prstDash val="solid"/>
            <a:round/>
            <a:headEnd len="sm" w="sm" type="none"/>
            <a:tailEnd len="med" w="med" type="triangle"/>
          </a:ln>
        </p:spPr>
      </p:cxnSp>
      <p:cxnSp>
        <p:nvCxnSpPr>
          <p:cNvPr id="426" name="Google Shape;426;p29"/>
          <p:cNvCxnSpPr>
            <a:stCxn id="414" idx="3"/>
            <a:endCxn id="415" idx="1"/>
          </p:cNvCxnSpPr>
          <p:nvPr/>
        </p:nvCxnSpPr>
        <p:spPr>
          <a:xfrm flipH="1" rot="10800000">
            <a:off x="10597166" y="4391496"/>
            <a:ext cx="343500" cy="429300"/>
          </a:xfrm>
          <a:prstGeom prst="straightConnector1">
            <a:avLst/>
          </a:prstGeom>
          <a:noFill/>
          <a:ln cap="flat" cmpd="sng" w="12700">
            <a:solidFill>
              <a:srgbClr val="666666"/>
            </a:solidFill>
            <a:prstDash val="solid"/>
            <a:round/>
            <a:headEnd len="sm" w="sm" type="none"/>
            <a:tailEnd len="med" w="med" type="triangle"/>
          </a:ln>
        </p:spPr>
      </p:cxnSp>
      <p:sp>
        <p:nvSpPr>
          <p:cNvPr id="427" name="Google Shape;427;p29"/>
          <p:cNvSpPr txBox="1"/>
          <p:nvPr/>
        </p:nvSpPr>
        <p:spPr>
          <a:xfrm>
            <a:off x="10940529" y="4988067"/>
            <a:ext cx="599700" cy="430800"/>
          </a:xfrm>
          <a:prstGeom prst="rect">
            <a:avLst/>
          </a:prstGeom>
          <a:noFill/>
          <a:ln cap="flat" cmpd="sng" w="12700">
            <a:solidFill>
              <a:srgbClr val="666666"/>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Proxima Nova"/>
                <a:ea typeface="Proxima Nova"/>
                <a:cs typeface="Proxima Nova"/>
                <a:sym typeface="Proxima Nova"/>
              </a:rPr>
              <a:t>85%</a:t>
            </a:r>
            <a:endParaRPr b="1" i="0" sz="1200" u="none" cap="none" strike="noStrike">
              <a:solidFill>
                <a:schemeClr val="dk1"/>
              </a:solidFill>
              <a:latin typeface="Proxima Nova"/>
              <a:ea typeface="Proxima Nova"/>
              <a:cs typeface="Proxima Nova"/>
              <a:sym typeface="Proxima Nova"/>
            </a:endParaRPr>
          </a:p>
        </p:txBody>
      </p:sp>
      <p:cxnSp>
        <p:nvCxnSpPr>
          <p:cNvPr id="428" name="Google Shape;428;p29"/>
          <p:cNvCxnSpPr>
            <a:stCxn id="414" idx="3"/>
            <a:endCxn id="427" idx="1"/>
          </p:cNvCxnSpPr>
          <p:nvPr/>
        </p:nvCxnSpPr>
        <p:spPr>
          <a:xfrm>
            <a:off x="10597166" y="4820796"/>
            <a:ext cx="343500" cy="382800"/>
          </a:xfrm>
          <a:prstGeom prst="straightConnector1">
            <a:avLst/>
          </a:prstGeom>
          <a:noFill/>
          <a:ln cap="flat" cmpd="sng" w="12700">
            <a:solidFill>
              <a:srgbClr val="666666"/>
            </a:solidFill>
            <a:prstDash val="solid"/>
            <a:round/>
            <a:headEnd len="sm" w="sm" type="none"/>
            <a:tailEnd len="med" w="med" type="triangle"/>
          </a:ln>
        </p:spPr>
      </p:cxnSp>
      <p:cxnSp>
        <p:nvCxnSpPr>
          <p:cNvPr id="429" name="Google Shape;429;p29"/>
          <p:cNvCxnSpPr>
            <a:stCxn id="403" idx="3"/>
            <a:endCxn id="405"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sp>
        <p:nvSpPr>
          <p:cNvPr id="430" name="Google Shape;430;p29"/>
          <p:cNvSpPr txBox="1"/>
          <p:nvPr/>
        </p:nvSpPr>
        <p:spPr>
          <a:xfrm>
            <a:off x="3052736" y="2346801"/>
            <a:ext cx="1016100" cy="738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Proxima Nova"/>
                <a:ea typeface="Proxima Nova"/>
                <a:cs typeface="Proxima Nova"/>
                <a:sym typeface="Proxima Nova"/>
              </a:rPr>
              <a:t>X</a:t>
            </a:r>
            <a:endParaRPr b="1" i="0" sz="1866" u="none" cap="none" strike="noStrike">
              <a:solidFill>
                <a:srgbClr val="00000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38761D"/>
                </a:solidFill>
                <a:latin typeface="Proxima Nova"/>
                <a:ea typeface="Proxima Nova"/>
                <a:cs typeface="Proxima Nova"/>
                <a:sym typeface="Proxima Nova"/>
              </a:rPr>
              <a:t>(Feature)</a:t>
            </a:r>
            <a:endParaRPr b="1" i="0" sz="1333" u="none" cap="none" strike="noStrike">
              <a:solidFill>
                <a:srgbClr val="38761D"/>
              </a:solidFill>
              <a:latin typeface="Proxima Nova"/>
              <a:ea typeface="Proxima Nova"/>
              <a:cs typeface="Proxima Nova"/>
              <a:sym typeface="Proxima Nova"/>
            </a:endParaRPr>
          </a:p>
        </p:txBody>
      </p:sp>
      <p:sp>
        <p:nvSpPr>
          <p:cNvPr id="431" name="Google Shape;431;p29"/>
          <p:cNvSpPr txBox="1"/>
          <p:nvPr/>
        </p:nvSpPr>
        <p:spPr>
          <a:xfrm>
            <a:off x="3612729" y="2346800"/>
            <a:ext cx="10161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Y</a:t>
            </a:r>
            <a:endParaRPr b="1" i="0" sz="1866" u="none" cap="none" strike="noStrike">
              <a:solidFill>
                <a:srgbClr val="000000"/>
              </a:solidFill>
              <a:latin typeface="Arial"/>
              <a:ea typeface="Arial"/>
              <a:cs typeface="Arial"/>
              <a:sym typeface="Arial"/>
            </a:endParaRPr>
          </a:p>
        </p:txBody>
      </p:sp>
      <p:sp>
        <p:nvSpPr>
          <p:cNvPr id="432" name="Google Shape;432;p29"/>
          <p:cNvSpPr txBox="1"/>
          <p:nvPr/>
        </p:nvSpPr>
        <p:spPr>
          <a:xfrm>
            <a:off x="4888210" y="3708767"/>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chemeClr val="accent5"/>
                </a:solidFill>
                <a:latin typeface="Proxima Nova"/>
                <a:ea typeface="Proxima Nova"/>
                <a:cs typeface="Proxima Nova"/>
                <a:sym typeface="Proxima Nova"/>
              </a:rPr>
              <a:t>Train</a:t>
            </a:r>
            <a:endParaRPr b="1" i="0" sz="1733" u="none" cap="none" strike="noStrike">
              <a:solidFill>
                <a:schemeClr val="accent5"/>
              </a:solidFill>
              <a:latin typeface="Proxima Nova"/>
              <a:ea typeface="Proxima Nova"/>
              <a:cs typeface="Proxima Nova"/>
              <a:sym typeface="Proxima Nova"/>
            </a:endParaRPr>
          </a:p>
        </p:txBody>
      </p:sp>
      <p:sp>
        <p:nvSpPr>
          <p:cNvPr id="433" name="Google Shape;433;p29"/>
          <p:cNvSpPr txBox="1"/>
          <p:nvPr/>
        </p:nvSpPr>
        <p:spPr>
          <a:xfrm>
            <a:off x="4888210" y="4601434"/>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rgbClr val="4A86E8"/>
                </a:solidFill>
                <a:latin typeface="Proxima Nova"/>
                <a:ea typeface="Proxima Nova"/>
                <a:cs typeface="Proxima Nova"/>
                <a:sym typeface="Proxima Nova"/>
              </a:rPr>
              <a:t>Test</a:t>
            </a:r>
            <a:endParaRPr b="1" i="0" sz="1733" u="none" cap="none" strike="noStrike">
              <a:solidFill>
                <a:srgbClr val="4A86E8"/>
              </a:solidFill>
              <a:latin typeface="Proxima Nova"/>
              <a:ea typeface="Proxima Nova"/>
              <a:cs typeface="Proxima Nova"/>
              <a:sym typeface="Proxima Nova"/>
            </a:endParaRPr>
          </a:p>
        </p:txBody>
      </p:sp>
      <p:sp>
        <p:nvSpPr>
          <p:cNvPr id="434" name="Google Shape;434;p29"/>
          <p:cNvSpPr txBox="1"/>
          <p:nvPr/>
        </p:nvSpPr>
        <p:spPr>
          <a:xfrm>
            <a:off x="3585736" y="2052600"/>
            <a:ext cx="10701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FF9900"/>
                </a:solidFill>
                <a:latin typeface="Proxima Nova"/>
                <a:ea typeface="Proxima Nova"/>
                <a:cs typeface="Proxima Nova"/>
                <a:sym typeface="Proxima Nova"/>
              </a:rPr>
              <a:t>(Label)</a:t>
            </a:r>
            <a:endParaRPr b="1" i="0" sz="1866" u="none" cap="none" strike="noStrike">
              <a:solidFill>
                <a:srgbClr val="FF9900"/>
              </a:solidFill>
              <a:latin typeface="Proxima Nova"/>
              <a:ea typeface="Proxima Nova"/>
              <a:cs typeface="Proxima Nova"/>
              <a:sym typeface="Proxima Nova"/>
            </a:endParaRPr>
          </a:p>
        </p:txBody>
      </p:sp>
      <p:sp>
        <p:nvSpPr>
          <p:cNvPr id="435" name="Google Shape;435;p29"/>
          <p:cNvSpPr txBox="1"/>
          <p:nvPr/>
        </p:nvSpPr>
        <p:spPr>
          <a:xfrm>
            <a:off x="4669898" y="2802551"/>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Data Exploration</a:t>
            </a:r>
            <a:endParaRPr b="1" i="0" sz="1333" u="none" cap="none" strike="noStrike">
              <a:solidFill>
                <a:schemeClr val="dk1"/>
              </a:solidFill>
              <a:latin typeface="Proxima Nova"/>
              <a:ea typeface="Proxima Nova"/>
              <a:cs typeface="Proxima Nova"/>
              <a:sym typeface="Proxima Nova"/>
            </a:endParaRPr>
          </a:p>
        </p:txBody>
      </p:sp>
      <p:sp>
        <p:nvSpPr>
          <p:cNvPr id="436" name="Google Shape;436;p29"/>
          <p:cNvSpPr txBox="1"/>
          <p:nvPr/>
        </p:nvSpPr>
        <p:spPr>
          <a:xfrm>
            <a:off x="6088576" y="4041733"/>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Model </a:t>
            </a:r>
            <a:endParaRPr b="1" i="0" sz="13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Training</a:t>
            </a:r>
            <a:endParaRPr b="1" i="0" sz="1333" u="none" cap="none" strike="noStrike">
              <a:solidFill>
                <a:schemeClr val="dk1"/>
              </a:solidFill>
              <a:latin typeface="Proxima Nova"/>
              <a:ea typeface="Proxima Nova"/>
              <a:cs typeface="Proxima Nova"/>
              <a:sym typeface="Proxima Nova"/>
            </a:endParaRPr>
          </a:p>
        </p:txBody>
      </p:sp>
      <p:sp>
        <p:nvSpPr>
          <p:cNvPr id="437" name="Google Shape;437;p29"/>
          <p:cNvSpPr txBox="1"/>
          <p:nvPr/>
        </p:nvSpPr>
        <p:spPr>
          <a:xfrm>
            <a:off x="7761158" y="4595600"/>
            <a:ext cx="8250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Predict</a:t>
            </a:r>
            <a:endParaRPr b="1" i="0" sz="1333" u="none" cap="none" strike="noStrike">
              <a:solidFill>
                <a:schemeClr val="dk1"/>
              </a:solidFill>
              <a:latin typeface="Proxima Nova"/>
              <a:ea typeface="Proxima Nova"/>
              <a:cs typeface="Proxima Nova"/>
              <a:sym typeface="Proxima Nova"/>
            </a:endParaRPr>
          </a:p>
        </p:txBody>
      </p:sp>
      <p:grpSp>
        <p:nvGrpSpPr>
          <p:cNvPr id="438" name="Google Shape;438;p29"/>
          <p:cNvGrpSpPr/>
          <p:nvPr/>
        </p:nvGrpSpPr>
        <p:grpSpPr>
          <a:xfrm>
            <a:off x="1572474" y="3088385"/>
            <a:ext cx="599850" cy="533587"/>
            <a:chOff x="1179650" y="1478125"/>
            <a:chExt cx="450000" cy="400200"/>
          </a:xfrm>
        </p:grpSpPr>
        <p:sp>
          <p:nvSpPr>
            <p:cNvPr id="439" name="Google Shape;439;p2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440" name="Google Shape;440;p2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grpSp>
        <p:nvGrpSpPr>
          <p:cNvPr id="441" name="Google Shape;441;p29"/>
          <p:cNvGrpSpPr/>
          <p:nvPr/>
        </p:nvGrpSpPr>
        <p:grpSpPr>
          <a:xfrm>
            <a:off x="3052837" y="1595985"/>
            <a:ext cx="599850" cy="533587"/>
            <a:chOff x="1179650" y="1478125"/>
            <a:chExt cx="450000" cy="400200"/>
          </a:xfrm>
        </p:grpSpPr>
        <p:sp>
          <p:nvSpPr>
            <p:cNvPr id="442" name="Google Shape;442;p2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443" name="Google Shape;443;p2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2</a:t>
              </a:r>
              <a:endParaRPr b="1" i="0" sz="1866" u="none" cap="none" strike="noStrike">
                <a:solidFill>
                  <a:schemeClr val="dk1"/>
                </a:solidFill>
                <a:latin typeface="Arial"/>
                <a:ea typeface="Arial"/>
                <a:cs typeface="Arial"/>
                <a:sym typeface="Arial"/>
              </a:endParaRPr>
            </a:p>
          </p:txBody>
        </p:sp>
      </p:grpSp>
      <p:grpSp>
        <p:nvGrpSpPr>
          <p:cNvPr id="444" name="Google Shape;444;p29"/>
          <p:cNvGrpSpPr/>
          <p:nvPr/>
        </p:nvGrpSpPr>
        <p:grpSpPr>
          <a:xfrm>
            <a:off x="4669899" y="1859969"/>
            <a:ext cx="599850" cy="533587"/>
            <a:chOff x="1179650" y="1478125"/>
            <a:chExt cx="450000" cy="400200"/>
          </a:xfrm>
        </p:grpSpPr>
        <p:sp>
          <p:nvSpPr>
            <p:cNvPr id="445" name="Google Shape;445;p2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446" name="Google Shape;446;p2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3</a:t>
              </a:r>
              <a:endParaRPr b="1" i="0" sz="1866" u="none" cap="none" strike="noStrike">
                <a:solidFill>
                  <a:schemeClr val="dk1"/>
                </a:solidFill>
                <a:latin typeface="Arial"/>
                <a:ea typeface="Arial"/>
                <a:cs typeface="Arial"/>
                <a:sym typeface="Arial"/>
              </a:endParaRPr>
            </a:p>
          </p:txBody>
        </p:sp>
      </p:grpSp>
      <p:grpSp>
        <p:nvGrpSpPr>
          <p:cNvPr id="447" name="Google Shape;447;p29"/>
          <p:cNvGrpSpPr/>
          <p:nvPr/>
        </p:nvGrpSpPr>
        <p:grpSpPr>
          <a:xfrm>
            <a:off x="3312805" y="3542269"/>
            <a:ext cx="599850" cy="533587"/>
            <a:chOff x="1179650" y="1478125"/>
            <a:chExt cx="450000" cy="400200"/>
          </a:xfrm>
        </p:grpSpPr>
        <p:sp>
          <p:nvSpPr>
            <p:cNvPr id="448" name="Google Shape;448;p2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449" name="Google Shape;449;p2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4</a:t>
              </a:r>
              <a:endParaRPr b="1" i="0" sz="1866" u="none" cap="none" strike="noStrike">
                <a:solidFill>
                  <a:schemeClr val="dk1"/>
                </a:solidFill>
                <a:latin typeface="Arial"/>
                <a:ea typeface="Arial"/>
                <a:cs typeface="Arial"/>
                <a:sym typeface="Arial"/>
              </a:endParaRPr>
            </a:p>
          </p:txBody>
        </p:sp>
      </p:grpSp>
      <p:grpSp>
        <p:nvGrpSpPr>
          <p:cNvPr id="450" name="Google Shape;450;p29"/>
          <p:cNvGrpSpPr/>
          <p:nvPr/>
        </p:nvGrpSpPr>
        <p:grpSpPr>
          <a:xfrm>
            <a:off x="6585520" y="3190302"/>
            <a:ext cx="599850" cy="533587"/>
            <a:chOff x="1179650" y="1478125"/>
            <a:chExt cx="450000" cy="400200"/>
          </a:xfrm>
        </p:grpSpPr>
        <p:sp>
          <p:nvSpPr>
            <p:cNvPr id="451" name="Google Shape;451;p2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452" name="Google Shape;452;p2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5</a:t>
              </a:r>
              <a:endParaRPr b="1" i="0" sz="1866" u="none" cap="none" strike="noStrike">
                <a:solidFill>
                  <a:schemeClr val="dk1"/>
                </a:solidFill>
                <a:latin typeface="Arial"/>
                <a:ea typeface="Arial"/>
                <a:cs typeface="Arial"/>
                <a:sym typeface="Arial"/>
              </a:endParaRPr>
            </a:p>
          </p:txBody>
        </p:sp>
      </p:grpSp>
      <p:grpSp>
        <p:nvGrpSpPr>
          <p:cNvPr id="453" name="Google Shape;453;p29"/>
          <p:cNvGrpSpPr/>
          <p:nvPr/>
        </p:nvGrpSpPr>
        <p:grpSpPr>
          <a:xfrm>
            <a:off x="7663400" y="4103269"/>
            <a:ext cx="599850" cy="533587"/>
            <a:chOff x="1179650" y="1478125"/>
            <a:chExt cx="450000" cy="400200"/>
          </a:xfrm>
        </p:grpSpPr>
        <p:sp>
          <p:nvSpPr>
            <p:cNvPr id="454" name="Google Shape;454;p2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455" name="Google Shape;455;p2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6</a:t>
              </a:r>
              <a:endParaRPr b="1" i="0" sz="1866" u="none" cap="none" strike="noStrike">
                <a:solidFill>
                  <a:schemeClr val="dk1"/>
                </a:solidFill>
                <a:latin typeface="Arial"/>
                <a:ea typeface="Arial"/>
                <a:cs typeface="Arial"/>
                <a:sym typeface="Arial"/>
              </a:endParaRPr>
            </a:p>
          </p:txBody>
        </p:sp>
      </p:grpSp>
      <p:grpSp>
        <p:nvGrpSpPr>
          <p:cNvPr id="456" name="Google Shape;456;p29"/>
          <p:cNvGrpSpPr/>
          <p:nvPr/>
        </p:nvGrpSpPr>
        <p:grpSpPr>
          <a:xfrm>
            <a:off x="10340846" y="3919502"/>
            <a:ext cx="599850" cy="533587"/>
            <a:chOff x="1179650" y="1478125"/>
            <a:chExt cx="450000" cy="400200"/>
          </a:xfrm>
        </p:grpSpPr>
        <p:sp>
          <p:nvSpPr>
            <p:cNvPr id="457" name="Google Shape;457;p2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458" name="Google Shape;458;p2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7</a:t>
              </a:r>
              <a:endParaRPr b="1" i="0" sz="1866" u="none" cap="none" strike="noStrike">
                <a:solidFill>
                  <a:schemeClr val="dk1"/>
                </a:solidFill>
                <a:latin typeface="Arial"/>
                <a:ea typeface="Arial"/>
                <a:cs typeface="Arial"/>
                <a:sym typeface="Arial"/>
              </a:endParaRPr>
            </a:p>
          </p:txBody>
        </p:sp>
      </p:grpSp>
      <p:sp>
        <p:nvSpPr>
          <p:cNvPr id="459" name="Google Shape;459;p29"/>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7. Evaluate the Model Prediction</a:t>
            </a:r>
            <a:endParaRPr sz="2800">
              <a:solidFill>
                <a:schemeClr val="accent6"/>
              </a:solidFill>
            </a:endParaRPr>
          </a:p>
        </p:txBody>
      </p:sp>
      <p:sp>
        <p:nvSpPr>
          <p:cNvPr id="460" name="Google Shape;460;p29"/>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30"/>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466" name="Google Shape;466;p30"/>
          <p:cNvPicPr preferRelativeResize="0"/>
          <p:nvPr/>
        </p:nvPicPr>
        <p:blipFill rotWithShape="1">
          <a:blip r:embed="rId3">
            <a:alphaModFix/>
          </a:blip>
          <a:srcRect b="0" l="0" r="0" t="0"/>
          <a:stretch/>
        </p:blipFill>
        <p:spPr>
          <a:xfrm>
            <a:off x="338382" y="1978369"/>
            <a:ext cx="599916" cy="599916"/>
          </a:xfrm>
          <a:prstGeom prst="rect">
            <a:avLst/>
          </a:prstGeom>
          <a:noFill/>
          <a:ln>
            <a:noFill/>
          </a:ln>
        </p:spPr>
      </p:pic>
      <p:sp>
        <p:nvSpPr>
          <p:cNvPr id="467" name="Google Shape;467;p30"/>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468" name="Google Shape;468;p30"/>
          <p:cNvPicPr preferRelativeResize="0"/>
          <p:nvPr/>
        </p:nvPicPr>
        <p:blipFill rotWithShape="1">
          <a:blip r:embed="rId4">
            <a:alphaModFix/>
          </a:blip>
          <a:srcRect b="0" l="0" r="0" t="0"/>
          <a:stretch/>
        </p:blipFill>
        <p:spPr>
          <a:xfrm>
            <a:off x="1435575" y="1978367"/>
            <a:ext cx="1119998" cy="1149214"/>
          </a:xfrm>
          <a:prstGeom prst="rect">
            <a:avLst/>
          </a:prstGeom>
          <a:noFill/>
          <a:ln>
            <a:noFill/>
          </a:ln>
        </p:spPr>
      </p:pic>
      <p:pic>
        <p:nvPicPr>
          <p:cNvPr id="469" name="Google Shape;469;p30"/>
          <p:cNvPicPr preferRelativeResize="0"/>
          <p:nvPr/>
        </p:nvPicPr>
        <p:blipFill rotWithShape="1">
          <a:blip r:embed="rId5">
            <a:alphaModFix/>
          </a:blip>
          <a:srcRect b="0" l="0" r="0" t="0"/>
          <a:stretch/>
        </p:blipFill>
        <p:spPr>
          <a:xfrm>
            <a:off x="4877447" y="3490800"/>
            <a:ext cx="1129517" cy="857050"/>
          </a:xfrm>
          <a:prstGeom prst="rect">
            <a:avLst/>
          </a:prstGeom>
          <a:noFill/>
          <a:ln>
            <a:noFill/>
          </a:ln>
        </p:spPr>
      </p:pic>
      <p:pic>
        <p:nvPicPr>
          <p:cNvPr id="470" name="Google Shape;470;p30"/>
          <p:cNvPicPr preferRelativeResize="0"/>
          <p:nvPr/>
        </p:nvPicPr>
        <p:blipFill rotWithShape="1">
          <a:blip r:embed="rId6">
            <a:alphaModFix/>
          </a:blip>
          <a:srcRect b="0" l="0" r="0" t="0"/>
          <a:stretch/>
        </p:blipFill>
        <p:spPr>
          <a:xfrm>
            <a:off x="4877447" y="4601301"/>
            <a:ext cx="1129517" cy="438995"/>
          </a:xfrm>
          <a:prstGeom prst="rect">
            <a:avLst/>
          </a:prstGeom>
          <a:noFill/>
          <a:ln>
            <a:noFill/>
          </a:ln>
        </p:spPr>
      </p:pic>
      <p:pic>
        <p:nvPicPr>
          <p:cNvPr id="471" name="Google Shape;471;p30"/>
          <p:cNvPicPr preferRelativeResize="0"/>
          <p:nvPr/>
        </p:nvPicPr>
        <p:blipFill rotWithShape="1">
          <a:blip r:embed="rId7">
            <a:alphaModFix/>
          </a:blip>
          <a:srcRect b="0" l="0" r="0" t="0"/>
          <a:stretch/>
        </p:blipFill>
        <p:spPr>
          <a:xfrm>
            <a:off x="4825693" y="2176301"/>
            <a:ext cx="1119988" cy="753443"/>
          </a:xfrm>
          <a:prstGeom prst="rect">
            <a:avLst/>
          </a:prstGeom>
          <a:noFill/>
          <a:ln>
            <a:noFill/>
          </a:ln>
        </p:spPr>
      </p:pic>
      <p:pic>
        <p:nvPicPr>
          <p:cNvPr id="472" name="Google Shape;472;p30"/>
          <p:cNvPicPr preferRelativeResize="0"/>
          <p:nvPr/>
        </p:nvPicPr>
        <p:blipFill rotWithShape="1">
          <a:blip r:embed="rId8">
            <a:alphaModFix/>
          </a:blip>
          <a:srcRect b="0" l="0" r="0" t="0"/>
          <a:stretch/>
        </p:blipFill>
        <p:spPr>
          <a:xfrm>
            <a:off x="3052736" y="1975867"/>
            <a:ext cx="1119986" cy="1154221"/>
          </a:xfrm>
          <a:prstGeom prst="rect">
            <a:avLst/>
          </a:prstGeom>
          <a:noFill/>
          <a:ln>
            <a:noFill/>
          </a:ln>
        </p:spPr>
      </p:pic>
      <p:pic>
        <p:nvPicPr>
          <p:cNvPr id="473" name="Google Shape;473;p30"/>
          <p:cNvPicPr preferRelativeResize="0"/>
          <p:nvPr/>
        </p:nvPicPr>
        <p:blipFill rotWithShape="1">
          <a:blip r:embed="rId9">
            <a:alphaModFix/>
          </a:blip>
          <a:srcRect b="0" l="0" r="0" t="0"/>
          <a:stretch/>
        </p:blipFill>
        <p:spPr>
          <a:xfrm>
            <a:off x="6519369" y="3626514"/>
            <a:ext cx="732149" cy="585711"/>
          </a:xfrm>
          <a:prstGeom prst="rect">
            <a:avLst/>
          </a:prstGeom>
          <a:noFill/>
          <a:ln>
            <a:noFill/>
          </a:ln>
        </p:spPr>
      </p:pic>
      <p:sp>
        <p:nvSpPr>
          <p:cNvPr id="474" name="Google Shape;474;p30"/>
          <p:cNvSpPr/>
          <p:nvPr/>
        </p:nvSpPr>
        <p:spPr>
          <a:xfrm>
            <a:off x="7866532" y="36194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475" name="Google Shape;475;p30"/>
          <p:cNvSpPr txBox="1"/>
          <p:nvPr/>
        </p:nvSpPr>
        <p:spPr>
          <a:xfrm>
            <a:off x="7866532" y="3652634"/>
            <a:ext cx="5997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KNN</a:t>
            </a:r>
            <a:endParaRPr i="0" sz="9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Model</a:t>
            </a:r>
            <a:endParaRPr i="0" sz="933" u="none" cap="none" strike="noStrike">
              <a:solidFill>
                <a:schemeClr val="dk1"/>
              </a:solidFill>
              <a:latin typeface="Proxima Nova"/>
              <a:ea typeface="Proxima Nova"/>
              <a:cs typeface="Proxima Nova"/>
              <a:sym typeface="Proxima Nova"/>
            </a:endParaRPr>
          </a:p>
        </p:txBody>
      </p:sp>
      <p:sp>
        <p:nvSpPr>
          <p:cNvPr id="476" name="Google Shape;476;p30"/>
          <p:cNvSpPr/>
          <p:nvPr/>
        </p:nvSpPr>
        <p:spPr>
          <a:xfrm>
            <a:off x="7658384" y="4601251"/>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477" name="Google Shape;477;p30"/>
          <p:cNvPicPr preferRelativeResize="0"/>
          <p:nvPr/>
        </p:nvPicPr>
        <p:blipFill rotWithShape="1">
          <a:blip r:embed="rId10">
            <a:alphaModFix/>
          </a:blip>
          <a:srcRect b="0" l="0" r="0" t="0"/>
          <a:stretch/>
        </p:blipFill>
        <p:spPr>
          <a:xfrm>
            <a:off x="9221027" y="4601301"/>
            <a:ext cx="1376140" cy="438991"/>
          </a:xfrm>
          <a:prstGeom prst="rect">
            <a:avLst/>
          </a:prstGeom>
          <a:noFill/>
          <a:ln>
            <a:noFill/>
          </a:ln>
        </p:spPr>
      </p:pic>
      <p:pic>
        <p:nvPicPr>
          <p:cNvPr id="478" name="Google Shape;478;p30"/>
          <p:cNvPicPr preferRelativeResize="0"/>
          <p:nvPr/>
        </p:nvPicPr>
        <p:blipFill rotWithShape="1">
          <a:blip r:embed="rId11">
            <a:alphaModFix/>
          </a:blip>
          <a:srcRect b="0" l="0" r="0" t="0"/>
          <a:stretch/>
        </p:blipFill>
        <p:spPr>
          <a:xfrm>
            <a:off x="10940529" y="4101486"/>
            <a:ext cx="599850" cy="580003"/>
          </a:xfrm>
          <a:prstGeom prst="rect">
            <a:avLst/>
          </a:prstGeom>
          <a:noFill/>
          <a:ln>
            <a:noFill/>
          </a:ln>
        </p:spPr>
      </p:pic>
      <p:cxnSp>
        <p:nvCxnSpPr>
          <p:cNvPr id="479" name="Google Shape;479;p30"/>
          <p:cNvCxnSpPr>
            <a:stCxn id="465" idx="4"/>
            <a:endCxn id="468"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480" name="Google Shape;480;p30"/>
          <p:cNvCxnSpPr>
            <a:stCxn id="468" idx="3"/>
            <a:endCxn id="472" idx="1"/>
          </p:cNvCxnSpPr>
          <p:nvPr/>
        </p:nvCxnSpPr>
        <p:spPr>
          <a:xfrm>
            <a:off x="2555572" y="2552974"/>
            <a:ext cx="497100" cy="0"/>
          </a:xfrm>
          <a:prstGeom prst="straightConnector1">
            <a:avLst/>
          </a:prstGeom>
          <a:noFill/>
          <a:ln cap="flat" cmpd="sng" w="12700">
            <a:solidFill>
              <a:srgbClr val="666666"/>
            </a:solidFill>
            <a:prstDash val="solid"/>
            <a:round/>
            <a:headEnd len="sm" w="sm" type="none"/>
            <a:tailEnd len="med" w="med" type="triangle"/>
          </a:ln>
        </p:spPr>
      </p:cxnSp>
      <p:cxnSp>
        <p:nvCxnSpPr>
          <p:cNvPr id="481" name="Google Shape;481;p30"/>
          <p:cNvCxnSpPr>
            <a:stCxn id="472" idx="3"/>
            <a:endCxn id="471" idx="1"/>
          </p:cNvCxnSpPr>
          <p:nvPr/>
        </p:nvCxnSpPr>
        <p:spPr>
          <a:xfrm>
            <a:off x="4172722" y="2552977"/>
            <a:ext cx="653100" cy="0"/>
          </a:xfrm>
          <a:prstGeom prst="straightConnector1">
            <a:avLst/>
          </a:prstGeom>
          <a:noFill/>
          <a:ln cap="flat" cmpd="sng" w="12700">
            <a:solidFill>
              <a:srgbClr val="666666"/>
            </a:solidFill>
            <a:prstDash val="solid"/>
            <a:round/>
            <a:headEnd len="sm" w="sm" type="none"/>
            <a:tailEnd len="med" w="med" type="triangle"/>
          </a:ln>
        </p:spPr>
      </p:cxnSp>
      <p:cxnSp>
        <p:nvCxnSpPr>
          <p:cNvPr id="482" name="Google Shape;482;p30"/>
          <p:cNvCxnSpPr>
            <a:stCxn id="472" idx="2"/>
            <a:endCxn id="469" idx="1"/>
          </p:cNvCxnSpPr>
          <p:nvPr/>
        </p:nvCxnSpPr>
        <p:spPr>
          <a:xfrm flipH="1" rot="-5400000">
            <a:off x="3850479" y="2892338"/>
            <a:ext cx="789300" cy="1264800"/>
          </a:xfrm>
          <a:prstGeom prst="bentConnector2">
            <a:avLst/>
          </a:prstGeom>
          <a:noFill/>
          <a:ln cap="flat" cmpd="sng" w="12700">
            <a:solidFill>
              <a:srgbClr val="666666"/>
            </a:solidFill>
            <a:prstDash val="solid"/>
            <a:round/>
            <a:headEnd len="sm" w="sm" type="none"/>
            <a:tailEnd len="med" w="med" type="triangle"/>
          </a:ln>
        </p:spPr>
      </p:cxnSp>
      <p:cxnSp>
        <p:nvCxnSpPr>
          <p:cNvPr id="483" name="Google Shape;483;p30"/>
          <p:cNvCxnSpPr>
            <a:stCxn id="472" idx="2"/>
            <a:endCxn id="470" idx="1"/>
          </p:cNvCxnSpPr>
          <p:nvPr/>
        </p:nvCxnSpPr>
        <p:spPr>
          <a:xfrm flipH="1" rot="-5400000">
            <a:off x="3399729" y="3343088"/>
            <a:ext cx="1690800" cy="1264800"/>
          </a:xfrm>
          <a:prstGeom prst="bentConnector2">
            <a:avLst/>
          </a:prstGeom>
          <a:noFill/>
          <a:ln cap="flat" cmpd="sng" w="12700">
            <a:solidFill>
              <a:srgbClr val="666666"/>
            </a:solidFill>
            <a:prstDash val="solid"/>
            <a:round/>
            <a:headEnd len="sm" w="sm" type="none"/>
            <a:tailEnd len="med" w="med" type="triangle"/>
          </a:ln>
        </p:spPr>
      </p:cxnSp>
      <p:cxnSp>
        <p:nvCxnSpPr>
          <p:cNvPr id="484" name="Google Shape;484;p30"/>
          <p:cNvCxnSpPr>
            <a:stCxn id="469" idx="3"/>
            <a:endCxn id="473" idx="1"/>
          </p:cNvCxnSpPr>
          <p:nvPr/>
        </p:nvCxnSpPr>
        <p:spPr>
          <a:xfrm>
            <a:off x="6006963" y="3919325"/>
            <a:ext cx="512400" cy="0"/>
          </a:xfrm>
          <a:prstGeom prst="straightConnector1">
            <a:avLst/>
          </a:prstGeom>
          <a:noFill/>
          <a:ln cap="flat" cmpd="sng" w="12700">
            <a:solidFill>
              <a:srgbClr val="666666"/>
            </a:solidFill>
            <a:prstDash val="solid"/>
            <a:round/>
            <a:headEnd len="sm" w="sm" type="none"/>
            <a:tailEnd len="med" w="med" type="triangle"/>
          </a:ln>
        </p:spPr>
      </p:cxnSp>
      <p:cxnSp>
        <p:nvCxnSpPr>
          <p:cNvPr id="485" name="Google Shape;485;p30"/>
          <p:cNvCxnSpPr>
            <a:stCxn id="473" idx="3"/>
            <a:endCxn id="475" idx="1"/>
          </p:cNvCxnSpPr>
          <p:nvPr/>
        </p:nvCxnSpPr>
        <p:spPr>
          <a:xfrm>
            <a:off x="7251517" y="3919370"/>
            <a:ext cx="615000" cy="0"/>
          </a:xfrm>
          <a:prstGeom prst="straightConnector1">
            <a:avLst/>
          </a:prstGeom>
          <a:noFill/>
          <a:ln cap="flat" cmpd="sng" w="12700">
            <a:solidFill>
              <a:srgbClr val="666666"/>
            </a:solidFill>
            <a:prstDash val="solid"/>
            <a:round/>
            <a:headEnd len="sm" w="sm" type="none"/>
            <a:tailEnd len="med" w="med" type="triangle"/>
          </a:ln>
        </p:spPr>
      </p:cxnSp>
      <p:cxnSp>
        <p:nvCxnSpPr>
          <p:cNvPr id="486" name="Google Shape;486;p30"/>
          <p:cNvCxnSpPr>
            <a:stCxn id="475" idx="2"/>
            <a:endCxn id="476" idx="0"/>
          </p:cNvCxnSpPr>
          <p:nvPr/>
        </p:nvCxnSpPr>
        <p:spPr>
          <a:xfrm>
            <a:off x="8166382" y="4186034"/>
            <a:ext cx="0" cy="415200"/>
          </a:xfrm>
          <a:prstGeom prst="straightConnector1">
            <a:avLst/>
          </a:prstGeom>
          <a:noFill/>
          <a:ln cap="flat" cmpd="sng" w="12700">
            <a:solidFill>
              <a:srgbClr val="666666"/>
            </a:solidFill>
            <a:prstDash val="solid"/>
            <a:round/>
            <a:headEnd len="sm" w="sm" type="none"/>
            <a:tailEnd len="med" w="med" type="triangle"/>
          </a:ln>
        </p:spPr>
      </p:cxnSp>
      <p:cxnSp>
        <p:nvCxnSpPr>
          <p:cNvPr id="487" name="Google Shape;487;p30"/>
          <p:cNvCxnSpPr>
            <a:stCxn id="470" idx="3"/>
            <a:endCxn id="476" idx="1"/>
          </p:cNvCxnSpPr>
          <p:nvPr/>
        </p:nvCxnSpPr>
        <p:spPr>
          <a:xfrm>
            <a:off x="6006964" y="4820799"/>
            <a:ext cx="1651500" cy="0"/>
          </a:xfrm>
          <a:prstGeom prst="straightConnector1">
            <a:avLst/>
          </a:prstGeom>
          <a:noFill/>
          <a:ln cap="flat" cmpd="sng" w="12700">
            <a:solidFill>
              <a:srgbClr val="666666"/>
            </a:solidFill>
            <a:prstDash val="solid"/>
            <a:round/>
            <a:headEnd len="sm" w="sm" type="none"/>
            <a:tailEnd len="med" w="med" type="triangle"/>
          </a:ln>
        </p:spPr>
      </p:cxnSp>
      <p:cxnSp>
        <p:nvCxnSpPr>
          <p:cNvPr id="488" name="Google Shape;488;p30"/>
          <p:cNvCxnSpPr>
            <a:stCxn id="476" idx="3"/>
            <a:endCxn id="477" idx="1"/>
          </p:cNvCxnSpPr>
          <p:nvPr/>
        </p:nvCxnSpPr>
        <p:spPr>
          <a:xfrm>
            <a:off x="8674484" y="4820851"/>
            <a:ext cx="546600" cy="0"/>
          </a:xfrm>
          <a:prstGeom prst="straightConnector1">
            <a:avLst/>
          </a:prstGeom>
          <a:noFill/>
          <a:ln cap="flat" cmpd="sng" w="12700">
            <a:solidFill>
              <a:srgbClr val="666666"/>
            </a:solidFill>
            <a:prstDash val="solid"/>
            <a:round/>
            <a:headEnd len="sm" w="sm" type="none"/>
            <a:tailEnd len="med" w="med" type="triangle"/>
          </a:ln>
        </p:spPr>
      </p:cxnSp>
      <p:cxnSp>
        <p:nvCxnSpPr>
          <p:cNvPr id="489" name="Google Shape;489;p30"/>
          <p:cNvCxnSpPr>
            <a:stCxn id="477" idx="3"/>
            <a:endCxn id="478" idx="1"/>
          </p:cNvCxnSpPr>
          <p:nvPr/>
        </p:nvCxnSpPr>
        <p:spPr>
          <a:xfrm flipH="1" rot="10800000">
            <a:off x="10597166" y="4391496"/>
            <a:ext cx="343500" cy="429300"/>
          </a:xfrm>
          <a:prstGeom prst="straightConnector1">
            <a:avLst/>
          </a:prstGeom>
          <a:noFill/>
          <a:ln cap="flat" cmpd="sng" w="12700">
            <a:solidFill>
              <a:srgbClr val="666666"/>
            </a:solidFill>
            <a:prstDash val="solid"/>
            <a:round/>
            <a:headEnd len="sm" w="sm" type="none"/>
            <a:tailEnd len="med" w="med" type="triangle"/>
          </a:ln>
        </p:spPr>
      </p:cxnSp>
      <p:sp>
        <p:nvSpPr>
          <p:cNvPr id="490" name="Google Shape;490;p30"/>
          <p:cNvSpPr txBox="1"/>
          <p:nvPr/>
        </p:nvSpPr>
        <p:spPr>
          <a:xfrm>
            <a:off x="10940529" y="4988067"/>
            <a:ext cx="599700" cy="430800"/>
          </a:xfrm>
          <a:prstGeom prst="rect">
            <a:avLst/>
          </a:prstGeom>
          <a:noFill/>
          <a:ln cap="flat" cmpd="sng" w="12700">
            <a:solidFill>
              <a:srgbClr val="666666"/>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Proxima Nova"/>
                <a:ea typeface="Proxima Nova"/>
                <a:cs typeface="Proxima Nova"/>
                <a:sym typeface="Proxima Nova"/>
              </a:rPr>
              <a:t>85%</a:t>
            </a:r>
            <a:endParaRPr b="1" i="0" sz="1200" u="none" cap="none" strike="noStrike">
              <a:solidFill>
                <a:schemeClr val="dk1"/>
              </a:solidFill>
              <a:latin typeface="Proxima Nova"/>
              <a:ea typeface="Proxima Nova"/>
              <a:cs typeface="Proxima Nova"/>
              <a:sym typeface="Proxima Nova"/>
            </a:endParaRPr>
          </a:p>
        </p:txBody>
      </p:sp>
      <p:cxnSp>
        <p:nvCxnSpPr>
          <p:cNvPr id="491" name="Google Shape;491;p30"/>
          <p:cNvCxnSpPr>
            <a:stCxn id="477" idx="3"/>
            <a:endCxn id="490" idx="1"/>
          </p:cNvCxnSpPr>
          <p:nvPr/>
        </p:nvCxnSpPr>
        <p:spPr>
          <a:xfrm>
            <a:off x="10597166" y="4820796"/>
            <a:ext cx="343500" cy="382800"/>
          </a:xfrm>
          <a:prstGeom prst="straightConnector1">
            <a:avLst/>
          </a:prstGeom>
          <a:noFill/>
          <a:ln cap="flat" cmpd="sng" w="12700">
            <a:solidFill>
              <a:srgbClr val="666666"/>
            </a:solidFill>
            <a:prstDash val="solid"/>
            <a:round/>
            <a:headEnd len="sm" w="sm" type="none"/>
            <a:tailEnd len="med" w="med" type="triangle"/>
          </a:ln>
        </p:spPr>
      </p:cxnSp>
      <p:cxnSp>
        <p:nvCxnSpPr>
          <p:cNvPr id="492" name="Google Shape;492;p30"/>
          <p:cNvCxnSpPr>
            <a:stCxn id="466" idx="3"/>
            <a:endCxn id="468"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pic>
        <p:nvPicPr>
          <p:cNvPr id="493" name="Google Shape;493;p30"/>
          <p:cNvPicPr preferRelativeResize="0"/>
          <p:nvPr/>
        </p:nvPicPr>
        <p:blipFill rotWithShape="1">
          <a:blip r:embed="rId12">
            <a:alphaModFix/>
          </a:blip>
          <a:srcRect b="0" l="0" r="0" t="0"/>
          <a:stretch/>
        </p:blipFill>
        <p:spPr>
          <a:xfrm>
            <a:off x="1435574" y="5601167"/>
            <a:ext cx="1119987" cy="633036"/>
          </a:xfrm>
          <a:prstGeom prst="rect">
            <a:avLst/>
          </a:prstGeom>
          <a:noFill/>
          <a:ln>
            <a:noFill/>
          </a:ln>
        </p:spPr>
      </p:pic>
      <p:cxnSp>
        <p:nvCxnSpPr>
          <p:cNvPr id="494" name="Google Shape;494;p30"/>
          <p:cNvCxnSpPr>
            <a:stCxn id="465" idx="4"/>
            <a:endCxn id="493" idx="1"/>
          </p:cNvCxnSpPr>
          <p:nvPr/>
        </p:nvCxnSpPr>
        <p:spPr>
          <a:xfrm>
            <a:off x="938398" y="2972351"/>
            <a:ext cx="497100" cy="2945400"/>
          </a:xfrm>
          <a:prstGeom prst="bentConnector3">
            <a:avLst>
              <a:gd fmla="val 50010" name="adj1"/>
            </a:avLst>
          </a:prstGeom>
          <a:noFill/>
          <a:ln cap="flat" cmpd="sng" w="12700">
            <a:solidFill>
              <a:srgbClr val="666666"/>
            </a:solidFill>
            <a:prstDash val="solid"/>
            <a:round/>
            <a:headEnd len="sm" w="sm" type="none"/>
            <a:tailEnd len="med" w="med" type="triangle"/>
          </a:ln>
        </p:spPr>
      </p:cxnSp>
      <p:sp>
        <p:nvSpPr>
          <p:cNvPr id="495" name="Google Shape;495;p30"/>
          <p:cNvSpPr txBox="1"/>
          <p:nvPr/>
        </p:nvSpPr>
        <p:spPr>
          <a:xfrm>
            <a:off x="3052736" y="2346801"/>
            <a:ext cx="1016100" cy="738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Proxima Nova"/>
                <a:ea typeface="Proxima Nova"/>
                <a:cs typeface="Proxima Nova"/>
                <a:sym typeface="Proxima Nova"/>
              </a:rPr>
              <a:t>X</a:t>
            </a:r>
            <a:endParaRPr b="1" i="0" sz="1866" u="none" cap="none" strike="noStrike">
              <a:solidFill>
                <a:srgbClr val="00000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38761D"/>
                </a:solidFill>
                <a:latin typeface="Proxima Nova"/>
                <a:ea typeface="Proxima Nova"/>
                <a:cs typeface="Proxima Nova"/>
                <a:sym typeface="Proxima Nova"/>
              </a:rPr>
              <a:t>(Feature)</a:t>
            </a:r>
            <a:endParaRPr b="1" i="0" sz="1333" u="none" cap="none" strike="noStrike">
              <a:solidFill>
                <a:srgbClr val="38761D"/>
              </a:solidFill>
              <a:latin typeface="Proxima Nova"/>
              <a:ea typeface="Proxima Nova"/>
              <a:cs typeface="Proxima Nova"/>
              <a:sym typeface="Proxima Nova"/>
            </a:endParaRPr>
          </a:p>
        </p:txBody>
      </p:sp>
      <p:sp>
        <p:nvSpPr>
          <p:cNvPr id="496" name="Google Shape;496;p30"/>
          <p:cNvSpPr txBox="1"/>
          <p:nvPr/>
        </p:nvSpPr>
        <p:spPr>
          <a:xfrm>
            <a:off x="3612729" y="2346800"/>
            <a:ext cx="10161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Y</a:t>
            </a:r>
            <a:endParaRPr b="1" i="0" sz="1866" u="none" cap="none" strike="noStrike">
              <a:solidFill>
                <a:srgbClr val="000000"/>
              </a:solidFill>
              <a:latin typeface="Arial"/>
              <a:ea typeface="Arial"/>
              <a:cs typeface="Arial"/>
              <a:sym typeface="Arial"/>
            </a:endParaRPr>
          </a:p>
        </p:txBody>
      </p:sp>
      <p:sp>
        <p:nvSpPr>
          <p:cNvPr id="497" name="Google Shape;497;p30"/>
          <p:cNvSpPr txBox="1"/>
          <p:nvPr/>
        </p:nvSpPr>
        <p:spPr>
          <a:xfrm>
            <a:off x="4888210" y="3708767"/>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chemeClr val="accent5"/>
                </a:solidFill>
                <a:latin typeface="Proxima Nova"/>
                <a:ea typeface="Proxima Nova"/>
                <a:cs typeface="Proxima Nova"/>
                <a:sym typeface="Proxima Nova"/>
              </a:rPr>
              <a:t>Train</a:t>
            </a:r>
            <a:endParaRPr b="1" i="0" sz="1733" u="none" cap="none" strike="noStrike">
              <a:solidFill>
                <a:schemeClr val="accent5"/>
              </a:solidFill>
              <a:latin typeface="Proxima Nova"/>
              <a:ea typeface="Proxima Nova"/>
              <a:cs typeface="Proxima Nova"/>
              <a:sym typeface="Proxima Nova"/>
            </a:endParaRPr>
          </a:p>
        </p:txBody>
      </p:sp>
      <p:sp>
        <p:nvSpPr>
          <p:cNvPr id="498" name="Google Shape;498;p30"/>
          <p:cNvSpPr txBox="1"/>
          <p:nvPr/>
        </p:nvSpPr>
        <p:spPr>
          <a:xfrm>
            <a:off x="4888210" y="4601434"/>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rgbClr val="4A86E8"/>
                </a:solidFill>
                <a:latin typeface="Proxima Nova"/>
                <a:ea typeface="Proxima Nova"/>
                <a:cs typeface="Proxima Nova"/>
                <a:sym typeface="Proxima Nova"/>
              </a:rPr>
              <a:t>Test</a:t>
            </a:r>
            <a:endParaRPr b="1" i="0" sz="1733" u="none" cap="none" strike="noStrike">
              <a:solidFill>
                <a:srgbClr val="4A86E8"/>
              </a:solidFill>
              <a:latin typeface="Proxima Nova"/>
              <a:ea typeface="Proxima Nova"/>
              <a:cs typeface="Proxima Nova"/>
              <a:sym typeface="Proxima Nova"/>
            </a:endParaRPr>
          </a:p>
        </p:txBody>
      </p:sp>
      <p:sp>
        <p:nvSpPr>
          <p:cNvPr id="499" name="Google Shape;499;p30"/>
          <p:cNvSpPr txBox="1"/>
          <p:nvPr/>
        </p:nvSpPr>
        <p:spPr>
          <a:xfrm>
            <a:off x="3585736" y="2052600"/>
            <a:ext cx="10701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FF9900"/>
                </a:solidFill>
                <a:latin typeface="Proxima Nova"/>
                <a:ea typeface="Proxima Nova"/>
                <a:cs typeface="Proxima Nova"/>
                <a:sym typeface="Proxima Nova"/>
              </a:rPr>
              <a:t>(Label)</a:t>
            </a:r>
            <a:endParaRPr b="1" i="0" sz="1866" u="none" cap="none" strike="noStrike">
              <a:solidFill>
                <a:srgbClr val="FF9900"/>
              </a:solidFill>
              <a:latin typeface="Proxima Nova"/>
              <a:ea typeface="Proxima Nova"/>
              <a:cs typeface="Proxima Nova"/>
              <a:sym typeface="Proxima Nova"/>
            </a:endParaRPr>
          </a:p>
        </p:txBody>
      </p:sp>
      <p:sp>
        <p:nvSpPr>
          <p:cNvPr id="500" name="Google Shape;500;p30"/>
          <p:cNvSpPr txBox="1"/>
          <p:nvPr/>
        </p:nvSpPr>
        <p:spPr>
          <a:xfrm>
            <a:off x="4669898" y="2802551"/>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Data Exploration</a:t>
            </a:r>
            <a:endParaRPr b="1" i="0" sz="1333" u="none" cap="none" strike="noStrike">
              <a:solidFill>
                <a:schemeClr val="dk1"/>
              </a:solidFill>
              <a:latin typeface="Proxima Nova"/>
              <a:ea typeface="Proxima Nova"/>
              <a:cs typeface="Proxima Nova"/>
              <a:sym typeface="Proxima Nova"/>
            </a:endParaRPr>
          </a:p>
        </p:txBody>
      </p:sp>
      <p:sp>
        <p:nvSpPr>
          <p:cNvPr id="501" name="Google Shape;501;p30"/>
          <p:cNvSpPr txBox="1"/>
          <p:nvPr/>
        </p:nvSpPr>
        <p:spPr>
          <a:xfrm>
            <a:off x="6088576" y="4041733"/>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Model </a:t>
            </a:r>
            <a:endParaRPr b="1" i="0" sz="13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Training</a:t>
            </a:r>
            <a:endParaRPr b="1" i="0" sz="1333" u="none" cap="none" strike="noStrike">
              <a:solidFill>
                <a:schemeClr val="dk1"/>
              </a:solidFill>
              <a:latin typeface="Proxima Nova"/>
              <a:ea typeface="Proxima Nova"/>
              <a:cs typeface="Proxima Nova"/>
              <a:sym typeface="Proxima Nova"/>
            </a:endParaRPr>
          </a:p>
        </p:txBody>
      </p:sp>
      <p:sp>
        <p:nvSpPr>
          <p:cNvPr id="502" name="Google Shape;502;p30"/>
          <p:cNvSpPr txBox="1"/>
          <p:nvPr/>
        </p:nvSpPr>
        <p:spPr>
          <a:xfrm>
            <a:off x="7761158" y="4595600"/>
            <a:ext cx="8250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Predict</a:t>
            </a:r>
            <a:endParaRPr b="1" i="0" sz="1333" u="none" cap="none" strike="noStrike">
              <a:solidFill>
                <a:schemeClr val="dk1"/>
              </a:solidFill>
              <a:latin typeface="Proxima Nova"/>
              <a:ea typeface="Proxima Nova"/>
              <a:cs typeface="Proxima Nova"/>
              <a:sym typeface="Proxima Nova"/>
            </a:endParaRPr>
          </a:p>
        </p:txBody>
      </p:sp>
      <p:sp>
        <p:nvSpPr>
          <p:cNvPr id="503" name="Google Shape;503;p30"/>
          <p:cNvSpPr txBox="1"/>
          <p:nvPr/>
        </p:nvSpPr>
        <p:spPr>
          <a:xfrm>
            <a:off x="1337932" y="6100500"/>
            <a:ext cx="13173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New Data</a:t>
            </a:r>
            <a:endParaRPr b="1" i="0" sz="1333" u="none" cap="none" strike="noStrike">
              <a:solidFill>
                <a:schemeClr val="dk1"/>
              </a:solidFill>
              <a:latin typeface="Proxima Nova"/>
              <a:ea typeface="Proxima Nova"/>
              <a:cs typeface="Proxima Nova"/>
              <a:sym typeface="Proxima Nova"/>
            </a:endParaRPr>
          </a:p>
        </p:txBody>
      </p:sp>
      <p:grpSp>
        <p:nvGrpSpPr>
          <p:cNvPr id="504" name="Google Shape;504;p30"/>
          <p:cNvGrpSpPr/>
          <p:nvPr/>
        </p:nvGrpSpPr>
        <p:grpSpPr>
          <a:xfrm>
            <a:off x="1572474" y="3088385"/>
            <a:ext cx="599850" cy="533587"/>
            <a:chOff x="1179650" y="1478125"/>
            <a:chExt cx="450000" cy="400200"/>
          </a:xfrm>
        </p:grpSpPr>
        <p:sp>
          <p:nvSpPr>
            <p:cNvPr id="505" name="Google Shape;505;p3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06" name="Google Shape;506;p3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grpSp>
        <p:nvGrpSpPr>
          <p:cNvPr id="507" name="Google Shape;507;p30"/>
          <p:cNvGrpSpPr/>
          <p:nvPr/>
        </p:nvGrpSpPr>
        <p:grpSpPr>
          <a:xfrm>
            <a:off x="3052837" y="1595985"/>
            <a:ext cx="599850" cy="533587"/>
            <a:chOff x="1179650" y="1478125"/>
            <a:chExt cx="450000" cy="400200"/>
          </a:xfrm>
        </p:grpSpPr>
        <p:sp>
          <p:nvSpPr>
            <p:cNvPr id="508" name="Google Shape;508;p3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09" name="Google Shape;509;p3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2</a:t>
              </a:r>
              <a:endParaRPr b="1" i="0" sz="1866" u="none" cap="none" strike="noStrike">
                <a:solidFill>
                  <a:schemeClr val="dk1"/>
                </a:solidFill>
                <a:latin typeface="Arial"/>
                <a:ea typeface="Arial"/>
                <a:cs typeface="Arial"/>
                <a:sym typeface="Arial"/>
              </a:endParaRPr>
            </a:p>
          </p:txBody>
        </p:sp>
      </p:grpSp>
      <p:grpSp>
        <p:nvGrpSpPr>
          <p:cNvPr id="510" name="Google Shape;510;p30"/>
          <p:cNvGrpSpPr/>
          <p:nvPr/>
        </p:nvGrpSpPr>
        <p:grpSpPr>
          <a:xfrm>
            <a:off x="4669899" y="1859969"/>
            <a:ext cx="599850" cy="533587"/>
            <a:chOff x="1179650" y="1478125"/>
            <a:chExt cx="450000" cy="400200"/>
          </a:xfrm>
        </p:grpSpPr>
        <p:sp>
          <p:nvSpPr>
            <p:cNvPr id="511" name="Google Shape;511;p3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12" name="Google Shape;512;p3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3</a:t>
              </a:r>
              <a:endParaRPr b="1" i="0" sz="1866" u="none" cap="none" strike="noStrike">
                <a:solidFill>
                  <a:schemeClr val="dk1"/>
                </a:solidFill>
                <a:latin typeface="Arial"/>
                <a:ea typeface="Arial"/>
                <a:cs typeface="Arial"/>
                <a:sym typeface="Arial"/>
              </a:endParaRPr>
            </a:p>
          </p:txBody>
        </p:sp>
      </p:grpSp>
      <p:grpSp>
        <p:nvGrpSpPr>
          <p:cNvPr id="513" name="Google Shape;513;p30"/>
          <p:cNvGrpSpPr/>
          <p:nvPr/>
        </p:nvGrpSpPr>
        <p:grpSpPr>
          <a:xfrm>
            <a:off x="3312805" y="3542269"/>
            <a:ext cx="599850" cy="533587"/>
            <a:chOff x="1179650" y="1478125"/>
            <a:chExt cx="450000" cy="400200"/>
          </a:xfrm>
        </p:grpSpPr>
        <p:sp>
          <p:nvSpPr>
            <p:cNvPr id="514" name="Google Shape;514;p3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15" name="Google Shape;515;p3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4</a:t>
              </a:r>
              <a:endParaRPr b="1" i="0" sz="1866" u="none" cap="none" strike="noStrike">
                <a:solidFill>
                  <a:schemeClr val="dk1"/>
                </a:solidFill>
                <a:latin typeface="Arial"/>
                <a:ea typeface="Arial"/>
                <a:cs typeface="Arial"/>
                <a:sym typeface="Arial"/>
              </a:endParaRPr>
            </a:p>
          </p:txBody>
        </p:sp>
      </p:grpSp>
      <p:grpSp>
        <p:nvGrpSpPr>
          <p:cNvPr id="516" name="Google Shape;516;p30"/>
          <p:cNvGrpSpPr/>
          <p:nvPr/>
        </p:nvGrpSpPr>
        <p:grpSpPr>
          <a:xfrm>
            <a:off x="6585520" y="3190302"/>
            <a:ext cx="599850" cy="533587"/>
            <a:chOff x="1179650" y="1478125"/>
            <a:chExt cx="450000" cy="400200"/>
          </a:xfrm>
        </p:grpSpPr>
        <p:sp>
          <p:nvSpPr>
            <p:cNvPr id="517" name="Google Shape;517;p3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18" name="Google Shape;518;p3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5</a:t>
              </a:r>
              <a:endParaRPr b="1" i="0" sz="1866" u="none" cap="none" strike="noStrike">
                <a:solidFill>
                  <a:schemeClr val="dk1"/>
                </a:solidFill>
                <a:latin typeface="Arial"/>
                <a:ea typeface="Arial"/>
                <a:cs typeface="Arial"/>
                <a:sym typeface="Arial"/>
              </a:endParaRPr>
            </a:p>
          </p:txBody>
        </p:sp>
      </p:grpSp>
      <p:grpSp>
        <p:nvGrpSpPr>
          <p:cNvPr id="519" name="Google Shape;519;p30"/>
          <p:cNvGrpSpPr/>
          <p:nvPr/>
        </p:nvGrpSpPr>
        <p:grpSpPr>
          <a:xfrm>
            <a:off x="7663400" y="4103269"/>
            <a:ext cx="599850" cy="533587"/>
            <a:chOff x="1179650" y="1478125"/>
            <a:chExt cx="450000" cy="400200"/>
          </a:xfrm>
        </p:grpSpPr>
        <p:sp>
          <p:nvSpPr>
            <p:cNvPr id="520" name="Google Shape;520;p3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21" name="Google Shape;521;p3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6</a:t>
              </a:r>
              <a:endParaRPr b="1" i="0" sz="1866" u="none" cap="none" strike="noStrike">
                <a:solidFill>
                  <a:schemeClr val="dk1"/>
                </a:solidFill>
                <a:latin typeface="Arial"/>
                <a:ea typeface="Arial"/>
                <a:cs typeface="Arial"/>
                <a:sym typeface="Arial"/>
              </a:endParaRPr>
            </a:p>
          </p:txBody>
        </p:sp>
      </p:grpSp>
      <p:grpSp>
        <p:nvGrpSpPr>
          <p:cNvPr id="522" name="Google Shape;522;p30"/>
          <p:cNvGrpSpPr/>
          <p:nvPr/>
        </p:nvGrpSpPr>
        <p:grpSpPr>
          <a:xfrm>
            <a:off x="10340846" y="3919502"/>
            <a:ext cx="599850" cy="533587"/>
            <a:chOff x="1179650" y="1478125"/>
            <a:chExt cx="450000" cy="400200"/>
          </a:xfrm>
        </p:grpSpPr>
        <p:sp>
          <p:nvSpPr>
            <p:cNvPr id="523" name="Google Shape;523;p3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24" name="Google Shape;524;p3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7</a:t>
              </a:r>
              <a:endParaRPr b="1" i="0" sz="1866" u="none" cap="none" strike="noStrike">
                <a:solidFill>
                  <a:schemeClr val="dk1"/>
                </a:solidFill>
                <a:latin typeface="Arial"/>
                <a:ea typeface="Arial"/>
                <a:cs typeface="Arial"/>
                <a:sym typeface="Arial"/>
              </a:endParaRPr>
            </a:p>
          </p:txBody>
        </p:sp>
      </p:grpSp>
      <p:grpSp>
        <p:nvGrpSpPr>
          <p:cNvPr id="525" name="Google Shape;525;p30"/>
          <p:cNvGrpSpPr/>
          <p:nvPr/>
        </p:nvGrpSpPr>
        <p:grpSpPr>
          <a:xfrm>
            <a:off x="1695643" y="5114569"/>
            <a:ext cx="599850" cy="533587"/>
            <a:chOff x="1179650" y="1478125"/>
            <a:chExt cx="450000" cy="400200"/>
          </a:xfrm>
        </p:grpSpPr>
        <p:sp>
          <p:nvSpPr>
            <p:cNvPr id="526" name="Google Shape;526;p3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27" name="Google Shape;527;p3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8</a:t>
              </a:r>
              <a:endParaRPr b="1" i="0" sz="1866" u="none" cap="none" strike="noStrike">
                <a:solidFill>
                  <a:schemeClr val="dk1"/>
                </a:solidFill>
                <a:latin typeface="Arial"/>
                <a:ea typeface="Arial"/>
                <a:cs typeface="Arial"/>
                <a:sym typeface="Arial"/>
              </a:endParaRPr>
            </a:p>
          </p:txBody>
        </p:sp>
      </p:grpSp>
      <p:sp>
        <p:nvSpPr>
          <p:cNvPr id="528" name="Google Shape;528;p30"/>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8. Load New/Unseen Data</a:t>
            </a:r>
            <a:endParaRPr sz="2800">
              <a:solidFill>
                <a:schemeClr val="accent6"/>
              </a:solidFill>
            </a:endParaRPr>
          </a:p>
        </p:txBody>
      </p:sp>
      <p:sp>
        <p:nvSpPr>
          <p:cNvPr id="529" name="Google Shape;529;p30"/>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3" name="Shape 533"/>
        <p:cNvGrpSpPr/>
        <p:nvPr/>
      </p:nvGrpSpPr>
      <p:grpSpPr>
        <a:xfrm>
          <a:off x="0" y="0"/>
          <a:ext cx="0" cy="0"/>
          <a:chOff x="0" y="0"/>
          <a:chExt cx="0" cy="0"/>
        </a:xfrm>
      </p:grpSpPr>
      <p:sp>
        <p:nvSpPr>
          <p:cNvPr id="534" name="Google Shape;534;p31"/>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535" name="Google Shape;535;p31"/>
          <p:cNvPicPr preferRelativeResize="0"/>
          <p:nvPr/>
        </p:nvPicPr>
        <p:blipFill rotWithShape="1">
          <a:blip r:embed="rId3">
            <a:alphaModFix/>
          </a:blip>
          <a:srcRect b="0" l="0" r="0" t="0"/>
          <a:stretch/>
        </p:blipFill>
        <p:spPr>
          <a:xfrm>
            <a:off x="338382" y="1978369"/>
            <a:ext cx="599916" cy="599916"/>
          </a:xfrm>
          <a:prstGeom prst="rect">
            <a:avLst/>
          </a:prstGeom>
          <a:noFill/>
          <a:ln>
            <a:noFill/>
          </a:ln>
        </p:spPr>
      </p:pic>
      <p:sp>
        <p:nvSpPr>
          <p:cNvPr id="536" name="Google Shape;536;p31"/>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537" name="Google Shape;537;p31"/>
          <p:cNvPicPr preferRelativeResize="0"/>
          <p:nvPr/>
        </p:nvPicPr>
        <p:blipFill rotWithShape="1">
          <a:blip r:embed="rId4">
            <a:alphaModFix/>
          </a:blip>
          <a:srcRect b="0" l="0" r="0" t="0"/>
          <a:stretch/>
        </p:blipFill>
        <p:spPr>
          <a:xfrm>
            <a:off x="1435575" y="1978367"/>
            <a:ext cx="1119998" cy="1149214"/>
          </a:xfrm>
          <a:prstGeom prst="rect">
            <a:avLst/>
          </a:prstGeom>
          <a:noFill/>
          <a:ln>
            <a:noFill/>
          </a:ln>
        </p:spPr>
      </p:pic>
      <p:pic>
        <p:nvPicPr>
          <p:cNvPr id="538" name="Google Shape;538;p31"/>
          <p:cNvPicPr preferRelativeResize="0"/>
          <p:nvPr/>
        </p:nvPicPr>
        <p:blipFill rotWithShape="1">
          <a:blip r:embed="rId5">
            <a:alphaModFix/>
          </a:blip>
          <a:srcRect b="0" l="0" r="0" t="0"/>
          <a:stretch/>
        </p:blipFill>
        <p:spPr>
          <a:xfrm>
            <a:off x="4877447" y="3490800"/>
            <a:ext cx="1129517" cy="857050"/>
          </a:xfrm>
          <a:prstGeom prst="rect">
            <a:avLst/>
          </a:prstGeom>
          <a:noFill/>
          <a:ln>
            <a:noFill/>
          </a:ln>
        </p:spPr>
      </p:pic>
      <p:pic>
        <p:nvPicPr>
          <p:cNvPr id="539" name="Google Shape;539;p31"/>
          <p:cNvPicPr preferRelativeResize="0"/>
          <p:nvPr/>
        </p:nvPicPr>
        <p:blipFill rotWithShape="1">
          <a:blip r:embed="rId6">
            <a:alphaModFix/>
          </a:blip>
          <a:srcRect b="0" l="0" r="0" t="0"/>
          <a:stretch/>
        </p:blipFill>
        <p:spPr>
          <a:xfrm>
            <a:off x="4877447" y="4601301"/>
            <a:ext cx="1129517" cy="438995"/>
          </a:xfrm>
          <a:prstGeom prst="rect">
            <a:avLst/>
          </a:prstGeom>
          <a:noFill/>
          <a:ln>
            <a:noFill/>
          </a:ln>
        </p:spPr>
      </p:pic>
      <p:pic>
        <p:nvPicPr>
          <p:cNvPr id="540" name="Google Shape;540;p31"/>
          <p:cNvPicPr preferRelativeResize="0"/>
          <p:nvPr/>
        </p:nvPicPr>
        <p:blipFill rotWithShape="1">
          <a:blip r:embed="rId7">
            <a:alphaModFix/>
          </a:blip>
          <a:srcRect b="0" l="0" r="0" t="0"/>
          <a:stretch/>
        </p:blipFill>
        <p:spPr>
          <a:xfrm>
            <a:off x="4825693" y="2176301"/>
            <a:ext cx="1119988" cy="753443"/>
          </a:xfrm>
          <a:prstGeom prst="rect">
            <a:avLst/>
          </a:prstGeom>
          <a:noFill/>
          <a:ln>
            <a:noFill/>
          </a:ln>
        </p:spPr>
      </p:pic>
      <p:pic>
        <p:nvPicPr>
          <p:cNvPr id="541" name="Google Shape;541;p31"/>
          <p:cNvPicPr preferRelativeResize="0"/>
          <p:nvPr/>
        </p:nvPicPr>
        <p:blipFill rotWithShape="1">
          <a:blip r:embed="rId8">
            <a:alphaModFix/>
          </a:blip>
          <a:srcRect b="0" l="0" r="0" t="0"/>
          <a:stretch/>
        </p:blipFill>
        <p:spPr>
          <a:xfrm>
            <a:off x="3052736" y="1975867"/>
            <a:ext cx="1119986" cy="1154221"/>
          </a:xfrm>
          <a:prstGeom prst="rect">
            <a:avLst/>
          </a:prstGeom>
          <a:noFill/>
          <a:ln>
            <a:noFill/>
          </a:ln>
        </p:spPr>
      </p:pic>
      <p:pic>
        <p:nvPicPr>
          <p:cNvPr id="542" name="Google Shape;542;p31"/>
          <p:cNvPicPr preferRelativeResize="0"/>
          <p:nvPr/>
        </p:nvPicPr>
        <p:blipFill rotWithShape="1">
          <a:blip r:embed="rId9">
            <a:alphaModFix/>
          </a:blip>
          <a:srcRect b="0" l="0" r="0" t="0"/>
          <a:stretch/>
        </p:blipFill>
        <p:spPr>
          <a:xfrm>
            <a:off x="6519369" y="3626514"/>
            <a:ext cx="732149" cy="585711"/>
          </a:xfrm>
          <a:prstGeom prst="rect">
            <a:avLst/>
          </a:prstGeom>
          <a:noFill/>
          <a:ln>
            <a:noFill/>
          </a:ln>
        </p:spPr>
      </p:pic>
      <p:sp>
        <p:nvSpPr>
          <p:cNvPr id="543" name="Google Shape;543;p31"/>
          <p:cNvSpPr/>
          <p:nvPr/>
        </p:nvSpPr>
        <p:spPr>
          <a:xfrm>
            <a:off x="7866532" y="36194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44" name="Google Shape;544;p31"/>
          <p:cNvSpPr txBox="1"/>
          <p:nvPr/>
        </p:nvSpPr>
        <p:spPr>
          <a:xfrm>
            <a:off x="7866532" y="3652634"/>
            <a:ext cx="5997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KNN</a:t>
            </a:r>
            <a:endParaRPr i="0" sz="9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Model</a:t>
            </a:r>
            <a:endParaRPr i="0" sz="933" u="none" cap="none" strike="noStrike">
              <a:solidFill>
                <a:schemeClr val="dk1"/>
              </a:solidFill>
              <a:latin typeface="Proxima Nova"/>
              <a:ea typeface="Proxima Nova"/>
              <a:cs typeface="Proxima Nova"/>
              <a:sym typeface="Proxima Nova"/>
            </a:endParaRPr>
          </a:p>
        </p:txBody>
      </p:sp>
      <p:sp>
        <p:nvSpPr>
          <p:cNvPr id="545" name="Google Shape;545;p31"/>
          <p:cNvSpPr/>
          <p:nvPr/>
        </p:nvSpPr>
        <p:spPr>
          <a:xfrm>
            <a:off x="7658384" y="4601251"/>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546" name="Google Shape;546;p31"/>
          <p:cNvPicPr preferRelativeResize="0"/>
          <p:nvPr/>
        </p:nvPicPr>
        <p:blipFill rotWithShape="1">
          <a:blip r:embed="rId10">
            <a:alphaModFix/>
          </a:blip>
          <a:srcRect b="0" l="0" r="0" t="0"/>
          <a:stretch/>
        </p:blipFill>
        <p:spPr>
          <a:xfrm>
            <a:off x="9221027" y="4601301"/>
            <a:ext cx="1376140" cy="438991"/>
          </a:xfrm>
          <a:prstGeom prst="rect">
            <a:avLst/>
          </a:prstGeom>
          <a:noFill/>
          <a:ln>
            <a:noFill/>
          </a:ln>
        </p:spPr>
      </p:pic>
      <p:pic>
        <p:nvPicPr>
          <p:cNvPr id="547" name="Google Shape;547;p31"/>
          <p:cNvPicPr preferRelativeResize="0"/>
          <p:nvPr/>
        </p:nvPicPr>
        <p:blipFill rotWithShape="1">
          <a:blip r:embed="rId11">
            <a:alphaModFix/>
          </a:blip>
          <a:srcRect b="0" l="0" r="0" t="0"/>
          <a:stretch/>
        </p:blipFill>
        <p:spPr>
          <a:xfrm>
            <a:off x="10940529" y="4101486"/>
            <a:ext cx="599850" cy="580003"/>
          </a:xfrm>
          <a:prstGeom prst="rect">
            <a:avLst/>
          </a:prstGeom>
          <a:noFill/>
          <a:ln>
            <a:noFill/>
          </a:ln>
        </p:spPr>
      </p:pic>
      <p:cxnSp>
        <p:nvCxnSpPr>
          <p:cNvPr id="548" name="Google Shape;548;p31"/>
          <p:cNvCxnSpPr>
            <a:stCxn id="534" idx="4"/>
            <a:endCxn id="537"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549" name="Google Shape;549;p31"/>
          <p:cNvCxnSpPr>
            <a:stCxn id="537" idx="3"/>
            <a:endCxn id="541" idx="1"/>
          </p:cNvCxnSpPr>
          <p:nvPr/>
        </p:nvCxnSpPr>
        <p:spPr>
          <a:xfrm>
            <a:off x="2555572" y="2552974"/>
            <a:ext cx="497100" cy="0"/>
          </a:xfrm>
          <a:prstGeom prst="straightConnector1">
            <a:avLst/>
          </a:prstGeom>
          <a:noFill/>
          <a:ln cap="flat" cmpd="sng" w="12700">
            <a:solidFill>
              <a:srgbClr val="666666"/>
            </a:solidFill>
            <a:prstDash val="solid"/>
            <a:round/>
            <a:headEnd len="sm" w="sm" type="none"/>
            <a:tailEnd len="med" w="med" type="triangle"/>
          </a:ln>
        </p:spPr>
      </p:cxnSp>
      <p:cxnSp>
        <p:nvCxnSpPr>
          <p:cNvPr id="550" name="Google Shape;550;p31"/>
          <p:cNvCxnSpPr>
            <a:stCxn id="541" idx="3"/>
            <a:endCxn id="540" idx="1"/>
          </p:cNvCxnSpPr>
          <p:nvPr/>
        </p:nvCxnSpPr>
        <p:spPr>
          <a:xfrm>
            <a:off x="4172722" y="2552977"/>
            <a:ext cx="653100" cy="0"/>
          </a:xfrm>
          <a:prstGeom prst="straightConnector1">
            <a:avLst/>
          </a:prstGeom>
          <a:noFill/>
          <a:ln cap="flat" cmpd="sng" w="12700">
            <a:solidFill>
              <a:srgbClr val="666666"/>
            </a:solidFill>
            <a:prstDash val="solid"/>
            <a:round/>
            <a:headEnd len="sm" w="sm" type="none"/>
            <a:tailEnd len="med" w="med" type="triangle"/>
          </a:ln>
        </p:spPr>
      </p:cxnSp>
      <p:cxnSp>
        <p:nvCxnSpPr>
          <p:cNvPr id="551" name="Google Shape;551;p31"/>
          <p:cNvCxnSpPr>
            <a:stCxn id="541" idx="2"/>
            <a:endCxn id="538" idx="1"/>
          </p:cNvCxnSpPr>
          <p:nvPr/>
        </p:nvCxnSpPr>
        <p:spPr>
          <a:xfrm flipH="1" rot="-5400000">
            <a:off x="3850479" y="2892338"/>
            <a:ext cx="789300" cy="1264800"/>
          </a:xfrm>
          <a:prstGeom prst="bentConnector2">
            <a:avLst/>
          </a:prstGeom>
          <a:noFill/>
          <a:ln cap="flat" cmpd="sng" w="12700">
            <a:solidFill>
              <a:srgbClr val="666666"/>
            </a:solidFill>
            <a:prstDash val="solid"/>
            <a:round/>
            <a:headEnd len="sm" w="sm" type="none"/>
            <a:tailEnd len="med" w="med" type="triangle"/>
          </a:ln>
        </p:spPr>
      </p:cxnSp>
      <p:cxnSp>
        <p:nvCxnSpPr>
          <p:cNvPr id="552" name="Google Shape;552;p31"/>
          <p:cNvCxnSpPr>
            <a:stCxn id="541" idx="2"/>
            <a:endCxn id="539" idx="1"/>
          </p:cNvCxnSpPr>
          <p:nvPr/>
        </p:nvCxnSpPr>
        <p:spPr>
          <a:xfrm flipH="1" rot="-5400000">
            <a:off x="3399729" y="3343088"/>
            <a:ext cx="1690800" cy="1264800"/>
          </a:xfrm>
          <a:prstGeom prst="bentConnector2">
            <a:avLst/>
          </a:prstGeom>
          <a:noFill/>
          <a:ln cap="flat" cmpd="sng" w="12700">
            <a:solidFill>
              <a:srgbClr val="666666"/>
            </a:solidFill>
            <a:prstDash val="solid"/>
            <a:round/>
            <a:headEnd len="sm" w="sm" type="none"/>
            <a:tailEnd len="med" w="med" type="triangle"/>
          </a:ln>
        </p:spPr>
      </p:cxnSp>
      <p:cxnSp>
        <p:nvCxnSpPr>
          <p:cNvPr id="553" name="Google Shape;553;p31"/>
          <p:cNvCxnSpPr>
            <a:stCxn id="538" idx="3"/>
            <a:endCxn id="542" idx="1"/>
          </p:cNvCxnSpPr>
          <p:nvPr/>
        </p:nvCxnSpPr>
        <p:spPr>
          <a:xfrm>
            <a:off x="6006963" y="3919325"/>
            <a:ext cx="512400" cy="0"/>
          </a:xfrm>
          <a:prstGeom prst="straightConnector1">
            <a:avLst/>
          </a:prstGeom>
          <a:noFill/>
          <a:ln cap="flat" cmpd="sng" w="12700">
            <a:solidFill>
              <a:srgbClr val="666666"/>
            </a:solidFill>
            <a:prstDash val="solid"/>
            <a:round/>
            <a:headEnd len="sm" w="sm" type="none"/>
            <a:tailEnd len="med" w="med" type="triangle"/>
          </a:ln>
        </p:spPr>
      </p:cxnSp>
      <p:cxnSp>
        <p:nvCxnSpPr>
          <p:cNvPr id="554" name="Google Shape;554;p31"/>
          <p:cNvCxnSpPr>
            <a:stCxn id="542" idx="3"/>
            <a:endCxn id="544" idx="1"/>
          </p:cNvCxnSpPr>
          <p:nvPr/>
        </p:nvCxnSpPr>
        <p:spPr>
          <a:xfrm>
            <a:off x="7251517" y="3919370"/>
            <a:ext cx="615000" cy="0"/>
          </a:xfrm>
          <a:prstGeom prst="straightConnector1">
            <a:avLst/>
          </a:prstGeom>
          <a:noFill/>
          <a:ln cap="flat" cmpd="sng" w="12700">
            <a:solidFill>
              <a:srgbClr val="666666"/>
            </a:solidFill>
            <a:prstDash val="solid"/>
            <a:round/>
            <a:headEnd len="sm" w="sm" type="none"/>
            <a:tailEnd len="med" w="med" type="triangle"/>
          </a:ln>
        </p:spPr>
      </p:cxnSp>
      <p:cxnSp>
        <p:nvCxnSpPr>
          <p:cNvPr id="555" name="Google Shape;555;p31"/>
          <p:cNvCxnSpPr>
            <a:stCxn id="544" idx="2"/>
            <a:endCxn id="545" idx="0"/>
          </p:cNvCxnSpPr>
          <p:nvPr/>
        </p:nvCxnSpPr>
        <p:spPr>
          <a:xfrm>
            <a:off x="8166382" y="4186034"/>
            <a:ext cx="0" cy="415200"/>
          </a:xfrm>
          <a:prstGeom prst="straightConnector1">
            <a:avLst/>
          </a:prstGeom>
          <a:noFill/>
          <a:ln cap="flat" cmpd="sng" w="12700">
            <a:solidFill>
              <a:srgbClr val="666666"/>
            </a:solidFill>
            <a:prstDash val="solid"/>
            <a:round/>
            <a:headEnd len="sm" w="sm" type="none"/>
            <a:tailEnd len="med" w="med" type="triangle"/>
          </a:ln>
        </p:spPr>
      </p:cxnSp>
      <p:cxnSp>
        <p:nvCxnSpPr>
          <p:cNvPr id="556" name="Google Shape;556;p31"/>
          <p:cNvCxnSpPr>
            <a:stCxn id="539" idx="3"/>
            <a:endCxn id="545" idx="1"/>
          </p:cNvCxnSpPr>
          <p:nvPr/>
        </p:nvCxnSpPr>
        <p:spPr>
          <a:xfrm>
            <a:off x="6006964" y="4820799"/>
            <a:ext cx="1651500" cy="0"/>
          </a:xfrm>
          <a:prstGeom prst="straightConnector1">
            <a:avLst/>
          </a:prstGeom>
          <a:noFill/>
          <a:ln cap="flat" cmpd="sng" w="12700">
            <a:solidFill>
              <a:srgbClr val="666666"/>
            </a:solidFill>
            <a:prstDash val="solid"/>
            <a:round/>
            <a:headEnd len="sm" w="sm" type="none"/>
            <a:tailEnd len="med" w="med" type="triangle"/>
          </a:ln>
        </p:spPr>
      </p:cxnSp>
      <p:cxnSp>
        <p:nvCxnSpPr>
          <p:cNvPr id="557" name="Google Shape;557;p31"/>
          <p:cNvCxnSpPr>
            <a:stCxn id="545" idx="3"/>
            <a:endCxn id="546" idx="1"/>
          </p:cNvCxnSpPr>
          <p:nvPr/>
        </p:nvCxnSpPr>
        <p:spPr>
          <a:xfrm>
            <a:off x="8674484" y="4820851"/>
            <a:ext cx="546600" cy="0"/>
          </a:xfrm>
          <a:prstGeom prst="straightConnector1">
            <a:avLst/>
          </a:prstGeom>
          <a:noFill/>
          <a:ln cap="flat" cmpd="sng" w="12700">
            <a:solidFill>
              <a:srgbClr val="666666"/>
            </a:solidFill>
            <a:prstDash val="solid"/>
            <a:round/>
            <a:headEnd len="sm" w="sm" type="none"/>
            <a:tailEnd len="med" w="med" type="triangle"/>
          </a:ln>
        </p:spPr>
      </p:cxnSp>
      <p:cxnSp>
        <p:nvCxnSpPr>
          <p:cNvPr id="558" name="Google Shape;558;p31"/>
          <p:cNvCxnSpPr>
            <a:stCxn id="546" idx="3"/>
            <a:endCxn id="547" idx="1"/>
          </p:cNvCxnSpPr>
          <p:nvPr/>
        </p:nvCxnSpPr>
        <p:spPr>
          <a:xfrm flipH="1" rot="10800000">
            <a:off x="10597166" y="4391496"/>
            <a:ext cx="343500" cy="429300"/>
          </a:xfrm>
          <a:prstGeom prst="straightConnector1">
            <a:avLst/>
          </a:prstGeom>
          <a:noFill/>
          <a:ln cap="flat" cmpd="sng" w="12700">
            <a:solidFill>
              <a:srgbClr val="666666"/>
            </a:solidFill>
            <a:prstDash val="solid"/>
            <a:round/>
            <a:headEnd len="sm" w="sm" type="none"/>
            <a:tailEnd len="med" w="med" type="triangle"/>
          </a:ln>
        </p:spPr>
      </p:cxnSp>
      <p:sp>
        <p:nvSpPr>
          <p:cNvPr id="559" name="Google Shape;559;p31"/>
          <p:cNvSpPr txBox="1"/>
          <p:nvPr/>
        </p:nvSpPr>
        <p:spPr>
          <a:xfrm>
            <a:off x="10940529" y="4988067"/>
            <a:ext cx="599700" cy="430800"/>
          </a:xfrm>
          <a:prstGeom prst="rect">
            <a:avLst/>
          </a:prstGeom>
          <a:noFill/>
          <a:ln cap="flat" cmpd="sng" w="12700">
            <a:solidFill>
              <a:srgbClr val="666666"/>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Proxima Nova"/>
                <a:ea typeface="Proxima Nova"/>
                <a:cs typeface="Proxima Nova"/>
                <a:sym typeface="Proxima Nova"/>
              </a:rPr>
              <a:t>85%</a:t>
            </a:r>
            <a:endParaRPr b="1" i="0" sz="1200" u="none" cap="none" strike="noStrike">
              <a:solidFill>
                <a:schemeClr val="dk1"/>
              </a:solidFill>
              <a:latin typeface="Proxima Nova"/>
              <a:ea typeface="Proxima Nova"/>
              <a:cs typeface="Proxima Nova"/>
              <a:sym typeface="Proxima Nova"/>
            </a:endParaRPr>
          </a:p>
        </p:txBody>
      </p:sp>
      <p:cxnSp>
        <p:nvCxnSpPr>
          <p:cNvPr id="560" name="Google Shape;560;p31"/>
          <p:cNvCxnSpPr>
            <a:stCxn id="546" idx="3"/>
            <a:endCxn id="559" idx="1"/>
          </p:cNvCxnSpPr>
          <p:nvPr/>
        </p:nvCxnSpPr>
        <p:spPr>
          <a:xfrm>
            <a:off x="10597166" y="4820796"/>
            <a:ext cx="343500" cy="382800"/>
          </a:xfrm>
          <a:prstGeom prst="straightConnector1">
            <a:avLst/>
          </a:prstGeom>
          <a:noFill/>
          <a:ln cap="flat" cmpd="sng" w="12700">
            <a:solidFill>
              <a:srgbClr val="666666"/>
            </a:solidFill>
            <a:prstDash val="solid"/>
            <a:round/>
            <a:headEnd len="sm" w="sm" type="none"/>
            <a:tailEnd len="med" w="med" type="triangle"/>
          </a:ln>
        </p:spPr>
      </p:cxnSp>
      <p:cxnSp>
        <p:nvCxnSpPr>
          <p:cNvPr id="561" name="Google Shape;561;p31"/>
          <p:cNvCxnSpPr>
            <a:stCxn id="535" idx="3"/>
            <a:endCxn id="537"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pic>
        <p:nvPicPr>
          <p:cNvPr id="562" name="Google Shape;562;p31"/>
          <p:cNvPicPr preferRelativeResize="0"/>
          <p:nvPr/>
        </p:nvPicPr>
        <p:blipFill rotWithShape="1">
          <a:blip r:embed="rId12">
            <a:alphaModFix/>
          </a:blip>
          <a:srcRect b="0" l="0" r="0" t="0"/>
          <a:stretch/>
        </p:blipFill>
        <p:spPr>
          <a:xfrm>
            <a:off x="1435574" y="5601167"/>
            <a:ext cx="1119987" cy="633036"/>
          </a:xfrm>
          <a:prstGeom prst="rect">
            <a:avLst/>
          </a:prstGeom>
          <a:noFill/>
          <a:ln>
            <a:noFill/>
          </a:ln>
        </p:spPr>
      </p:pic>
      <p:cxnSp>
        <p:nvCxnSpPr>
          <p:cNvPr id="563" name="Google Shape;563;p31"/>
          <p:cNvCxnSpPr>
            <a:stCxn id="534" idx="4"/>
            <a:endCxn id="562" idx="1"/>
          </p:cNvCxnSpPr>
          <p:nvPr/>
        </p:nvCxnSpPr>
        <p:spPr>
          <a:xfrm>
            <a:off x="938398" y="2972351"/>
            <a:ext cx="497100" cy="2945400"/>
          </a:xfrm>
          <a:prstGeom prst="bentConnector3">
            <a:avLst>
              <a:gd fmla="val 50010" name="adj1"/>
            </a:avLst>
          </a:prstGeom>
          <a:noFill/>
          <a:ln cap="flat" cmpd="sng" w="12700">
            <a:solidFill>
              <a:srgbClr val="666666"/>
            </a:solidFill>
            <a:prstDash val="solid"/>
            <a:round/>
            <a:headEnd len="sm" w="sm" type="none"/>
            <a:tailEnd len="med" w="med" type="triangle"/>
          </a:ln>
        </p:spPr>
      </p:cxnSp>
      <p:pic>
        <p:nvPicPr>
          <p:cNvPr id="564" name="Google Shape;564;p31"/>
          <p:cNvPicPr preferRelativeResize="0"/>
          <p:nvPr/>
        </p:nvPicPr>
        <p:blipFill rotWithShape="1">
          <a:blip r:embed="rId13">
            <a:alphaModFix/>
          </a:blip>
          <a:srcRect b="0" l="0" r="0" t="0"/>
          <a:stretch/>
        </p:blipFill>
        <p:spPr>
          <a:xfrm>
            <a:off x="4877612" y="5588934"/>
            <a:ext cx="1016145" cy="657505"/>
          </a:xfrm>
          <a:prstGeom prst="rect">
            <a:avLst/>
          </a:prstGeom>
          <a:noFill/>
          <a:ln>
            <a:noFill/>
          </a:ln>
        </p:spPr>
      </p:pic>
      <p:cxnSp>
        <p:nvCxnSpPr>
          <p:cNvPr id="565" name="Google Shape;565;p31"/>
          <p:cNvCxnSpPr>
            <a:stCxn id="562" idx="3"/>
            <a:endCxn id="564" idx="1"/>
          </p:cNvCxnSpPr>
          <p:nvPr/>
        </p:nvCxnSpPr>
        <p:spPr>
          <a:xfrm>
            <a:off x="2555561" y="5917685"/>
            <a:ext cx="2322000" cy="0"/>
          </a:xfrm>
          <a:prstGeom prst="straightConnector1">
            <a:avLst/>
          </a:prstGeom>
          <a:noFill/>
          <a:ln cap="flat" cmpd="sng" w="12700">
            <a:solidFill>
              <a:srgbClr val="666666"/>
            </a:solidFill>
            <a:prstDash val="solid"/>
            <a:round/>
            <a:headEnd len="sm" w="sm" type="none"/>
            <a:tailEnd len="med" w="med" type="triangle"/>
          </a:ln>
        </p:spPr>
      </p:cxnSp>
      <p:sp>
        <p:nvSpPr>
          <p:cNvPr id="566" name="Google Shape;566;p31"/>
          <p:cNvSpPr txBox="1"/>
          <p:nvPr/>
        </p:nvSpPr>
        <p:spPr>
          <a:xfrm>
            <a:off x="3052736" y="2346801"/>
            <a:ext cx="1016100" cy="738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Proxima Nova"/>
                <a:ea typeface="Proxima Nova"/>
                <a:cs typeface="Proxima Nova"/>
                <a:sym typeface="Proxima Nova"/>
              </a:rPr>
              <a:t>X</a:t>
            </a:r>
            <a:endParaRPr b="1" i="0" sz="1866" u="none" cap="none" strike="noStrike">
              <a:solidFill>
                <a:srgbClr val="00000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38761D"/>
                </a:solidFill>
                <a:latin typeface="Proxima Nova"/>
                <a:ea typeface="Proxima Nova"/>
                <a:cs typeface="Proxima Nova"/>
                <a:sym typeface="Proxima Nova"/>
              </a:rPr>
              <a:t>(Feature)</a:t>
            </a:r>
            <a:endParaRPr b="1" i="0" sz="1333" u="none" cap="none" strike="noStrike">
              <a:solidFill>
                <a:srgbClr val="38761D"/>
              </a:solidFill>
              <a:latin typeface="Proxima Nova"/>
              <a:ea typeface="Proxima Nova"/>
              <a:cs typeface="Proxima Nova"/>
              <a:sym typeface="Proxima Nova"/>
            </a:endParaRPr>
          </a:p>
        </p:txBody>
      </p:sp>
      <p:sp>
        <p:nvSpPr>
          <p:cNvPr id="567" name="Google Shape;567;p31"/>
          <p:cNvSpPr txBox="1"/>
          <p:nvPr/>
        </p:nvSpPr>
        <p:spPr>
          <a:xfrm>
            <a:off x="3612729" y="2346800"/>
            <a:ext cx="10161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Y</a:t>
            </a:r>
            <a:endParaRPr b="1" i="0" sz="1866" u="none" cap="none" strike="noStrike">
              <a:solidFill>
                <a:srgbClr val="000000"/>
              </a:solidFill>
              <a:latin typeface="Arial"/>
              <a:ea typeface="Arial"/>
              <a:cs typeface="Arial"/>
              <a:sym typeface="Arial"/>
            </a:endParaRPr>
          </a:p>
        </p:txBody>
      </p:sp>
      <p:sp>
        <p:nvSpPr>
          <p:cNvPr id="568" name="Google Shape;568;p31"/>
          <p:cNvSpPr txBox="1"/>
          <p:nvPr/>
        </p:nvSpPr>
        <p:spPr>
          <a:xfrm>
            <a:off x="4888210" y="3708767"/>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chemeClr val="accent5"/>
                </a:solidFill>
                <a:latin typeface="Proxima Nova"/>
                <a:ea typeface="Proxima Nova"/>
                <a:cs typeface="Proxima Nova"/>
                <a:sym typeface="Proxima Nova"/>
              </a:rPr>
              <a:t>Train</a:t>
            </a:r>
            <a:endParaRPr b="1" i="0" sz="1733" u="none" cap="none" strike="noStrike">
              <a:solidFill>
                <a:schemeClr val="accent5"/>
              </a:solidFill>
              <a:latin typeface="Proxima Nova"/>
              <a:ea typeface="Proxima Nova"/>
              <a:cs typeface="Proxima Nova"/>
              <a:sym typeface="Proxima Nova"/>
            </a:endParaRPr>
          </a:p>
        </p:txBody>
      </p:sp>
      <p:sp>
        <p:nvSpPr>
          <p:cNvPr id="569" name="Google Shape;569;p31"/>
          <p:cNvSpPr txBox="1"/>
          <p:nvPr/>
        </p:nvSpPr>
        <p:spPr>
          <a:xfrm>
            <a:off x="4888210" y="4601434"/>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rgbClr val="4A86E8"/>
                </a:solidFill>
                <a:latin typeface="Proxima Nova"/>
                <a:ea typeface="Proxima Nova"/>
                <a:cs typeface="Proxima Nova"/>
                <a:sym typeface="Proxima Nova"/>
              </a:rPr>
              <a:t>Test</a:t>
            </a:r>
            <a:endParaRPr b="1" i="0" sz="1733" u="none" cap="none" strike="noStrike">
              <a:solidFill>
                <a:srgbClr val="4A86E8"/>
              </a:solidFill>
              <a:latin typeface="Proxima Nova"/>
              <a:ea typeface="Proxima Nova"/>
              <a:cs typeface="Proxima Nova"/>
              <a:sym typeface="Proxima Nova"/>
            </a:endParaRPr>
          </a:p>
        </p:txBody>
      </p:sp>
      <p:sp>
        <p:nvSpPr>
          <p:cNvPr id="570" name="Google Shape;570;p31"/>
          <p:cNvSpPr txBox="1"/>
          <p:nvPr/>
        </p:nvSpPr>
        <p:spPr>
          <a:xfrm>
            <a:off x="3585736" y="2052600"/>
            <a:ext cx="10701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FF9900"/>
                </a:solidFill>
                <a:latin typeface="Proxima Nova"/>
                <a:ea typeface="Proxima Nova"/>
                <a:cs typeface="Proxima Nova"/>
                <a:sym typeface="Proxima Nova"/>
              </a:rPr>
              <a:t>(Label)</a:t>
            </a:r>
            <a:endParaRPr b="1" i="0" sz="1866" u="none" cap="none" strike="noStrike">
              <a:solidFill>
                <a:srgbClr val="FF9900"/>
              </a:solidFill>
              <a:latin typeface="Proxima Nova"/>
              <a:ea typeface="Proxima Nova"/>
              <a:cs typeface="Proxima Nova"/>
              <a:sym typeface="Proxima Nova"/>
            </a:endParaRPr>
          </a:p>
        </p:txBody>
      </p:sp>
      <p:sp>
        <p:nvSpPr>
          <p:cNvPr id="571" name="Google Shape;571;p31"/>
          <p:cNvSpPr txBox="1"/>
          <p:nvPr/>
        </p:nvSpPr>
        <p:spPr>
          <a:xfrm>
            <a:off x="4669898" y="2802551"/>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Data Exploration</a:t>
            </a:r>
            <a:endParaRPr b="1" i="0" sz="1333" u="none" cap="none" strike="noStrike">
              <a:solidFill>
                <a:schemeClr val="dk1"/>
              </a:solidFill>
              <a:latin typeface="Proxima Nova"/>
              <a:ea typeface="Proxima Nova"/>
              <a:cs typeface="Proxima Nova"/>
              <a:sym typeface="Proxima Nova"/>
            </a:endParaRPr>
          </a:p>
        </p:txBody>
      </p:sp>
      <p:sp>
        <p:nvSpPr>
          <p:cNvPr id="572" name="Google Shape;572;p31"/>
          <p:cNvSpPr txBox="1"/>
          <p:nvPr/>
        </p:nvSpPr>
        <p:spPr>
          <a:xfrm>
            <a:off x="6088576" y="4041733"/>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Model </a:t>
            </a:r>
            <a:endParaRPr b="1" i="0" sz="13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Training</a:t>
            </a:r>
            <a:endParaRPr b="1" i="0" sz="1333" u="none" cap="none" strike="noStrike">
              <a:solidFill>
                <a:schemeClr val="dk1"/>
              </a:solidFill>
              <a:latin typeface="Proxima Nova"/>
              <a:ea typeface="Proxima Nova"/>
              <a:cs typeface="Proxima Nova"/>
              <a:sym typeface="Proxima Nova"/>
            </a:endParaRPr>
          </a:p>
        </p:txBody>
      </p:sp>
      <p:sp>
        <p:nvSpPr>
          <p:cNvPr id="573" name="Google Shape;573;p31"/>
          <p:cNvSpPr txBox="1"/>
          <p:nvPr/>
        </p:nvSpPr>
        <p:spPr>
          <a:xfrm>
            <a:off x="7761158" y="4595600"/>
            <a:ext cx="8250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Predict</a:t>
            </a:r>
            <a:endParaRPr b="1" i="0" sz="1333" u="none" cap="none" strike="noStrike">
              <a:solidFill>
                <a:schemeClr val="dk1"/>
              </a:solidFill>
              <a:latin typeface="Proxima Nova"/>
              <a:ea typeface="Proxima Nova"/>
              <a:cs typeface="Proxima Nova"/>
              <a:sym typeface="Proxima Nova"/>
            </a:endParaRPr>
          </a:p>
        </p:txBody>
      </p:sp>
      <p:sp>
        <p:nvSpPr>
          <p:cNvPr id="574" name="Google Shape;574;p31"/>
          <p:cNvSpPr txBox="1"/>
          <p:nvPr/>
        </p:nvSpPr>
        <p:spPr>
          <a:xfrm>
            <a:off x="1337932" y="6100500"/>
            <a:ext cx="13173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New Data</a:t>
            </a:r>
            <a:endParaRPr b="1" i="0" sz="1333" u="none" cap="none" strike="noStrike">
              <a:solidFill>
                <a:schemeClr val="dk1"/>
              </a:solidFill>
              <a:latin typeface="Proxima Nova"/>
              <a:ea typeface="Proxima Nova"/>
              <a:cs typeface="Proxima Nova"/>
              <a:sym typeface="Proxima Nova"/>
            </a:endParaRPr>
          </a:p>
        </p:txBody>
      </p:sp>
      <p:sp>
        <p:nvSpPr>
          <p:cNvPr id="575" name="Google Shape;575;p31"/>
          <p:cNvSpPr txBox="1"/>
          <p:nvPr/>
        </p:nvSpPr>
        <p:spPr>
          <a:xfrm>
            <a:off x="4737648" y="6100500"/>
            <a:ext cx="13173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Prepared</a:t>
            </a:r>
            <a:endParaRPr b="1" i="0" sz="1333" u="none" cap="none" strike="noStrike">
              <a:solidFill>
                <a:schemeClr val="dk1"/>
              </a:solidFill>
              <a:latin typeface="Proxima Nova"/>
              <a:ea typeface="Proxima Nova"/>
              <a:cs typeface="Proxima Nova"/>
              <a:sym typeface="Proxima Nova"/>
            </a:endParaRPr>
          </a:p>
        </p:txBody>
      </p:sp>
      <p:grpSp>
        <p:nvGrpSpPr>
          <p:cNvPr id="576" name="Google Shape;576;p31"/>
          <p:cNvGrpSpPr/>
          <p:nvPr/>
        </p:nvGrpSpPr>
        <p:grpSpPr>
          <a:xfrm>
            <a:off x="1572474" y="3088385"/>
            <a:ext cx="599850" cy="533587"/>
            <a:chOff x="1179650" y="1478125"/>
            <a:chExt cx="450000" cy="400200"/>
          </a:xfrm>
        </p:grpSpPr>
        <p:sp>
          <p:nvSpPr>
            <p:cNvPr id="577" name="Google Shape;577;p3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78" name="Google Shape;578;p3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grpSp>
        <p:nvGrpSpPr>
          <p:cNvPr id="579" name="Google Shape;579;p31"/>
          <p:cNvGrpSpPr/>
          <p:nvPr/>
        </p:nvGrpSpPr>
        <p:grpSpPr>
          <a:xfrm>
            <a:off x="3052837" y="1595985"/>
            <a:ext cx="599850" cy="533587"/>
            <a:chOff x="1179650" y="1478125"/>
            <a:chExt cx="450000" cy="400200"/>
          </a:xfrm>
        </p:grpSpPr>
        <p:sp>
          <p:nvSpPr>
            <p:cNvPr id="580" name="Google Shape;580;p3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81" name="Google Shape;581;p3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2</a:t>
              </a:r>
              <a:endParaRPr b="1" i="0" sz="1866" u="none" cap="none" strike="noStrike">
                <a:solidFill>
                  <a:schemeClr val="dk1"/>
                </a:solidFill>
                <a:latin typeface="Arial"/>
                <a:ea typeface="Arial"/>
                <a:cs typeface="Arial"/>
                <a:sym typeface="Arial"/>
              </a:endParaRPr>
            </a:p>
          </p:txBody>
        </p:sp>
      </p:grpSp>
      <p:grpSp>
        <p:nvGrpSpPr>
          <p:cNvPr id="582" name="Google Shape;582;p31"/>
          <p:cNvGrpSpPr/>
          <p:nvPr/>
        </p:nvGrpSpPr>
        <p:grpSpPr>
          <a:xfrm>
            <a:off x="4669899" y="1859969"/>
            <a:ext cx="599850" cy="533587"/>
            <a:chOff x="1179650" y="1478125"/>
            <a:chExt cx="450000" cy="400200"/>
          </a:xfrm>
        </p:grpSpPr>
        <p:sp>
          <p:nvSpPr>
            <p:cNvPr id="583" name="Google Shape;583;p3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84" name="Google Shape;584;p3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3</a:t>
              </a:r>
              <a:endParaRPr b="1" i="0" sz="1866" u="none" cap="none" strike="noStrike">
                <a:solidFill>
                  <a:schemeClr val="dk1"/>
                </a:solidFill>
                <a:latin typeface="Arial"/>
                <a:ea typeface="Arial"/>
                <a:cs typeface="Arial"/>
                <a:sym typeface="Arial"/>
              </a:endParaRPr>
            </a:p>
          </p:txBody>
        </p:sp>
      </p:grpSp>
      <p:grpSp>
        <p:nvGrpSpPr>
          <p:cNvPr id="585" name="Google Shape;585;p31"/>
          <p:cNvGrpSpPr/>
          <p:nvPr/>
        </p:nvGrpSpPr>
        <p:grpSpPr>
          <a:xfrm>
            <a:off x="3312805" y="3542269"/>
            <a:ext cx="599850" cy="533587"/>
            <a:chOff x="1179650" y="1478125"/>
            <a:chExt cx="450000" cy="400200"/>
          </a:xfrm>
        </p:grpSpPr>
        <p:sp>
          <p:nvSpPr>
            <p:cNvPr id="586" name="Google Shape;586;p3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87" name="Google Shape;587;p3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4</a:t>
              </a:r>
              <a:endParaRPr b="1" i="0" sz="1866" u="none" cap="none" strike="noStrike">
                <a:solidFill>
                  <a:schemeClr val="dk1"/>
                </a:solidFill>
                <a:latin typeface="Arial"/>
                <a:ea typeface="Arial"/>
                <a:cs typeface="Arial"/>
                <a:sym typeface="Arial"/>
              </a:endParaRPr>
            </a:p>
          </p:txBody>
        </p:sp>
      </p:grpSp>
      <p:grpSp>
        <p:nvGrpSpPr>
          <p:cNvPr id="588" name="Google Shape;588;p31"/>
          <p:cNvGrpSpPr/>
          <p:nvPr/>
        </p:nvGrpSpPr>
        <p:grpSpPr>
          <a:xfrm>
            <a:off x="6585520" y="3190302"/>
            <a:ext cx="599850" cy="533587"/>
            <a:chOff x="1179650" y="1478125"/>
            <a:chExt cx="450000" cy="400200"/>
          </a:xfrm>
        </p:grpSpPr>
        <p:sp>
          <p:nvSpPr>
            <p:cNvPr id="589" name="Google Shape;589;p3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90" name="Google Shape;590;p3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5</a:t>
              </a:r>
              <a:endParaRPr b="1" i="0" sz="1866" u="none" cap="none" strike="noStrike">
                <a:solidFill>
                  <a:schemeClr val="dk1"/>
                </a:solidFill>
                <a:latin typeface="Arial"/>
                <a:ea typeface="Arial"/>
                <a:cs typeface="Arial"/>
                <a:sym typeface="Arial"/>
              </a:endParaRPr>
            </a:p>
          </p:txBody>
        </p:sp>
      </p:grpSp>
      <p:grpSp>
        <p:nvGrpSpPr>
          <p:cNvPr id="591" name="Google Shape;591;p31"/>
          <p:cNvGrpSpPr/>
          <p:nvPr/>
        </p:nvGrpSpPr>
        <p:grpSpPr>
          <a:xfrm>
            <a:off x="7663400" y="4103269"/>
            <a:ext cx="599850" cy="533587"/>
            <a:chOff x="1179650" y="1478125"/>
            <a:chExt cx="450000" cy="400200"/>
          </a:xfrm>
        </p:grpSpPr>
        <p:sp>
          <p:nvSpPr>
            <p:cNvPr id="592" name="Google Shape;592;p3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93" name="Google Shape;593;p3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6</a:t>
              </a:r>
              <a:endParaRPr b="1" i="0" sz="1866" u="none" cap="none" strike="noStrike">
                <a:solidFill>
                  <a:schemeClr val="dk1"/>
                </a:solidFill>
                <a:latin typeface="Arial"/>
                <a:ea typeface="Arial"/>
                <a:cs typeface="Arial"/>
                <a:sym typeface="Arial"/>
              </a:endParaRPr>
            </a:p>
          </p:txBody>
        </p:sp>
      </p:grpSp>
      <p:grpSp>
        <p:nvGrpSpPr>
          <p:cNvPr id="594" name="Google Shape;594;p31"/>
          <p:cNvGrpSpPr/>
          <p:nvPr/>
        </p:nvGrpSpPr>
        <p:grpSpPr>
          <a:xfrm>
            <a:off x="10340846" y="3919502"/>
            <a:ext cx="599850" cy="533587"/>
            <a:chOff x="1179650" y="1478125"/>
            <a:chExt cx="450000" cy="400200"/>
          </a:xfrm>
        </p:grpSpPr>
        <p:sp>
          <p:nvSpPr>
            <p:cNvPr id="595" name="Google Shape;595;p3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96" name="Google Shape;596;p3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7</a:t>
              </a:r>
              <a:endParaRPr b="1" i="0" sz="1866" u="none" cap="none" strike="noStrike">
                <a:solidFill>
                  <a:schemeClr val="dk1"/>
                </a:solidFill>
                <a:latin typeface="Arial"/>
                <a:ea typeface="Arial"/>
                <a:cs typeface="Arial"/>
                <a:sym typeface="Arial"/>
              </a:endParaRPr>
            </a:p>
          </p:txBody>
        </p:sp>
      </p:grpSp>
      <p:grpSp>
        <p:nvGrpSpPr>
          <p:cNvPr id="597" name="Google Shape;597;p31"/>
          <p:cNvGrpSpPr/>
          <p:nvPr/>
        </p:nvGrpSpPr>
        <p:grpSpPr>
          <a:xfrm>
            <a:off x="1695643" y="5114569"/>
            <a:ext cx="599850" cy="533587"/>
            <a:chOff x="1179650" y="1478125"/>
            <a:chExt cx="450000" cy="400200"/>
          </a:xfrm>
        </p:grpSpPr>
        <p:sp>
          <p:nvSpPr>
            <p:cNvPr id="598" name="Google Shape;598;p3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599" name="Google Shape;599;p3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8</a:t>
              </a:r>
              <a:endParaRPr b="1" i="0" sz="1866" u="none" cap="none" strike="noStrike">
                <a:solidFill>
                  <a:schemeClr val="dk1"/>
                </a:solidFill>
                <a:latin typeface="Arial"/>
                <a:ea typeface="Arial"/>
                <a:cs typeface="Arial"/>
                <a:sym typeface="Arial"/>
              </a:endParaRPr>
            </a:p>
          </p:txBody>
        </p:sp>
      </p:grpSp>
      <p:grpSp>
        <p:nvGrpSpPr>
          <p:cNvPr id="600" name="Google Shape;600;p31"/>
          <p:cNvGrpSpPr/>
          <p:nvPr/>
        </p:nvGrpSpPr>
        <p:grpSpPr>
          <a:xfrm>
            <a:off x="4290278" y="5419669"/>
            <a:ext cx="599850" cy="533587"/>
            <a:chOff x="1179650" y="1478125"/>
            <a:chExt cx="450000" cy="400200"/>
          </a:xfrm>
        </p:grpSpPr>
        <p:sp>
          <p:nvSpPr>
            <p:cNvPr id="601" name="Google Shape;601;p3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02" name="Google Shape;602;p3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9</a:t>
              </a:r>
              <a:endParaRPr b="1" i="0" sz="1866" u="none" cap="none" strike="noStrike">
                <a:solidFill>
                  <a:schemeClr val="dk1"/>
                </a:solidFill>
                <a:latin typeface="Arial"/>
                <a:ea typeface="Arial"/>
                <a:cs typeface="Arial"/>
                <a:sym typeface="Arial"/>
              </a:endParaRPr>
            </a:p>
          </p:txBody>
        </p:sp>
      </p:grpSp>
      <p:sp>
        <p:nvSpPr>
          <p:cNvPr id="603" name="Google Shape;603;p31"/>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9. Prepare the New Data</a:t>
            </a:r>
            <a:endParaRPr sz="2800">
              <a:solidFill>
                <a:schemeClr val="accent6"/>
              </a:solidFill>
            </a:endParaRPr>
          </a:p>
        </p:txBody>
      </p:sp>
      <p:sp>
        <p:nvSpPr>
          <p:cNvPr id="604" name="Google Shape;604;p31"/>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8" name="Shape 608"/>
        <p:cNvGrpSpPr/>
        <p:nvPr/>
      </p:nvGrpSpPr>
      <p:grpSpPr>
        <a:xfrm>
          <a:off x="0" y="0"/>
          <a:ext cx="0" cy="0"/>
          <a:chOff x="0" y="0"/>
          <a:chExt cx="0" cy="0"/>
        </a:xfrm>
      </p:grpSpPr>
      <p:sp>
        <p:nvSpPr>
          <p:cNvPr id="609" name="Google Shape;609;p32"/>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610" name="Google Shape;610;p32"/>
          <p:cNvPicPr preferRelativeResize="0"/>
          <p:nvPr/>
        </p:nvPicPr>
        <p:blipFill rotWithShape="1">
          <a:blip r:embed="rId3">
            <a:alphaModFix/>
          </a:blip>
          <a:srcRect b="0" l="0" r="0" t="0"/>
          <a:stretch/>
        </p:blipFill>
        <p:spPr>
          <a:xfrm>
            <a:off x="338382" y="1978369"/>
            <a:ext cx="599916" cy="599916"/>
          </a:xfrm>
          <a:prstGeom prst="rect">
            <a:avLst/>
          </a:prstGeom>
          <a:noFill/>
          <a:ln>
            <a:noFill/>
          </a:ln>
        </p:spPr>
      </p:pic>
      <p:sp>
        <p:nvSpPr>
          <p:cNvPr id="611" name="Google Shape;611;p32"/>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612" name="Google Shape;612;p32"/>
          <p:cNvPicPr preferRelativeResize="0"/>
          <p:nvPr/>
        </p:nvPicPr>
        <p:blipFill rotWithShape="1">
          <a:blip r:embed="rId4">
            <a:alphaModFix/>
          </a:blip>
          <a:srcRect b="0" l="0" r="0" t="0"/>
          <a:stretch/>
        </p:blipFill>
        <p:spPr>
          <a:xfrm>
            <a:off x="1435575" y="1978367"/>
            <a:ext cx="1119998" cy="1149214"/>
          </a:xfrm>
          <a:prstGeom prst="rect">
            <a:avLst/>
          </a:prstGeom>
          <a:noFill/>
          <a:ln>
            <a:noFill/>
          </a:ln>
        </p:spPr>
      </p:pic>
      <p:pic>
        <p:nvPicPr>
          <p:cNvPr id="613" name="Google Shape;613;p32"/>
          <p:cNvPicPr preferRelativeResize="0"/>
          <p:nvPr/>
        </p:nvPicPr>
        <p:blipFill rotWithShape="1">
          <a:blip r:embed="rId5">
            <a:alphaModFix/>
          </a:blip>
          <a:srcRect b="0" l="0" r="0" t="0"/>
          <a:stretch/>
        </p:blipFill>
        <p:spPr>
          <a:xfrm>
            <a:off x="4877447" y="3490800"/>
            <a:ext cx="1129517" cy="857050"/>
          </a:xfrm>
          <a:prstGeom prst="rect">
            <a:avLst/>
          </a:prstGeom>
          <a:noFill/>
          <a:ln>
            <a:noFill/>
          </a:ln>
        </p:spPr>
      </p:pic>
      <p:pic>
        <p:nvPicPr>
          <p:cNvPr id="614" name="Google Shape;614;p32"/>
          <p:cNvPicPr preferRelativeResize="0"/>
          <p:nvPr/>
        </p:nvPicPr>
        <p:blipFill rotWithShape="1">
          <a:blip r:embed="rId6">
            <a:alphaModFix/>
          </a:blip>
          <a:srcRect b="0" l="0" r="0" t="0"/>
          <a:stretch/>
        </p:blipFill>
        <p:spPr>
          <a:xfrm>
            <a:off x="4877447" y="4601301"/>
            <a:ext cx="1129517" cy="438995"/>
          </a:xfrm>
          <a:prstGeom prst="rect">
            <a:avLst/>
          </a:prstGeom>
          <a:noFill/>
          <a:ln>
            <a:noFill/>
          </a:ln>
        </p:spPr>
      </p:pic>
      <p:pic>
        <p:nvPicPr>
          <p:cNvPr id="615" name="Google Shape;615;p32"/>
          <p:cNvPicPr preferRelativeResize="0"/>
          <p:nvPr/>
        </p:nvPicPr>
        <p:blipFill rotWithShape="1">
          <a:blip r:embed="rId7">
            <a:alphaModFix/>
          </a:blip>
          <a:srcRect b="0" l="0" r="0" t="0"/>
          <a:stretch/>
        </p:blipFill>
        <p:spPr>
          <a:xfrm>
            <a:off x="4825693" y="2176301"/>
            <a:ext cx="1119988" cy="753443"/>
          </a:xfrm>
          <a:prstGeom prst="rect">
            <a:avLst/>
          </a:prstGeom>
          <a:noFill/>
          <a:ln>
            <a:noFill/>
          </a:ln>
        </p:spPr>
      </p:pic>
      <p:pic>
        <p:nvPicPr>
          <p:cNvPr id="616" name="Google Shape;616;p32"/>
          <p:cNvPicPr preferRelativeResize="0"/>
          <p:nvPr/>
        </p:nvPicPr>
        <p:blipFill rotWithShape="1">
          <a:blip r:embed="rId8">
            <a:alphaModFix/>
          </a:blip>
          <a:srcRect b="0" l="0" r="0" t="0"/>
          <a:stretch/>
        </p:blipFill>
        <p:spPr>
          <a:xfrm>
            <a:off x="3052736" y="1975867"/>
            <a:ext cx="1119986" cy="1154221"/>
          </a:xfrm>
          <a:prstGeom prst="rect">
            <a:avLst/>
          </a:prstGeom>
          <a:noFill/>
          <a:ln>
            <a:noFill/>
          </a:ln>
        </p:spPr>
      </p:pic>
      <p:pic>
        <p:nvPicPr>
          <p:cNvPr id="617" name="Google Shape;617;p32"/>
          <p:cNvPicPr preferRelativeResize="0"/>
          <p:nvPr/>
        </p:nvPicPr>
        <p:blipFill rotWithShape="1">
          <a:blip r:embed="rId9">
            <a:alphaModFix/>
          </a:blip>
          <a:srcRect b="0" l="0" r="0" t="0"/>
          <a:stretch/>
        </p:blipFill>
        <p:spPr>
          <a:xfrm>
            <a:off x="6519369" y="3626514"/>
            <a:ext cx="732149" cy="585711"/>
          </a:xfrm>
          <a:prstGeom prst="rect">
            <a:avLst/>
          </a:prstGeom>
          <a:noFill/>
          <a:ln>
            <a:noFill/>
          </a:ln>
        </p:spPr>
      </p:pic>
      <p:sp>
        <p:nvSpPr>
          <p:cNvPr id="618" name="Google Shape;618;p32"/>
          <p:cNvSpPr/>
          <p:nvPr/>
        </p:nvSpPr>
        <p:spPr>
          <a:xfrm>
            <a:off x="7866532" y="36194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19" name="Google Shape;619;p32"/>
          <p:cNvSpPr txBox="1"/>
          <p:nvPr/>
        </p:nvSpPr>
        <p:spPr>
          <a:xfrm>
            <a:off x="7866532" y="3652634"/>
            <a:ext cx="5997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KNN</a:t>
            </a:r>
            <a:endParaRPr i="0" sz="9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933"/>
              <a:buFont typeface="Arial"/>
              <a:buNone/>
            </a:pPr>
            <a:r>
              <a:rPr i="0" lang="en" sz="933" u="none" cap="none" strike="noStrike">
                <a:solidFill>
                  <a:schemeClr val="dk1"/>
                </a:solidFill>
                <a:latin typeface="Proxima Nova"/>
                <a:ea typeface="Proxima Nova"/>
                <a:cs typeface="Proxima Nova"/>
                <a:sym typeface="Proxima Nova"/>
              </a:rPr>
              <a:t>Model</a:t>
            </a:r>
            <a:endParaRPr i="0" sz="933" u="none" cap="none" strike="noStrike">
              <a:solidFill>
                <a:schemeClr val="dk1"/>
              </a:solidFill>
              <a:latin typeface="Proxima Nova"/>
              <a:ea typeface="Proxima Nova"/>
              <a:cs typeface="Proxima Nova"/>
              <a:sym typeface="Proxima Nova"/>
            </a:endParaRPr>
          </a:p>
        </p:txBody>
      </p:sp>
      <p:sp>
        <p:nvSpPr>
          <p:cNvPr id="620" name="Google Shape;620;p32"/>
          <p:cNvSpPr/>
          <p:nvPr/>
        </p:nvSpPr>
        <p:spPr>
          <a:xfrm>
            <a:off x="7658384" y="4601251"/>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621" name="Google Shape;621;p32"/>
          <p:cNvPicPr preferRelativeResize="0"/>
          <p:nvPr/>
        </p:nvPicPr>
        <p:blipFill rotWithShape="1">
          <a:blip r:embed="rId10">
            <a:alphaModFix/>
          </a:blip>
          <a:srcRect b="0" l="0" r="0" t="0"/>
          <a:stretch/>
        </p:blipFill>
        <p:spPr>
          <a:xfrm>
            <a:off x="9221027" y="4601301"/>
            <a:ext cx="1376140" cy="438991"/>
          </a:xfrm>
          <a:prstGeom prst="rect">
            <a:avLst/>
          </a:prstGeom>
          <a:noFill/>
          <a:ln>
            <a:noFill/>
          </a:ln>
        </p:spPr>
      </p:pic>
      <p:pic>
        <p:nvPicPr>
          <p:cNvPr id="622" name="Google Shape;622;p32"/>
          <p:cNvPicPr preferRelativeResize="0"/>
          <p:nvPr/>
        </p:nvPicPr>
        <p:blipFill rotWithShape="1">
          <a:blip r:embed="rId11">
            <a:alphaModFix/>
          </a:blip>
          <a:srcRect b="0" l="0" r="0" t="0"/>
          <a:stretch/>
        </p:blipFill>
        <p:spPr>
          <a:xfrm>
            <a:off x="10940529" y="4101486"/>
            <a:ext cx="599850" cy="580003"/>
          </a:xfrm>
          <a:prstGeom prst="rect">
            <a:avLst/>
          </a:prstGeom>
          <a:noFill/>
          <a:ln>
            <a:noFill/>
          </a:ln>
        </p:spPr>
      </p:pic>
      <p:cxnSp>
        <p:nvCxnSpPr>
          <p:cNvPr id="623" name="Google Shape;623;p32"/>
          <p:cNvCxnSpPr>
            <a:stCxn id="609" idx="4"/>
            <a:endCxn id="612"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624" name="Google Shape;624;p32"/>
          <p:cNvCxnSpPr>
            <a:stCxn id="612" idx="3"/>
            <a:endCxn id="616" idx="1"/>
          </p:cNvCxnSpPr>
          <p:nvPr/>
        </p:nvCxnSpPr>
        <p:spPr>
          <a:xfrm>
            <a:off x="2555572" y="2552974"/>
            <a:ext cx="497100" cy="0"/>
          </a:xfrm>
          <a:prstGeom prst="straightConnector1">
            <a:avLst/>
          </a:prstGeom>
          <a:noFill/>
          <a:ln cap="flat" cmpd="sng" w="12700">
            <a:solidFill>
              <a:srgbClr val="666666"/>
            </a:solidFill>
            <a:prstDash val="solid"/>
            <a:round/>
            <a:headEnd len="sm" w="sm" type="none"/>
            <a:tailEnd len="med" w="med" type="triangle"/>
          </a:ln>
        </p:spPr>
      </p:cxnSp>
      <p:cxnSp>
        <p:nvCxnSpPr>
          <p:cNvPr id="625" name="Google Shape;625;p32"/>
          <p:cNvCxnSpPr>
            <a:stCxn id="616" idx="3"/>
            <a:endCxn id="615" idx="1"/>
          </p:cNvCxnSpPr>
          <p:nvPr/>
        </p:nvCxnSpPr>
        <p:spPr>
          <a:xfrm>
            <a:off x="4172722" y="2552977"/>
            <a:ext cx="653100" cy="0"/>
          </a:xfrm>
          <a:prstGeom prst="straightConnector1">
            <a:avLst/>
          </a:prstGeom>
          <a:noFill/>
          <a:ln cap="flat" cmpd="sng" w="12700">
            <a:solidFill>
              <a:srgbClr val="666666"/>
            </a:solidFill>
            <a:prstDash val="solid"/>
            <a:round/>
            <a:headEnd len="sm" w="sm" type="none"/>
            <a:tailEnd len="med" w="med" type="triangle"/>
          </a:ln>
        </p:spPr>
      </p:cxnSp>
      <p:cxnSp>
        <p:nvCxnSpPr>
          <p:cNvPr id="626" name="Google Shape;626;p32"/>
          <p:cNvCxnSpPr>
            <a:stCxn id="616" idx="2"/>
            <a:endCxn id="613" idx="1"/>
          </p:cNvCxnSpPr>
          <p:nvPr/>
        </p:nvCxnSpPr>
        <p:spPr>
          <a:xfrm flipH="1" rot="-5400000">
            <a:off x="3850479" y="2892338"/>
            <a:ext cx="789300" cy="1264800"/>
          </a:xfrm>
          <a:prstGeom prst="bentConnector2">
            <a:avLst/>
          </a:prstGeom>
          <a:noFill/>
          <a:ln cap="flat" cmpd="sng" w="12700">
            <a:solidFill>
              <a:srgbClr val="666666"/>
            </a:solidFill>
            <a:prstDash val="solid"/>
            <a:round/>
            <a:headEnd len="sm" w="sm" type="none"/>
            <a:tailEnd len="med" w="med" type="triangle"/>
          </a:ln>
        </p:spPr>
      </p:cxnSp>
      <p:cxnSp>
        <p:nvCxnSpPr>
          <p:cNvPr id="627" name="Google Shape;627;p32"/>
          <p:cNvCxnSpPr>
            <a:stCxn id="616" idx="2"/>
            <a:endCxn id="614" idx="1"/>
          </p:cNvCxnSpPr>
          <p:nvPr/>
        </p:nvCxnSpPr>
        <p:spPr>
          <a:xfrm flipH="1" rot="-5400000">
            <a:off x="3399729" y="3343088"/>
            <a:ext cx="1690800" cy="1264800"/>
          </a:xfrm>
          <a:prstGeom prst="bentConnector2">
            <a:avLst/>
          </a:prstGeom>
          <a:noFill/>
          <a:ln cap="flat" cmpd="sng" w="12700">
            <a:solidFill>
              <a:srgbClr val="666666"/>
            </a:solidFill>
            <a:prstDash val="solid"/>
            <a:round/>
            <a:headEnd len="sm" w="sm" type="none"/>
            <a:tailEnd len="med" w="med" type="triangle"/>
          </a:ln>
        </p:spPr>
      </p:cxnSp>
      <p:cxnSp>
        <p:nvCxnSpPr>
          <p:cNvPr id="628" name="Google Shape;628;p32"/>
          <p:cNvCxnSpPr>
            <a:stCxn id="613" idx="3"/>
            <a:endCxn id="617" idx="1"/>
          </p:cNvCxnSpPr>
          <p:nvPr/>
        </p:nvCxnSpPr>
        <p:spPr>
          <a:xfrm>
            <a:off x="6006963" y="3919325"/>
            <a:ext cx="512400" cy="0"/>
          </a:xfrm>
          <a:prstGeom prst="straightConnector1">
            <a:avLst/>
          </a:prstGeom>
          <a:noFill/>
          <a:ln cap="flat" cmpd="sng" w="12700">
            <a:solidFill>
              <a:srgbClr val="666666"/>
            </a:solidFill>
            <a:prstDash val="solid"/>
            <a:round/>
            <a:headEnd len="sm" w="sm" type="none"/>
            <a:tailEnd len="med" w="med" type="triangle"/>
          </a:ln>
        </p:spPr>
      </p:cxnSp>
      <p:cxnSp>
        <p:nvCxnSpPr>
          <p:cNvPr id="629" name="Google Shape;629;p32"/>
          <p:cNvCxnSpPr>
            <a:stCxn id="617" idx="3"/>
            <a:endCxn id="619" idx="1"/>
          </p:cNvCxnSpPr>
          <p:nvPr/>
        </p:nvCxnSpPr>
        <p:spPr>
          <a:xfrm>
            <a:off x="7251517" y="3919370"/>
            <a:ext cx="615000" cy="0"/>
          </a:xfrm>
          <a:prstGeom prst="straightConnector1">
            <a:avLst/>
          </a:prstGeom>
          <a:noFill/>
          <a:ln cap="flat" cmpd="sng" w="12700">
            <a:solidFill>
              <a:srgbClr val="666666"/>
            </a:solidFill>
            <a:prstDash val="solid"/>
            <a:round/>
            <a:headEnd len="sm" w="sm" type="none"/>
            <a:tailEnd len="med" w="med" type="triangle"/>
          </a:ln>
        </p:spPr>
      </p:cxnSp>
      <p:cxnSp>
        <p:nvCxnSpPr>
          <p:cNvPr id="630" name="Google Shape;630;p32"/>
          <p:cNvCxnSpPr>
            <a:stCxn id="619" idx="2"/>
            <a:endCxn id="620" idx="0"/>
          </p:cNvCxnSpPr>
          <p:nvPr/>
        </p:nvCxnSpPr>
        <p:spPr>
          <a:xfrm>
            <a:off x="8166382" y="4186034"/>
            <a:ext cx="0" cy="415200"/>
          </a:xfrm>
          <a:prstGeom prst="straightConnector1">
            <a:avLst/>
          </a:prstGeom>
          <a:noFill/>
          <a:ln cap="flat" cmpd="sng" w="12700">
            <a:solidFill>
              <a:srgbClr val="666666"/>
            </a:solidFill>
            <a:prstDash val="solid"/>
            <a:round/>
            <a:headEnd len="sm" w="sm" type="none"/>
            <a:tailEnd len="med" w="med" type="triangle"/>
          </a:ln>
        </p:spPr>
      </p:cxnSp>
      <p:cxnSp>
        <p:nvCxnSpPr>
          <p:cNvPr id="631" name="Google Shape;631;p32"/>
          <p:cNvCxnSpPr>
            <a:stCxn id="614" idx="3"/>
            <a:endCxn id="620" idx="1"/>
          </p:cNvCxnSpPr>
          <p:nvPr/>
        </p:nvCxnSpPr>
        <p:spPr>
          <a:xfrm>
            <a:off x="6006964" y="4820799"/>
            <a:ext cx="1651500" cy="0"/>
          </a:xfrm>
          <a:prstGeom prst="straightConnector1">
            <a:avLst/>
          </a:prstGeom>
          <a:noFill/>
          <a:ln cap="flat" cmpd="sng" w="12700">
            <a:solidFill>
              <a:srgbClr val="666666"/>
            </a:solidFill>
            <a:prstDash val="solid"/>
            <a:round/>
            <a:headEnd len="sm" w="sm" type="none"/>
            <a:tailEnd len="med" w="med" type="triangle"/>
          </a:ln>
        </p:spPr>
      </p:cxnSp>
      <p:cxnSp>
        <p:nvCxnSpPr>
          <p:cNvPr id="632" name="Google Shape;632;p32"/>
          <p:cNvCxnSpPr>
            <a:stCxn id="620" idx="3"/>
            <a:endCxn id="621" idx="1"/>
          </p:cNvCxnSpPr>
          <p:nvPr/>
        </p:nvCxnSpPr>
        <p:spPr>
          <a:xfrm>
            <a:off x="8674484" y="4820851"/>
            <a:ext cx="546600" cy="0"/>
          </a:xfrm>
          <a:prstGeom prst="straightConnector1">
            <a:avLst/>
          </a:prstGeom>
          <a:noFill/>
          <a:ln cap="flat" cmpd="sng" w="12700">
            <a:solidFill>
              <a:srgbClr val="666666"/>
            </a:solidFill>
            <a:prstDash val="solid"/>
            <a:round/>
            <a:headEnd len="sm" w="sm" type="none"/>
            <a:tailEnd len="med" w="med" type="triangle"/>
          </a:ln>
        </p:spPr>
      </p:cxnSp>
      <p:cxnSp>
        <p:nvCxnSpPr>
          <p:cNvPr id="633" name="Google Shape;633;p32"/>
          <p:cNvCxnSpPr>
            <a:stCxn id="621" idx="3"/>
            <a:endCxn id="622" idx="1"/>
          </p:cNvCxnSpPr>
          <p:nvPr/>
        </p:nvCxnSpPr>
        <p:spPr>
          <a:xfrm flipH="1" rot="10800000">
            <a:off x="10597166" y="4391496"/>
            <a:ext cx="343500" cy="429300"/>
          </a:xfrm>
          <a:prstGeom prst="straightConnector1">
            <a:avLst/>
          </a:prstGeom>
          <a:noFill/>
          <a:ln cap="flat" cmpd="sng" w="12700">
            <a:solidFill>
              <a:srgbClr val="666666"/>
            </a:solidFill>
            <a:prstDash val="solid"/>
            <a:round/>
            <a:headEnd len="sm" w="sm" type="none"/>
            <a:tailEnd len="med" w="med" type="triangle"/>
          </a:ln>
        </p:spPr>
      </p:cxnSp>
      <p:sp>
        <p:nvSpPr>
          <p:cNvPr id="634" name="Google Shape;634;p32"/>
          <p:cNvSpPr txBox="1"/>
          <p:nvPr/>
        </p:nvSpPr>
        <p:spPr>
          <a:xfrm>
            <a:off x="10940529" y="4988067"/>
            <a:ext cx="599700" cy="430800"/>
          </a:xfrm>
          <a:prstGeom prst="rect">
            <a:avLst/>
          </a:prstGeom>
          <a:noFill/>
          <a:ln cap="flat" cmpd="sng" w="12700">
            <a:solidFill>
              <a:srgbClr val="666666"/>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Proxima Nova"/>
                <a:ea typeface="Proxima Nova"/>
                <a:cs typeface="Proxima Nova"/>
                <a:sym typeface="Proxima Nova"/>
              </a:rPr>
              <a:t>85%</a:t>
            </a:r>
            <a:endParaRPr b="1" i="0" sz="1200" u="none" cap="none" strike="noStrike">
              <a:solidFill>
                <a:schemeClr val="dk1"/>
              </a:solidFill>
              <a:latin typeface="Proxima Nova"/>
              <a:ea typeface="Proxima Nova"/>
              <a:cs typeface="Proxima Nova"/>
              <a:sym typeface="Proxima Nova"/>
            </a:endParaRPr>
          </a:p>
        </p:txBody>
      </p:sp>
      <p:cxnSp>
        <p:nvCxnSpPr>
          <p:cNvPr id="635" name="Google Shape;635;p32"/>
          <p:cNvCxnSpPr>
            <a:stCxn id="621" idx="3"/>
            <a:endCxn id="634" idx="1"/>
          </p:cNvCxnSpPr>
          <p:nvPr/>
        </p:nvCxnSpPr>
        <p:spPr>
          <a:xfrm>
            <a:off x="10597166" y="4820796"/>
            <a:ext cx="343500" cy="382800"/>
          </a:xfrm>
          <a:prstGeom prst="straightConnector1">
            <a:avLst/>
          </a:prstGeom>
          <a:noFill/>
          <a:ln cap="flat" cmpd="sng" w="12700">
            <a:solidFill>
              <a:srgbClr val="666666"/>
            </a:solidFill>
            <a:prstDash val="solid"/>
            <a:round/>
            <a:headEnd len="sm" w="sm" type="none"/>
            <a:tailEnd len="med" w="med" type="triangle"/>
          </a:ln>
        </p:spPr>
      </p:cxnSp>
      <p:cxnSp>
        <p:nvCxnSpPr>
          <p:cNvPr id="636" name="Google Shape;636;p32"/>
          <p:cNvCxnSpPr>
            <a:stCxn id="610" idx="3"/>
            <a:endCxn id="612"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pic>
        <p:nvPicPr>
          <p:cNvPr id="637" name="Google Shape;637;p32"/>
          <p:cNvPicPr preferRelativeResize="0"/>
          <p:nvPr/>
        </p:nvPicPr>
        <p:blipFill rotWithShape="1">
          <a:blip r:embed="rId12">
            <a:alphaModFix/>
          </a:blip>
          <a:srcRect b="0" l="0" r="0" t="0"/>
          <a:stretch/>
        </p:blipFill>
        <p:spPr>
          <a:xfrm>
            <a:off x="1435574" y="5601167"/>
            <a:ext cx="1119987" cy="633036"/>
          </a:xfrm>
          <a:prstGeom prst="rect">
            <a:avLst/>
          </a:prstGeom>
          <a:noFill/>
          <a:ln>
            <a:noFill/>
          </a:ln>
        </p:spPr>
      </p:pic>
      <p:cxnSp>
        <p:nvCxnSpPr>
          <p:cNvPr id="638" name="Google Shape;638;p32"/>
          <p:cNvCxnSpPr>
            <a:stCxn id="609" idx="4"/>
            <a:endCxn id="637" idx="1"/>
          </p:cNvCxnSpPr>
          <p:nvPr/>
        </p:nvCxnSpPr>
        <p:spPr>
          <a:xfrm>
            <a:off x="938398" y="2972351"/>
            <a:ext cx="497100" cy="2945400"/>
          </a:xfrm>
          <a:prstGeom prst="bentConnector3">
            <a:avLst>
              <a:gd fmla="val 50010" name="adj1"/>
            </a:avLst>
          </a:prstGeom>
          <a:noFill/>
          <a:ln cap="flat" cmpd="sng" w="12700">
            <a:solidFill>
              <a:srgbClr val="666666"/>
            </a:solidFill>
            <a:prstDash val="solid"/>
            <a:round/>
            <a:headEnd len="sm" w="sm" type="none"/>
            <a:tailEnd len="med" w="med" type="triangle"/>
          </a:ln>
        </p:spPr>
      </p:cxnSp>
      <p:pic>
        <p:nvPicPr>
          <p:cNvPr id="639" name="Google Shape;639;p32"/>
          <p:cNvPicPr preferRelativeResize="0"/>
          <p:nvPr/>
        </p:nvPicPr>
        <p:blipFill rotWithShape="1">
          <a:blip r:embed="rId13">
            <a:alphaModFix/>
          </a:blip>
          <a:srcRect b="0" l="0" r="0" t="0"/>
          <a:stretch/>
        </p:blipFill>
        <p:spPr>
          <a:xfrm>
            <a:off x="4877612" y="5588934"/>
            <a:ext cx="1016145" cy="657505"/>
          </a:xfrm>
          <a:prstGeom prst="rect">
            <a:avLst/>
          </a:prstGeom>
          <a:noFill/>
          <a:ln>
            <a:noFill/>
          </a:ln>
        </p:spPr>
      </p:pic>
      <p:cxnSp>
        <p:nvCxnSpPr>
          <p:cNvPr id="640" name="Google Shape;640;p32"/>
          <p:cNvCxnSpPr>
            <a:stCxn id="637" idx="3"/>
            <a:endCxn id="639" idx="1"/>
          </p:cNvCxnSpPr>
          <p:nvPr/>
        </p:nvCxnSpPr>
        <p:spPr>
          <a:xfrm>
            <a:off x="2555561" y="5917685"/>
            <a:ext cx="2322000" cy="0"/>
          </a:xfrm>
          <a:prstGeom prst="straightConnector1">
            <a:avLst/>
          </a:prstGeom>
          <a:noFill/>
          <a:ln cap="flat" cmpd="sng" w="12700">
            <a:solidFill>
              <a:srgbClr val="666666"/>
            </a:solidFill>
            <a:prstDash val="solid"/>
            <a:round/>
            <a:headEnd len="sm" w="sm" type="none"/>
            <a:tailEnd len="med" w="med" type="triangle"/>
          </a:ln>
        </p:spPr>
      </p:cxnSp>
      <p:sp>
        <p:nvSpPr>
          <p:cNvPr id="641" name="Google Shape;641;p32"/>
          <p:cNvSpPr/>
          <p:nvPr/>
        </p:nvSpPr>
        <p:spPr>
          <a:xfrm>
            <a:off x="7649453" y="5698151"/>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cxnSp>
        <p:nvCxnSpPr>
          <p:cNvPr id="642" name="Google Shape;642;p32"/>
          <p:cNvCxnSpPr>
            <a:stCxn id="639" idx="3"/>
            <a:endCxn id="641" idx="1"/>
          </p:cNvCxnSpPr>
          <p:nvPr/>
        </p:nvCxnSpPr>
        <p:spPr>
          <a:xfrm>
            <a:off x="5893758" y="5917686"/>
            <a:ext cx="1755600" cy="0"/>
          </a:xfrm>
          <a:prstGeom prst="straightConnector1">
            <a:avLst/>
          </a:prstGeom>
          <a:noFill/>
          <a:ln cap="flat" cmpd="sng" w="12700">
            <a:solidFill>
              <a:srgbClr val="666666"/>
            </a:solidFill>
            <a:prstDash val="solid"/>
            <a:round/>
            <a:headEnd len="sm" w="sm" type="none"/>
            <a:tailEnd len="med" w="med" type="triangle"/>
          </a:ln>
        </p:spPr>
      </p:cxnSp>
      <p:cxnSp>
        <p:nvCxnSpPr>
          <p:cNvPr id="643" name="Google Shape;643;p32"/>
          <p:cNvCxnSpPr>
            <a:stCxn id="619" idx="3"/>
            <a:endCxn id="641" idx="0"/>
          </p:cNvCxnSpPr>
          <p:nvPr/>
        </p:nvCxnSpPr>
        <p:spPr>
          <a:xfrm flipH="1">
            <a:off x="8157532" y="3919334"/>
            <a:ext cx="308700" cy="1778700"/>
          </a:xfrm>
          <a:prstGeom prst="bentConnector4">
            <a:avLst>
              <a:gd fmla="val -77138" name="adj1"/>
              <a:gd fmla="val 57500" name="adj2"/>
            </a:avLst>
          </a:prstGeom>
          <a:noFill/>
          <a:ln cap="flat" cmpd="sng" w="12700">
            <a:solidFill>
              <a:schemeClr val="dk2"/>
            </a:solidFill>
            <a:prstDash val="solid"/>
            <a:round/>
            <a:headEnd len="sm" w="sm" type="none"/>
            <a:tailEnd len="med" w="med" type="triangle"/>
          </a:ln>
        </p:spPr>
      </p:cxnSp>
      <p:sp>
        <p:nvSpPr>
          <p:cNvPr id="644" name="Google Shape;644;p32"/>
          <p:cNvSpPr txBox="1"/>
          <p:nvPr/>
        </p:nvSpPr>
        <p:spPr>
          <a:xfrm>
            <a:off x="3052736" y="2346801"/>
            <a:ext cx="1016100" cy="738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Proxima Nova"/>
                <a:ea typeface="Proxima Nova"/>
                <a:cs typeface="Proxima Nova"/>
                <a:sym typeface="Proxima Nova"/>
              </a:rPr>
              <a:t>X</a:t>
            </a:r>
            <a:endParaRPr b="1" i="0" sz="1866" u="none" cap="none" strike="noStrike">
              <a:solidFill>
                <a:srgbClr val="00000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38761D"/>
                </a:solidFill>
                <a:latin typeface="Proxima Nova"/>
                <a:ea typeface="Proxima Nova"/>
                <a:cs typeface="Proxima Nova"/>
                <a:sym typeface="Proxima Nova"/>
              </a:rPr>
              <a:t>(Feature)</a:t>
            </a:r>
            <a:endParaRPr b="1" i="0" sz="1333" u="none" cap="none" strike="noStrike">
              <a:solidFill>
                <a:srgbClr val="38761D"/>
              </a:solidFill>
              <a:latin typeface="Proxima Nova"/>
              <a:ea typeface="Proxima Nova"/>
              <a:cs typeface="Proxima Nova"/>
              <a:sym typeface="Proxima Nova"/>
            </a:endParaRPr>
          </a:p>
        </p:txBody>
      </p:sp>
      <p:sp>
        <p:nvSpPr>
          <p:cNvPr id="645" name="Google Shape;645;p32"/>
          <p:cNvSpPr txBox="1"/>
          <p:nvPr/>
        </p:nvSpPr>
        <p:spPr>
          <a:xfrm>
            <a:off x="3612729" y="2346800"/>
            <a:ext cx="10161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Y</a:t>
            </a:r>
            <a:endParaRPr b="1" i="0" sz="1866" u="none" cap="none" strike="noStrike">
              <a:solidFill>
                <a:srgbClr val="000000"/>
              </a:solidFill>
              <a:latin typeface="Arial"/>
              <a:ea typeface="Arial"/>
              <a:cs typeface="Arial"/>
              <a:sym typeface="Arial"/>
            </a:endParaRPr>
          </a:p>
        </p:txBody>
      </p:sp>
      <p:sp>
        <p:nvSpPr>
          <p:cNvPr id="646" name="Google Shape;646;p32"/>
          <p:cNvSpPr txBox="1"/>
          <p:nvPr/>
        </p:nvSpPr>
        <p:spPr>
          <a:xfrm>
            <a:off x="4888210" y="3708767"/>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chemeClr val="accent5"/>
                </a:solidFill>
                <a:latin typeface="Proxima Nova"/>
                <a:ea typeface="Proxima Nova"/>
                <a:cs typeface="Proxima Nova"/>
                <a:sym typeface="Proxima Nova"/>
              </a:rPr>
              <a:t>Train</a:t>
            </a:r>
            <a:endParaRPr b="1" i="0" sz="1733" u="none" cap="none" strike="noStrike">
              <a:solidFill>
                <a:schemeClr val="accent5"/>
              </a:solidFill>
              <a:latin typeface="Proxima Nova"/>
              <a:ea typeface="Proxima Nova"/>
              <a:cs typeface="Proxima Nova"/>
              <a:sym typeface="Proxima Nova"/>
            </a:endParaRPr>
          </a:p>
        </p:txBody>
      </p:sp>
      <p:sp>
        <p:nvSpPr>
          <p:cNvPr id="647" name="Google Shape;647;p32"/>
          <p:cNvSpPr txBox="1"/>
          <p:nvPr/>
        </p:nvSpPr>
        <p:spPr>
          <a:xfrm>
            <a:off x="4888210" y="4601434"/>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rgbClr val="4A86E8"/>
                </a:solidFill>
                <a:latin typeface="Proxima Nova"/>
                <a:ea typeface="Proxima Nova"/>
                <a:cs typeface="Proxima Nova"/>
                <a:sym typeface="Proxima Nova"/>
              </a:rPr>
              <a:t>Test</a:t>
            </a:r>
            <a:endParaRPr b="1" i="0" sz="1733" u="none" cap="none" strike="noStrike">
              <a:solidFill>
                <a:srgbClr val="4A86E8"/>
              </a:solidFill>
              <a:latin typeface="Proxima Nova"/>
              <a:ea typeface="Proxima Nova"/>
              <a:cs typeface="Proxima Nova"/>
              <a:sym typeface="Proxima Nova"/>
            </a:endParaRPr>
          </a:p>
        </p:txBody>
      </p:sp>
      <p:sp>
        <p:nvSpPr>
          <p:cNvPr id="648" name="Google Shape;648;p32"/>
          <p:cNvSpPr txBox="1"/>
          <p:nvPr/>
        </p:nvSpPr>
        <p:spPr>
          <a:xfrm>
            <a:off x="3585736" y="2052600"/>
            <a:ext cx="10701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FF9900"/>
                </a:solidFill>
                <a:latin typeface="Proxima Nova"/>
                <a:ea typeface="Proxima Nova"/>
                <a:cs typeface="Proxima Nova"/>
                <a:sym typeface="Proxima Nova"/>
              </a:rPr>
              <a:t>(Label)</a:t>
            </a:r>
            <a:endParaRPr b="1" i="0" sz="1866" u="none" cap="none" strike="noStrike">
              <a:solidFill>
                <a:srgbClr val="FF9900"/>
              </a:solidFill>
              <a:latin typeface="Proxima Nova"/>
              <a:ea typeface="Proxima Nova"/>
              <a:cs typeface="Proxima Nova"/>
              <a:sym typeface="Proxima Nova"/>
            </a:endParaRPr>
          </a:p>
        </p:txBody>
      </p:sp>
      <p:sp>
        <p:nvSpPr>
          <p:cNvPr id="649" name="Google Shape;649;p32"/>
          <p:cNvSpPr txBox="1"/>
          <p:nvPr/>
        </p:nvSpPr>
        <p:spPr>
          <a:xfrm>
            <a:off x="4669898" y="2802551"/>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Data Exploration</a:t>
            </a:r>
            <a:endParaRPr b="1" i="0" sz="1333" u="none" cap="none" strike="noStrike">
              <a:solidFill>
                <a:schemeClr val="dk1"/>
              </a:solidFill>
              <a:latin typeface="Proxima Nova"/>
              <a:ea typeface="Proxima Nova"/>
              <a:cs typeface="Proxima Nova"/>
              <a:sym typeface="Proxima Nova"/>
            </a:endParaRPr>
          </a:p>
        </p:txBody>
      </p:sp>
      <p:sp>
        <p:nvSpPr>
          <p:cNvPr id="650" name="Google Shape;650;p32"/>
          <p:cNvSpPr txBox="1"/>
          <p:nvPr/>
        </p:nvSpPr>
        <p:spPr>
          <a:xfrm>
            <a:off x="6088576" y="4041733"/>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Model </a:t>
            </a:r>
            <a:endParaRPr b="1" i="0" sz="13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Training</a:t>
            </a:r>
            <a:endParaRPr b="1" i="0" sz="1333" u="none" cap="none" strike="noStrike">
              <a:solidFill>
                <a:schemeClr val="dk1"/>
              </a:solidFill>
              <a:latin typeface="Proxima Nova"/>
              <a:ea typeface="Proxima Nova"/>
              <a:cs typeface="Proxima Nova"/>
              <a:sym typeface="Proxima Nova"/>
            </a:endParaRPr>
          </a:p>
        </p:txBody>
      </p:sp>
      <p:sp>
        <p:nvSpPr>
          <p:cNvPr id="651" name="Google Shape;651;p32"/>
          <p:cNvSpPr txBox="1"/>
          <p:nvPr/>
        </p:nvSpPr>
        <p:spPr>
          <a:xfrm>
            <a:off x="7761158" y="4595600"/>
            <a:ext cx="8250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Predict</a:t>
            </a:r>
            <a:endParaRPr b="1" i="0" sz="1333" u="none" cap="none" strike="noStrike">
              <a:solidFill>
                <a:schemeClr val="dk1"/>
              </a:solidFill>
              <a:latin typeface="Proxima Nova"/>
              <a:ea typeface="Proxima Nova"/>
              <a:cs typeface="Proxima Nova"/>
              <a:sym typeface="Proxima Nova"/>
            </a:endParaRPr>
          </a:p>
        </p:txBody>
      </p:sp>
      <p:sp>
        <p:nvSpPr>
          <p:cNvPr id="652" name="Google Shape;652;p32"/>
          <p:cNvSpPr txBox="1"/>
          <p:nvPr/>
        </p:nvSpPr>
        <p:spPr>
          <a:xfrm>
            <a:off x="7744962" y="5691933"/>
            <a:ext cx="8250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Predict</a:t>
            </a:r>
            <a:endParaRPr b="1" i="0" sz="1333" u="none" cap="none" strike="noStrike">
              <a:solidFill>
                <a:schemeClr val="dk1"/>
              </a:solidFill>
              <a:latin typeface="Proxima Nova"/>
              <a:ea typeface="Proxima Nova"/>
              <a:cs typeface="Proxima Nova"/>
              <a:sym typeface="Proxima Nova"/>
            </a:endParaRPr>
          </a:p>
        </p:txBody>
      </p:sp>
      <p:sp>
        <p:nvSpPr>
          <p:cNvPr id="653" name="Google Shape;653;p32"/>
          <p:cNvSpPr txBox="1"/>
          <p:nvPr/>
        </p:nvSpPr>
        <p:spPr>
          <a:xfrm>
            <a:off x="1337932" y="6100500"/>
            <a:ext cx="13173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New Data</a:t>
            </a:r>
            <a:endParaRPr b="1" i="0" sz="1333" u="none" cap="none" strike="noStrike">
              <a:solidFill>
                <a:schemeClr val="dk1"/>
              </a:solidFill>
              <a:latin typeface="Proxima Nova"/>
              <a:ea typeface="Proxima Nova"/>
              <a:cs typeface="Proxima Nova"/>
              <a:sym typeface="Proxima Nova"/>
            </a:endParaRPr>
          </a:p>
        </p:txBody>
      </p:sp>
      <p:sp>
        <p:nvSpPr>
          <p:cNvPr id="654" name="Google Shape;654;p32"/>
          <p:cNvSpPr txBox="1"/>
          <p:nvPr/>
        </p:nvSpPr>
        <p:spPr>
          <a:xfrm>
            <a:off x="4737648" y="6100500"/>
            <a:ext cx="13173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Prepared</a:t>
            </a:r>
            <a:endParaRPr b="1" i="0" sz="1333" u="none" cap="none" strike="noStrike">
              <a:solidFill>
                <a:schemeClr val="dk1"/>
              </a:solidFill>
              <a:latin typeface="Proxima Nova"/>
              <a:ea typeface="Proxima Nova"/>
              <a:cs typeface="Proxima Nova"/>
              <a:sym typeface="Proxima Nova"/>
            </a:endParaRPr>
          </a:p>
        </p:txBody>
      </p:sp>
      <p:grpSp>
        <p:nvGrpSpPr>
          <p:cNvPr id="655" name="Google Shape;655;p32"/>
          <p:cNvGrpSpPr/>
          <p:nvPr/>
        </p:nvGrpSpPr>
        <p:grpSpPr>
          <a:xfrm>
            <a:off x="1572474" y="3088385"/>
            <a:ext cx="599850" cy="533587"/>
            <a:chOff x="1179650" y="1478125"/>
            <a:chExt cx="450000" cy="400200"/>
          </a:xfrm>
        </p:grpSpPr>
        <p:sp>
          <p:nvSpPr>
            <p:cNvPr id="656" name="Google Shape;656;p3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57" name="Google Shape;657;p3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grpSp>
        <p:nvGrpSpPr>
          <p:cNvPr id="658" name="Google Shape;658;p32"/>
          <p:cNvGrpSpPr/>
          <p:nvPr/>
        </p:nvGrpSpPr>
        <p:grpSpPr>
          <a:xfrm>
            <a:off x="3052837" y="1595985"/>
            <a:ext cx="599850" cy="533587"/>
            <a:chOff x="1179650" y="1478125"/>
            <a:chExt cx="450000" cy="400200"/>
          </a:xfrm>
        </p:grpSpPr>
        <p:sp>
          <p:nvSpPr>
            <p:cNvPr id="659" name="Google Shape;659;p3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60" name="Google Shape;660;p3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2</a:t>
              </a:r>
              <a:endParaRPr b="1" i="0" sz="1866" u="none" cap="none" strike="noStrike">
                <a:solidFill>
                  <a:schemeClr val="dk1"/>
                </a:solidFill>
                <a:latin typeface="Arial"/>
                <a:ea typeface="Arial"/>
                <a:cs typeface="Arial"/>
                <a:sym typeface="Arial"/>
              </a:endParaRPr>
            </a:p>
          </p:txBody>
        </p:sp>
      </p:grpSp>
      <p:grpSp>
        <p:nvGrpSpPr>
          <p:cNvPr id="661" name="Google Shape;661;p32"/>
          <p:cNvGrpSpPr/>
          <p:nvPr/>
        </p:nvGrpSpPr>
        <p:grpSpPr>
          <a:xfrm>
            <a:off x="4669899" y="1859969"/>
            <a:ext cx="599850" cy="533587"/>
            <a:chOff x="1179650" y="1478125"/>
            <a:chExt cx="450000" cy="400200"/>
          </a:xfrm>
        </p:grpSpPr>
        <p:sp>
          <p:nvSpPr>
            <p:cNvPr id="662" name="Google Shape;662;p3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63" name="Google Shape;663;p3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3</a:t>
              </a:r>
              <a:endParaRPr b="1" i="0" sz="1866" u="none" cap="none" strike="noStrike">
                <a:solidFill>
                  <a:schemeClr val="dk1"/>
                </a:solidFill>
                <a:latin typeface="Arial"/>
                <a:ea typeface="Arial"/>
                <a:cs typeface="Arial"/>
                <a:sym typeface="Arial"/>
              </a:endParaRPr>
            </a:p>
          </p:txBody>
        </p:sp>
      </p:grpSp>
      <p:grpSp>
        <p:nvGrpSpPr>
          <p:cNvPr id="664" name="Google Shape;664;p32"/>
          <p:cNvGrpSpPr/>
          <p:nvPr/>
        </p:nvGrpSpPr>
        <p:grpSpPr>
          <a:xfrm>
            <a:off x="3312805" y="3542269"/>
            <a:ext cx="599850" cy="533587"/>
            <a:chOff x="1179650" y="1478125"/>
            <a:chExt cx="450000" cy="400200"/>
          </a:xfrm>
        </p:grpSpPr>
        <p:sp>
          <p:nvSpPr>
            <p:cNvPr id="665" name="Google Shape;665;p3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66" name="Google Shape;666;p3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4</a:t>
              </a:r>
              <a:endParaRPr b="1" i="0" sz="1866" u="none" cap="none" strike="noStrike">
                <a:solidFill>
                  <a:schemeClr val="dk1"/>
                </a:solidFill>
                <a:latin typeface="Arial"/>
                <a:ea typeface="Arial"/>
                <a:cs typeface="Arial"/>
                <a:sym typeface="Arial"/>
              </a:endParaRPr>
            </a:p>
          </p:txBody>
        </p:sp>
      </p:grpSp>
      <p:grpSp>
        <p:nvGrpSpPr>
          <p:cNvPr id="667" name="Google Shape;667;p32"/>
          <p:cNvGrpSpPr/>
          <p:nvPr/>
        </p:nvGrpSpPr>
        <p:grpSpPr>
          <a:xfrm>
            <a:off x="6585520" y="3190302"/>
            <a:ext cx="599850" cy="533587"/>
            <a:chOff x="1179650" y="1478125"/>
            <a:chExt cx="450000" cy="400200"/>
          </a:xfrm>
        </p:grpSpPr>
        <p:sp>
          <p:nvSpPr>
            <p:cNvPr id="668" name="Google Shape;668;p3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69" name="Google Shape;669;p3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5</a:t>
              </a:r>
              <a:endParaRPr b="1" i="0" sz="1866" u="none" cap="none" strike="noStrike">
                <a:solidFill>
                  <a:schemeClr val="dk1"/>
                </a:solidFill>
                <a:latin typeface="Arial"/>
                <a:ea typeface="Arial"/>
                <a:cs typeface="Arial"/>
                <a:sym typeface="Arial"/>
              </a:endParaRPr>
            </a:p>
          </p:txBody>
        </p:sp>
      </p:grpSp>
      <p:grpSp>
        <p:nvGrpSpPr>
          <p:cNvPr id="670" name="Google Shape;670;p32"/>
          <p:cNvGrpSpPr/>
          <p:nvPr/>
        </p:nvGrpSpPr>
        <p:grpSpPr>
          <a:xfrm>
            <a:off x="7663400" y="4103269"/>
            <a:ext cx="599850" cy="533587"/>
            <a:chOff x="1179650" y="1478125"/>
            <a:chExt cx="450000" cy="400200"/>
          </a:xfrm>
        </p:grpSpPr>
        <p:sp>
          <p:nvSpPr>
            <p:cNvPr id="671" name="Google Shape;671;p3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72" name="Google Shape;672;p3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6</a:t>
              </a:r>
              <a:endParaRPr b="1" i="0" sz="1866" u="none" cap="none" strike="noStrike">
                <a:solidFill>
                  <a:schemeClr val="dk1"/>
                </a:solidFill>
                <a:latin typeface="Arial"/>
                <a:ea typeface="Arial"/>
                <a:cs typeface="Arial"/>
                <a:sym typeface="Arial"/>
              </a:endParaRPr>
            </a:p>
          </p:txBody>
        </p:sp>
      </p:grpSp>
      <p:grpSp>
        <p:nvGrpSpPr>
          <p:cNvPr id="673" name="Google Shape;673;p32"/>
          <p:cNvGrpSpPr/>
          <p:nvPr/>
        </p:nvGrpSpPr>
        <p:grpSpPr>
          <a:xfrm>
            <a:off x="10340846" y="3919502"/>
            <a:ext cx="599850" cy="533587"/>
            <a:chOff x="1179650" y="1478125"/>
            <a:chExt cx="450000" cy="400200"/>
          </a:xfrm>
        </p:grpSpPr>
        <p:sp>
          <p:nvSpPr>
            <p:cNvPr id="674" name="Google Shape;674;p3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75" name="Google Shape;675;p3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7</a:t>
              </a:r>
              <a:endParaRPr b="1" i="0" sz="1866" u="none" cap="none" strike="noStrike">
                <a:solidFill>
                  <a:schemeClr val="dk1"/>
                </a:solidFill>
                <a:latin typeface="Arial"/>
                <a:ea typeface="Arial"/>
                <a:cs typeface="Arial"/>
                <a:sym typeface="Arial"/>
              </a:endParaRPr>
            </a:p>
          </p:txBody>
        </p:sp>
      </p:grpSp>
      <p:grpSp>
        <p:nvGrpSpPr>
          <p:cNvPr id="676" name="Google Shape;676;p32"/>
          <p:cNvGrpSpPr/>
          <p:nvPr/>
        </p:nvGrpSpPr>
        <p:grpSpPr>
          <a:xfrm>
            <a:off x="1695643" y="5114569"/>
            <a:ext cx="599850" cy="533587"/>
            <a:chOff x="1179650" y="1478125"/>
            <a:chExt cx="450000" cy="400200"/>
          </a:xfrm>
        </p:grpSpPr>
        <p:sp>
          <p:nvSpPr>
            <p:cNvPr id="677" name="Google Shape;677;p3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78" name="Google Shape;678;p3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8</a:t>
              </a:r>
              <a:endParaRPr b="1" i="0" sz="1866" u="none" cap="none" strike="noStrike">
                <a:solidFill>
                  <a:schemeClr val="dk1"/>
                </a:solidFill>
                <a:latin typeface="Arial"/>
                <a:ea typeface="Arial"/>
                <a:cs typeface="Arial"/>
                <a:sym typeface="Arial"/>
              </a:endParaRPr>
            </a:p>
          </p:txBody>
        </p:sp>
      </p:grpSp>
      <p:grpSp>
        <p:nvGrpSpPr>
          <p:cNvPr id="679" name="Google Shape;679;p32"/>
          <p:cNvGrpSpPr/>
          <p:nvPr/>
        </p:nvGrpSpPr>
        <p:grpSpPr>
          <a:xfrm>
            <a:off x="4290278" y="5419669"/>
            <a:ext cx="599850" cy="533587"/>
            <a:chOff x="1179650" y="1478125"/>
            <a:chExt cx="450000" cy="400200"/>
          </a:xfrm>
        </p:grpSpPr>
        <p:sp>
          <p:nvSpPr>
            <p:cNvPr id="680" name="Google Shape;680;p3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81" name="Google Shape;681;p3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9</a:t>
              </a:r>
              <a:endParaRPr b="1" i="0" sz="1866" u="none" cap="none" strike="noStrike">
                <a:solidFill>
                  <a:schemeClr val="dk1"/>
                </a:solidFill>
                <a:latin typeface="Arial"/>
                <a:ea typeface="Arial"/>
                <a:cs typeface="Arial"/>
                <a:sym typeface="Arial"/>
              </a:endParaRPr>
            </a:p>
          </p:txBody>
        </p:sp>
      </p:grpSp>
      <p:grpSp>
        <p:nvGrpSpPr>
          <p:cNvPr id="682" name="Google Shape;682;p32"/>
          <p:cNvGrpSpPr/>
          <p:nvPr/>
        </p:nvGrpSpPr>
        <p:grpSpPr>
          <a:xfrm>
            <a:off x="8215796" y="5212251"/>
            <a:ext cx="599850" cy="533587"/>
            <a:chOff x="1179650" y="1478125"/>
            <a:chExt cx="450000" cy="400200"/>
          </a:xfrm>
        </p:grpSpPr>
        <p:sp>
          <p:nvSpPr>
            <p:cNvPr id="683" name="Google Shape;683;p3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684" name="Google Shape;684;p3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10</a:t>
              </a:r>
              <a:endParaRPr b="1" i="0" sz="1866" u="none" cap="none" strike="noStrike">
                <a:solidFill>
                  <a:schemeClr val="dk1"/>
                </a:solidFill>
                <a:latin typeface="Arial"/>
                <a:ea typeface="Arial"/>
                <a:cs typeface="Arial"/>
                <a:sym typeface="Arial"/>
              </a:endParaRPr>
            </a:p>
          </p:txBody>
        </p:sp>
      </p:grpSp>
      <p:pic>
        <p:nvPicPr>
          <p:cNvPr id="685" name="Google Shape;685;p32"/>
          <p:cNvPicPr preferRelativeResize="0"/>
          <p:nvPr/>
        </p:nvPicPr>
        <p:blipFill rotWithShape="1">
          <a:blip r:embed="rId14">
            <a:alphaModFix/>
          </a:blip>
          <a:srcRect b="0" l="0" r="0" t="0"/>
          <a:stretch/>
        </p:blipFill>
        <p:spPr>
          <a:xfrm>
            <a:off x="9221026" y="5589005"/>
            <a:ext cx="1264883" cy="657347"/>
          </a:xfrm>
          <a:prstGeom prst="rect">
            <a:avLst/>
          </a:prstGeom>
          <a:noFill/>
          <a:ln>
            <a:noFill/>
          </a:ln>
        </p:spPr>
      </p:pic>
      <p:sp>
        <p:nvSpPr>
          <p:cNvPr id="686" name="Google Shape;686;p32"/>
          <p:cNvSpPr txBox="1"/>
          <p:nvPr/>
        </p:nvSpPr>
        <p:spPr>
          <a:xfrm>
            <a:off x="9093258" y="5694100"/>
            <a:ext cx="13173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Prediction</a:t>
            </a:r>
            <a:endParaRPr b="1" i="0" sz="1333" u="none" cap="none" strike="noStrike">
              <a:solidFill>
                <a:schemeClr val="dk1"/>
              </a:solidFill>
              <a:latin typeface="Proxima Nova"/>
              <a:ea typeface="Proxima Nova"/>
              <a:cs typeface="Proxima Nova"/>
              <a:sym typeface="Proxima Nova"/>
            </a:endParaRPr>
          </a:p>
        </p:txBody>
      </p:sp>
      <p:cxnSp>
        <p:nvCxnSpPr>
          <p:cNvPr id="687" name="Google Shape;687;p32"/>
          <p:cNvCxnSpPr/>
          <p:nvPr/>
        </p:nvCxnSpPr>
        <p:spPr>
          <a:xfrm>
            <a:off x="8665599" y="5917751"/>
            <a:ext cx="555600" cy="0"/>
          </a:xfrm>
          <a:prstGeom prst="straightConnector1">
            <a:avLst/>
          </a:prstGeom>
          <a:noFill/>
          <a:ln cap="flat" cmpd="sng" w="12700">
            <a:solidFill>
              <a:srgbClr val="666666"/>
            </a:solidFill>
            <a:prstDash val="solid"/>
            <a:round/>
            <a:headEnd len="sm" w="sm" type="none"/>
            <a:tailEnd len="med" w="med" type="triangle"/>
          </a:ln>
        </p:spPr>
      </p:cxnSp>
      <p:sp>
        <p:nvSpPr>
          <p:cNvPr id="688" name="Google Shape;688;p32"/>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10. Generate Prediction on New Data (OUTPUT)</a:t>
            </a:r>
            <a:endParaRPr sz="2800">
              <a:solidFill>
                <a:schemeClr val="accent6"/>
              </a:solidFill>
            </a:endParaRPr>
          </a:p>
        </p:txBody>
      </p:sp>
      <p:sp>
        <p:nvSpPr>
          <p:cNvPr id="689" name="Google Shape;689;p32"/>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3" name="Shape 693"/>
        <p:cNvGrpSpPr/>
        <p:nvPr/>
      </p:nvGrpSpPr>
      <p:grpSpPr>
        <a:xfrm>
          <a:off x="0" y="0"/>
          <a:ext cx="0" cy="0"/>
          <a:chOff x="0" y="0"/>
          <a:chExt cx="0" cy="0"/>
        </a:xfrm>
      </p:grpSpPr>
      <p:sp>
        <p:nvSpPr>
          <p:cNvPr id="694" name="Google Shape;694;p33"/>
          <p:cNvSpPr/>
          <p:nvPr/>
        </p:nvSpPr>
        <p:spPr>
          <a:xfrm>
            <a:off x="206248" y="2621651"/>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695" name="Google Shape;695;p33"/>
          <p:cNvPicPr preferRelativeResize="0"/>
          <p:nvPr/>
        </p:nvPicPr>
        <p:blipFill rotWithShape="1">
          <a:blip r:embed="rId3">
            <a:alphaModFix/>
          </a:blip>
          <a:srcRect b="0" l="0" r="0" t="0"/>
          <a:stretch/>
        </p:blipFill>
        <p:spPr>
          <a:xfrm>
            <a:off x="338382" y="1978369"/>
            <a:ext cx="599916" cy="599916"/>
          </a:xfrm>
          <a:prstGeom prst="rect">
            <a:avLst/>
          </a:prstGeom>
          <a:noFill/>
          <a:ln>
            <a:noFill/>
          </a:ln>
        </p:spPr>
      </p:pic>
      <p:sp>
        <p:nvSpPr>
          <p:cNvPr id="696" name="Google Shape;696;p33"/>
          <p:cNvSpPr/>
          <p:nvPr/>
        </p:nvSpPr>
        <p:spPr>
          <a:xfrm>
            <a:off x="1144647" y="18162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697" name="Google Shape;697;p33"/>
          <p:cNvPicPr preferRelativeResize="0"/>
          <p:nvPr/>
        </p:nvPicPr>
        <p:blipFill rotWithShape="1">
          <a:blip r:embed="rId4">
            <a:alphaModFix/>
          </a:blip>
          <a:srcRect b="0" l="0" r="0" t="0"/>
          <a:stretch/>
        </p:blipFill>
        <p:spPr>
          <a:xfrm>
            <a:off x="1435575" y="1978367"/>
            <a:ext cx="1119998" cy="1149214"/>
          </a:xfrm>
          <a:prstGeom prst="rect">
            <a:avLst/>
          </a:prstGeom>
          <a:noFill/>
          <a:ln>
            <a:noFill/>
          </a:ln>
        </p:spPr>
      </p:pic>
      <p:pic>
        <p:nvPicPr>
          <p:cNvPr id="698" name="Google Shape;698;p33"/>
          <p:cNvPicPr preferRelativeResize="0"/>
          <p:nvPr/>
        </p:nvPicPr>
        <p:blipFill rotWithShape="1">
          <a:blip r:embed="rId5">
            <a:alphaModFix/>
          </a:blip>
          <a:srcRect b="0" l="0" r="0" t="0"/>
          <a:stretch/>
        </p:blipFill>
        <p:spPr>
          <a:xfrm>
            <a:off x="4877447" y="3490800"/>
            <a:ext cx="1129517" cy="857050"/>
          </a:xfrm>
          <a:prstGeom prst="rect">
            <a:avLst/>
          </a:prstGeom>
          <a:noFill/>
          <a:ln>
            <a:noFill/>
          </a:ln>
        </p:spPr>
      </p:pic>
      <p:pic>
        <p:nvPicPr>
          <p:cNvPr id="699" name="Google Shape;699;p33"/>
          <p:cNvPicPr preferRelativeResize="0"/>
          <p:nvPr/>
        </p:nvPicPr>
        <p:blipFill rotWithShape="1">
          <a:blip r:embed="rId6">
            <a:alphaModFix/>
          </a:blip>
          <a:srcRect b="0" l="0" r="0" t="0"/>
          <a:stretch/>
        </p:blipFill>
        <p:spPr>
          <a:xfrm>
            <a:off x="4877447" y="4601301"/>
            <a:ext cx="1129517" cy="438995"/>
          </a:xfrm>
          <a:prstGeom prst="rect">
            <a:avLst/>
          </a:prstGeom>
          <a:noFill/>
          <a:ln>
            <a:noFill/>
          </a:ln>
        </p:spPr>
      </p:pic>
      <p:pic>
        <p:nvPicPr>
          <p:cNvPr id="700" name="Google Shape;700;p33"/>
          <p:cNvPicPr preferRelativeResize="0"/>
          <p:nvPr/>
        </p:nvPicPr>
        <p:blipFill rotWithShape="1">
          <a:blip r:embed="rId7">
            <a:alphaModFix/>
          </a:blip>
          <a:srcRect b="0" l="0" r="0" t="0"/>
          <a:stretch/>
        </p:blipFill>
        <p:spPr>
          <a:xfrm>
            <a:off x="4825693" y="2176301"/>
            <a:ext cx="1119988" cy="753443"/>
          </a:xfrm>
          <a:prstGeom prst="rect">
            <a:avLst/>
          </a:prstGeom>
          <a:noFill/>
          <a:ln>
            <a:noFill/>
          </a:ln>
        </p:spPr>
      </p:pic>
      <p:pic>
        <p:nvPicPr>
          <p:cNvPr id="701" name="Google Shape;701;p33"/>
          <p:cNvPicPr preferRelativeResize="0"/>
          <p:nvPr/>
        </p:nvPicPr>
        <p:blipFill rotWithShape="1">
          <a:blip r:embed="rId8">
            <a:alphaModFix/>
          </a:blip>
          <a:srcRect b="0" l="0" r="0" t="0"/>
          <a:stretch/>
        </p:blipFill>
        <p:spPr>
          <a:xfrm>
            <a:off x="3052736" y="1975867"/>
            <a:ext cx="1119986" cy="1154221"/>
          </a:xfrm>
          <a:prstGeom prst="rect">
            <a:avLst/>
          </a:prstGeom>
          <a:noFill/>
          <a:ln>
            <a:noFill/>
          </a:ln>
        </p:spPr>
      </p:pic>
      <p:pic>
        <p:nvPicPr>
          <p:cNvPr id="702" name="Google Shape;702;p33"/>
          <p:cNvPicPr preferRelativeResize="0"/>
          <p:nvPr/>
        </p:nvPicPr>
        <p:blipFill rotWithShape="1">
          <a:blip r:embed="rId9">
            <a:alphaModFix/>
          </a:blip>
          <a:srcRect b="0" l="0" r="0" t="0"/>
          <a:stretch/>
        </p:blipFill>
        <p:spPr>
          <a:xfrm>
            <a:off x="6519369" y="3626514"/>
            <a:ext cx="732149" cy="585711"/>
          </a:xfrm>
          <a:prstGeom prst="rect">
            <a:avLst/>
          </a:prstGeom>
          <a:noFill/>
          <a:ln>
            <a:noFill/>
          </a:ln>
        </p:spPr>
      </p:pic>
      <p:sp>
        <p:nvSpPr>
          <p:cNvPr id="703" name="Google Shape;703;p33"/>
          <p:cNvSpPr/>
          <p:nvPr/>
        </p:nvSpPr>
        <p:spPr>
          <a:xfrm>
            <a:off x="7866532" y="36194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04" name="Google Shape;704;p33"/>
          <p:cNvSpPr txBox="1"/>
          <p:nvPr/>
        </p:nvSpPr>
        <p:spPr>
          <a:xfrm>
            <a:off x="7866532" y="3652634"/>
            <a:ext cx="5997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933"/>
              <a:buFont typeface="Arial"/>
              <a:buNone/>
            </a:pPr>
            <a:r>
              <a:rPr b="0" i="0" lang="en" sz="933" u="none" cap="none" strike="noStrike">
                <a:solidFill>
                  <a:schemeClr val="dk1"/>
                </a:solidFill>
                <a:latin typeface="Arial"/>
                <a:ea typeface="Arial"/>
                <a:cs typeface="Arial"/>
                <a:sym typeface="Arial"/>
              </a:rPr>
              <a:t>KNN</a:t>
            </a:r>
            <a:endParaRPr b="0" i="0" sz="933"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33"/>
              <a:buFont typeface="Arial"/>
              <a:buNone/>
            </a:pPr>
            <a:r>
              <a:rPr b="0" i="0" lang="en" sz="933" u="none" cap="none" strike="noStrike">
                <a:solidFill>
                  <a:schemeClr val="dk1"/>
                </a:solidFill>
                <a:latin typeface="Arial"/>
                <a:ea typeface="Arial"/>
                <a:cs typeface="Arial"/>
                <a:sym typeface="Arial"/>
              </a:rPr>
              <a:t>Model</a:t>
            </a:r>
            <a:endParaRPr b="0" i="0" sz="933" u="none" cap="none" strike="noStrike">
              <a:solidFill>
                <a:schemeClr val="dk1"/>
              </a:solidFill>
              <a:latin typeface="Arial"/>
              <a:ea typeface="Arial"/>
              <a:cs typeface="Arial"/>
              <a:sym typeface="Arial"/>
            </a:endParaRPr>
          </a:p>
        </p:txBody>
      </p:sp>
      <p:sp>
        <p:nvSpPr>
          <p:cNvPr id="705" name="Google Shape;705;p33"/>
          <p:cNvSpPr/>
          <p:nvPr/>
        </p:nvSpPr>
        <p:spPr>
          <a:xfrm>
            <a:off x="7658384" y="4601251"/>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706" name="Google Shape;706;p33"/>
          <p:cNvPicPr preferRelativeResize="0"/>
          <p:nvPr/>
        </p:nvPicPr>
        <p:blipFill rotWithShape="1">
          <a:blip r:embed="rId10">
            <a:alphaModFix/>
          </a:blip>
          <a:srcRect b="0" l="0" r="0" t="0"/>
          <a:stretch/>
        </p:blipFill>
        <p:spPr>
          <a:xfrm>
            <a:off x="9221027" y="4601301"/>
            <a:ext cx="1376140" cy="438991"/>
          </a:xfrm>
          <a:prstGeom prst="rect">
            <a:avLst/>
          </a:prstGeom>
          <a:noFill/>
          <a:ln>
            <a:noFill/>
          </a:ln>
        </p:spPr>
      </p:pic>
      <p:pic>
        <p:nvPicPr>
          <p:cNvPr id="707" name="Google Shape;707;p33"/>
          <p:cNvPicPr preferRelativeResize="0"/>
          <p:nvPr/>
        </p:nvPicPr>
        <p:blipFill rotWithShape="1">
          <a:blip r:embed="rId11">
            <a:alphaModFix/>
          </a:blip>
          <a:srcRect b="0" l="0" r="0" t="0"/>
          <a:stretch/>
        </p:blipFill>
        <p:spPr>
          <a:xfrm>
            <a:off x="10940529" y="4101486"/>
            <a:ext cx="599850" cy="580003"/>
          </a:xfrm>
          <a:prstGeom prst="rect">
            <a:avLst/>
          </a:prstGeom>
          <a:noFill/>
          <a:ln>
            <a:noFill/>
          </a:ln>
        </p:spPr>
      </p:pic>
      <p:cxnSp>
        <p:nvCxnSpPr>
          <p:cNvPr id="708" name="Google Shape;708;p33"/>
          <p:cNvCxnSpPr>
            <a:stCxn id="694" idx="4"/>
            <a:endCxn id="697" idx="1"/>
          </p:cNvCxnSpPr>
          <p:nvPr/>
        </p:nvCxnSpPr>
        <p:spPr>
          <a:xfrm flipH="1" rot="10800000">
            <a:off x="938398" y="2552951"/>
            <a:ext cx="497100" cy="419400"/>
          </a:xfrm>
          <a:prstGeom prst="straightConnector1">
            <a:avLst/>
          </a:prstGeom>
          <a:noFill/>
          <a:ln cap="flat" cmpd="sng" w="12700">
            <a:solidFill>
              <a:srgbClr val="666666"/>
            </a:solidFill>
            <a:prstDash val="solid"/>
            <a:round/>
            <a:headEnd len="sm" w="sm" type="none"/>
            <a:tailEnd len="med" w="med" type="triangle"/>
          </a:ln>
        </p:spPr>
      </p:cxnSp>
      <p:cxnSp>
        <p:nvCxnSpPr>
          <p:cNvPr id="709" name="Google Shape;709;p33"/>
          <p:cNvCxnSpPr>
            <a:stCxn id="697" idx="3"/>
            <a:endCxn id="701" idx="1"/>
          </p:cNvCxnSpPr>
          <p:nvPr/>
        </p:nvCxnSpPr>
        <p:spPr>
          <a:xfrm>
            <a:off x="2555572" y="2552974"/>
            <a:ext cx="497100" cy="0"/>
          </a:xfrm>
          <a:prstGeom prst="straightConnector1">
            <a:avLst/>
          </a:prstGeom>
          <a:noFill/>
          <a:ln cap="flat" cmpd="sng" w="12700">
            <a:solidFill>
              <a:srgbClr val="666666"/>
            </a:solidFill>
            <a:prstDash val="solid"/>
            <a:round/>
            <a:headEnd len="sm" w="sm" type="none"/>
            <a:tailEnd len="med" w="med" type="triangle"/>
          </a:ln>
        </p:spPr>
      </p:cxnSp>
      <p:cxnSp>
        <p:nvCxnSpPr>
          <p:cNvPr id="710" name="Google Shape;710;p33"/>
          <p:cNvCxnSpPr>
            <a:stCxn id="701" idx="3"/>
            <a:endCxn id="700" idx="1"/>
          </p:cNvCxnSpPr>
          <p:nvPr/>
        </p:nvCxnSpPr>
        <p:spPr>
          <a:xfrm>
            <a:off x="4172722" y="2552977"/>
            <a:ext cx="653100" cy="0"/>
          </a:xfrm>
          <a:prstGeom prst="straightConnector1">
            <a:avLst/>
          </a:prstGeom>
          <a:noFill/>
          <a:ln cap="flat" cmpd="sng" w="12700">
            <a:solidFill>
              <a:srgbClr val="666666"/>
            </a:solidFill>
            <a:prstDash val="solid"/>
            <a:round/>
            <a:headEnd len="sm" w="sm" type="none"/>
            <a:tailEnd len="med" w="med" type="triangle"/>
          </a:ln>
        </p:spPr>
      </p:cxnSp>
      <p:cxnSp>
        <p:nvCxnSpPr>
          <p:cNvPr id="711" name="Google Shape;711;p33"/>
          <p:cNvCxnSpPr>
            <a:stCxn id="701" idx="2"/>
            <a:endCxn id="698" idx="1"/>
          </p:cNvCxnSpPr>
          <p:nvPr/>
        </p:nvCxnSpPr>
        <p:spPr>
          <a:xfrm flipH="1" rot="-5400000">
            <a:off x="3850479" y="2892338"/>
            <a:ext cx="789300" cy="1264800"/>
          </a:xfrm>
          <a:prstGeom prst="bentConnector2">
            <a:avLst/>
          </a:prstGeom>
          <a:noFill/>
          <a:ln cap="flat" cmpd="sng" w="12700">
            <a:solidFill>
              <a:srgbClr val="666666"/>
            </a:solidFill>
            <a:prstDash val="solid"/>
            <a:round/>
            <a:headEnd len="sm" w="sm" type="none"/>
            <a:tailEnd len="med" w="med" type="triangle"/>
          </a:ln>
        </p:spPr>
      </p:cxnSp>
      <p:cxnSp>
        <p:nvCxnSpPr>
          <p:cNvPr id="712" name="Google Shape;712;p33"/>
          <p:cNvCxnSpPr>
            <a:stCxn id="701" idx="2"/>
            <a:endCxn id="699" idx="1"/>
          </p:cNvCxnSpPr>
          <p:nvPr/>
        </p:nvCxnSpPr>
        <p:spPr>
          <a:xfrm flipH="1" rot="-5400000">
            <a:off x="3399729" y="3343088"/>
            <a:ext cx="1690800" cy="1264800"/>
          </a:xfrm>
          <a:prstGeom prst="bentConnector2">
            <a:avLst/>
          </a:prstGeom>
          <a:noFill/>
          <a:ln cap="flat" cmpd="sng" w="12700">
            <a:solidFill>
              <a:srgbClr val="666666"/>
            </a:solidFill>
            <a:prstDash val="solid"/>
            <a:round/>
            <a:headEnd len="sm" w="sm" type="none"/>
            <a:tailEnd len="med" w="med" type="triangle"/>
          </a:ln>
        </p:spPr>
      </p:cxnSp>
      <p:cxnSp>
        <p:nvCxnSpPr>
          <p:cNvPr id="713" name="Google Shape;713;p33"/>
          <p:cNvCxnSpPr>
            <a:stCxn id="698" idx="3"/>
            <a:endCxn id="702" idx="1"/>
          </p:cNvCxnSpPr>
          <p:nvPr/>
        </p:nvCxnSpPr>
        <p:spPr>
          <a:xfrm>
            <a:off x="6006963" y="3919325"/>
            <a:ext cx="512400" cy="0"/>
          </a:xfrm>
          <a:prstGeom prst="straightConnector1">
            <a:avLst/>
          </a:prstGeom>
          <a:noFill/>
          <a:ln cap="flat" cmpd="sng" w="12700">
            <a:solidFill>
              <a:srgbClr val="666666"/>
            </a:solidFill>
            <a:prstDash val="solid"/>
            <a:round/>
            <a:headEnd len="sm" w="sm" type="none"/>
            <a:tailEnd len="med" w="med" type="triangle"/>
          </a:ln>
        </p:spPr>
      </p:cxnSp>
      <p:cxnSp>
        <p:nvCxnSpPr>
          <p:cNvPr id="714" name="Google Shape;714;p33"/>
          <p:cNvCxnSpPr>
            <a:stCxn id="702" idx="3"/>
            <a:endCxn id="704" idx="1"/>
          </p:cNvCxnSpPr>
          <p:nvPr/>
        </p:nvCxnSpPr>
        <p:spPr>
          <a:xfrm>
            <a:off x="7251517" y="3919370"/>
            <a:ext cx="615000" cy="0"/>
          </a:xfrm>
          <a:prstGeom prst="straightConnector1">
            <a:avLst/>
          </a:prstGeom>
          <a:noFill/>
          <a:ln cap="flat" cmpd="sng" w="12700">
            <a:solidFill>
              <a:srgbClr val="666666"/>
            </a:solidFill>
            <a:prstDash val="solid"/>
            <a:round/>
            <a:headEnd len="sm" w="sm" type="none"/>
            <a:tailEnd len="med" w="med" type="triangle"/>
          </a:ln>
        </p:spPr>
      </p:cxnSp>
      <p:cxnSp>
        <p:nvCxnSpPr>
          <p:cNvPr id="715" name="Google Shape;715;p33"/>
          <p:cNvCxnSpPr>
            <a:stCxn id="704" idx="2"/>
            <a:endCxn id="705" idx="0"/>
          </p:cNvCxnSpPr>
          <p:nvPr/>
        </p:nvCxnSpPr>
        <p:spPr>
          <a:xfrm>
            <a:off x="8166382" y="4186034"/>
            <a:ext cx="0" cy="415200"/>
          </a:xfrm>
          <a:prstGeom prst="straightConnector1">
            <a:avLst/>
          </a:prstGeom>
          <a:noFill/>
          <a:ln cap="flat" cmpd="sng" w="12700">
            <a:solidFill>
              <a:srgbClr val="666666"/>
            </a:solidFill>
            <a:prstDash val="solid"/>
            <a:round/>
            <a:headEnd len="sm" w="sm" type="none"/>
            <a:tailEnd len="med" w="med" type="triangle"/>
          </a:ln>
        </p:spPr>
      </p:cxnSp>
      <p:cxnSp>
        <p:nvCxnSpPr>
          <p:cNvPr id="716" name="Google Shape;716;p33"/>
          <p:cNvCxnSpPr>
            <a:stCxn id="699" idx="3"/>
            <a:endCxn id="705" idx="1"/>
          </p:cNvCxnSpPr>
          <p:nvPr/>
        </p:nvCxnSpPr>
        <p:spPr>
          <a:xfrm>
            <a:off x="6006964" y="4820799"/>
            <a:ext cx="1651500" cy="0"/>
          </a:xfrm>
          <a:prstGeom prst="straightConnector1">
            <a:avLst/>
          </a:prstGeom>
          <a:noFill/>
          <a:ln cap="flat" cmpd="sng" w="12700">
            <a:solidFill>
              <a:srgbClr val="666666"/>
            </a:solidFill>
            <a:prstDash val="solid"/>
            <a:round/>
            <a:headEnd len="sm" w="sm" type="none"/>
            <a:tailEnd len="med" w="med" type="triangle"/>
          </a:ln>
        </p:spPr>
      </p:cxnSp>
      <p:cxnSp>
        <p:nvCxnSpPr>
          <p:cNvPr id="717" name="Google Shape;717;p33"/>
          <p:cNvCxnSpPr>
            <a:stCxn id="705" idx="3"/>
            <a:endCxn id="706" idx="1"/>
          </p:cNvCxnSpPr>
          <p:nvPr/>
        </p:nvCxnSpPr>
        <p:spPr>
          <a:xfrm>
            <a:off x="8674484" y="4820851"/>
            <a:ext cx="546600" cy="0"/>
          </a:xfrm>
          <a:prstGeom prst="straightConnector1">
            <a:avLst/>
          </a:prstGeom>
          <a:noFill/>
          <a:ln cap="flat" cmpd="sng" w="12700">
            <a:solidFill>
              <a:srgbClr val="666666"/>
            </a:solidFill>
            <a:prstDash val="solid"/>
            <a:round/>
            <a:headEnd len="sm" w="sm" type="none"/>
            <a:tailEnd len="med" w="med" type="triangle"/>
          </a:ln>
        </p:spPr>
      </p:cxnSp>
      <p:cxnSp>
        <p:nvCxnSpPr>
          <p:cNvPr id="718" name="Google Shape;718;p33"/>
          <p:cNvCxnSpPr>
            <a:stCxn id="706" idx="3"/>
            <a:endCxn id="707" idx="1"/>
          </p:cNvCxnSpPr>
          <p:nvPr/>
        </p:nvCxnSpPr>
        <p:spPr>
          <a:xfrm flipH="1" rot="10800000">
            <a:off x="10597166" y="4391496"/>
            <a:ext cx="343500" cy="429300"/>
          </a:xfrm>
          <a:prstGeom prst="straightConnector1">
            <a:avLst/>
          </a:prstGeom>
          <a:noFill/>
          <a:ln cap="flat" cmpd="sng" w="12700">
            <a:solidFill>
              <a:srgbClr val="666666"/>
            </a:solidFill>
            <a:prstDash val="solid"/>
            <a:round/>
            <a:headEnd len="sm" w="sm" type="none"/>
            <a:tailEnd len="med" w="med" type="triangle"/>
          </a:ln>
        </p:spPr>
      </p:cxnSp>
      <p:sp>
        <p:nvSpPr>
          <p:cNvPr id="719" name="Google Shape;719;p33"/>
          <p:cNvSpPr txBox="1"/>
          <p:nvPr/>
        </p:nvSpPr>
        <p:spPr>
          <a:xfrm>
            <a:off x="10940529" y="4988067"/>
            <a:ext cx="599700" cy="430800"/>
          </a:xfrm>
          <a:prstGeom prst="rect">
            <a:avLst/>
          </a:prstGeom>
          <a:noFill/>
          <a:ln cap="flat" cmpd="sng" w="12700">
            <a:solidFill>
              <a:srgbClr val="666666"/>
            </a:solidFill>
            <a:prstDash val="solid"/>
            <a:round/>
            <a:headEnd len="sm" w="sm" type="none"/>
            <a:tailEnd len="sm" w="sm" type="none"/>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Proxima Nova"/>
                <a:ea typeface="Proxima Nova"/>
                <a:cs typeface="Proxima Nova"/>
                <a:sym typeface="Proxima Nova"/>
              </a:rPr>
              <a:t>85%</a:t>
            </a:r>
            <a:endParaRPr b="1" i="0" sz="1200" u="none" cap="none" strike="noStrike">
              <a:solidFill>
                <a:schemeClr val="dk1"/>
              </a:solidFill>
              <a:latin typeface="Proxima Nova"/>
              <a:ea typeface="Proxima Nova"/>
              <a:cs typeface="Proxima Nova"/>
              <a:sym typeface="Proxima Nova"/>
            </a:endParaRPr>
          </a:p>
        </p:txBody>
      </p:sp>
      <p:cxnSp>
        <p:nvCxnSpPr>
          <p:cNvPr id="720" name="Google Shape;720;p33"/>
          <p:cNvCxnSpPr>
            <a:stCxn id="706" idx="3"/>
            <a:endCxn id="719" idx="1"/>
          </p:cNvCxnSpPr>
          <p:nvPr/>
        </p:nvCxnSpPr>
        <p:spPr>
          <a:xfrm>
            <a:off x="10597166" y="4820796"/>
            <a:ext cx="343500" cy="382800"/>
          </a:xfrm>
          <a:prstGeom prst="straightConnector1">
            <a:avLst/>
          </a:prstGeom>
          <a:noFill/>
          <a:ln cap="flat" cmpd="sng" w="12700">
            <a:solidFill>
              <a:srgbClr val="666666"/>
            </a:solidFill>
            <a:prstDash val="solid"/>
            <a:round/>
            <a:headEnd len="sm" w="sm" type="none"/>
            <a:tailEnd len="med" w="med" type="triangle"/>
          </a:ln>
        </p:spPr>
      </p:cxnSp>
      <p:cxnSp>
        <p:nvCxnSpPr>
          <p:cNvPr id="721" name="Google Shape;721;p33"/>
          <p:cNvCxnSpPr>
            <a:stCxn id="695" idx="3"/>
            <a:endCxn id="697" idx="1"/>
          </p:cNvCxnSpPr>
          <p:nvPr/>
        </p:nvCxnSpPr>
        <p:spPr>
          <a:xfrm>
            <a:off x="938298" y="2278327"/>
            <a:ext cx="497400" cy="274500"/>
          </a:xfrm>
          <a:prstGeom prst="straightConnector1">
            <a:avLst/>
          </a:prstGeom>
          <a:noFill/>
          <a:ln cap="flat" cmpd="sng" w="12700">
            <a:solidFill>
              <a:srgbClr val="666666"/>
            </a:solidFill>
            <a:prstDash val="solid"/>
            <a:round/>
            <a:headEnd len="sm" w="sm" type="none"/>
            <a:tailEnd len="med" w="med" type="triangle"/>
          </a:ln>
        </p:spPr>
      </p:cxnSp>
      <p:pic>
        <p:nvPicPr>
          <p:cNvPr id="722" name="Google Shape;722;p33"/>
          <p:cNvPicPr preferRelativeResize="0"/>
          <p:nvPr/>
        </p:nvPicPr>
        <p:blipFill rotWithShape="1">
          <a:blip r:embed="rId12">
            <a:alphaModFix/>
          </a:blip>
          <a:srcRect b="0" l="0" r="0" t="0"/>
          <a:stretch/>
        </p:blipFill>
        <p:spPr>
          <a:xfrm>
            <a:off x="1435574" y="5601167"/>
            <a:ext cx="1119987" cy="633036"/>
          </a:xfrm>
          <a:prstGeom prst="rect">
            <a:avLst/>
          </a:prstGeom>
          <a:noFill/>
          <a:ln>
            <a:noFill/>
          </a:ln>
        </p:spPr>
      </p:pic>
      <p:cxnSp>
        <p:nvCxnSpPr>
          <p:cNvPr id="723" name="Google Shape;723;p33"/>
          <p:cNvCxnSpPr>
            <a:stCxn id="694" idx="4"/>
            <a:endCxn id="722" idx="1"/>
          </p:cNvCxnSpPr>
          <p:nvPr/>
        </p:nvCxnSpPr>
        <p:spPr>
          <a:xfrm>
            <a:off x="938398" y="2972351"/>
            <a:ext cx="497100" cy="2945400"/>
          </a:xfrm>
          <a:prstGeom prst="bentConnector3">
            <a:avLst>
              <a:gd fmla="val 50010" name="adj1"/>
            </a:avLst>
          </a:prstGeom>
          <a:noFill/>
          <a:ln cap="flat" cmpd="sng" w="12700">
            <a:solidFill>
              <a:srgbClr val="666666"/>
            </a:solidFill>
            <a:prstDash val="solid"/>
            <a:round/>
            <a:headEnd len="sm" w="sm" type="none"/>
            <a:tailEnd len="med" w="med" type="triangle"/>
          </a:ln>
        </p:spPr>
      </p:cxnSp>
      <p:pic>
        <p:nvPicPr>
          <p:cNvPr id="724" name="Google Shape;724;p33"/>
          <p:cNvPicPr preferRelativeResize="0"/>
          <p:nvPr/>
        </p:nvPicPr>
        <p:blipFill rotWithShape="1">
          <a:blip r:embed="rId13">
            <a:alphaModFix/>
          </a:blip>
          <a:srcRect b="0" l="0" r="0" t="0"/>
          <a:stretch/>
        </p:blipFill>
        <p:spPr>
          <a:xfrm>
            <a:off x="4877612" y="5588934"/>
            <a:ext cx="1016145" cy="657505"/>
          </a:xfrm>
          <a:prstGeom prst="rect">
            <a:avLst/>
          </a:prstGeom>
          <a:noFill/>
          <a:ln>
            <a:noFill/>
          </a:ln>
        </p:spPr>
      </p:pic>
      <p:cxnSp>
        <p:nvCxnSpPr>
          <p:cNvPr id="725" name="Google Shape;725;p33"/>
          <p:cNvCxnSpPr>
            <a:stCxn id="722" idx="3"/>
            <a:endCxn id="724" idx="1"/>
          </p:cNvCxnSpPr>
          <p:nvPr/>
        </p:nvCxnSpPr>
        <p:spPr>
          <a:xfrm>
            <a:off x="2555561" y="5917685"/>
            <a:ext cx="2322000" cy="0"/>
          </a:xfrm>
          <a:prstGeom prst="straightConnector1">
            <a:avLst/>
          </a:prstGeom>
          <a:noFill/>
          <a:ln cap="flat" cmpd="sng" w="12700">
            <a:solidFill>
              <a:srgbClr val="666666"/>
            </a:solidFill>
            <a:prstDash val="solid"/>
            <a:round/>
            <a:headEnd len="sm" w="sm" type="none"/>
            <a:tailEnd len="med" w="med" type="triangle"/>
          </a:ln>
        </p:spPr>
      </p:cxnSp>
      <p:sp>
        <p:nvSpPr>
          <p:cNvPr id="726" name="Google Shape;726;p33"/>
          <p:cNvSpPr/>
          <p:nvPr/>
        </p:nvSpPr>
        <p:spPr>
          <a:xfrm>
            <a:off x="7649453" y="5698151"/>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cxnSp>
        <p:nvCxnSpPr>
          <p:cNvPr id="727" name="Google Shape;727;p33"/>
          <p:cNvCxnSpPr>
            <a:stCxn id="724" idx="3"/>
            <a:endCxn id="726" idx="1"/>
          </p:cNvCxnSpPr>
          <p:nvPr/>
        </p:nvCxnSpPr>
        <p:spPr>
          <a:xfrm>
            <a:off x="5893758" y="5917686"/>
            <a:ext cx="1755600" cy="0"/>
          </a:xfrm>
          <a:prstGeom prst="straightConnector1">
            <a:avLst/>
          </a:prstGeom>
          <a:noFill/>
          <a:ln cap="flat" cmpd="sng" w="12700">
            <a:solidFill>
              <a:srgbClr val="666666"/>
            </a:solidFill>
            <a:prstDash val="solid"/>
            <a:round/>
            <a:headEnd len="sm" w="sm" type="none"/>
            <a:tailEnd len="med" w="med" type="triangle"/>
          </a:ln>
        </p:spPr>
      </p:cxnSp>
      <p:cxnSp>
        <p:nvCxnSpPr>
          <p:cNvPr id="728" name="Google Shape;728;p33"/>
          <p:cNvCxnSpPr>
            <a:stCxn id="726" idx="3"/>
            <a:endCxn id="729" idx="1"/>
          </p:cNvCxnSpPr>
          <p:nvPr/>
        </p:nvCxnSpPr>
        <p:spPr>
          <a:xfrm>
            <a:off x="8665553" y="5917751"/>
            <a:ext cx="555600" cy="0"/>
          </a:xfrm>
          <a:prstGeom prst="straightConnector1">
            <a:avLst/>
          </a:prstGeom>
          <a:noFill/>
          <a:ln cap="flat" cmpd="sng" w="12700">
            <a:solidFill>
              <a:srgbClr val="666666"/>
            </a:solidFill>
            <a:prstDash val="solid"/>
            <a:round/>
            <a:headEnd len="sm" w="sm" type="none"/>
            <a:tailEnd len="med" w="med" type="triangle"/>
          </a:ln>
        </p:spPr>
      </p:cxnSp>
      <p:cxnSp>
        <p:nvCxnSpPr>
          <p:cNvPr id="730" name="Google Shape;730;p33"/>
          <p:cNvCxnSpPr>
            <a:stCxn id="704" idx="3"/>
            <a:endCxn id="726" idx="0"/>
          </p:cNvCxnSpPr>
          <p:nvPr/>
        </p:nvCxnSpPr>
        <p:spPr>
          <a:xfrm flipH="1">
            <a:off x="8157532" y="3919334"/>
            <a:ext cx="308700" cy="1778700"/>
          </a:xfrm>
          <a:prstGeom prst="bentConnector4">
            <a:avLst>
              <a:gd fmla="val -77138" name="adj1"/>
              <a:gd fmla="val 57500" name="adj2"/>
            </a:avLst>
          </a:prstGeom>
          <a:noFill/>
          <a:ln cap="flat" cmpd="sng" w="12700">
            <a:solidFill>
              <a:schemeClr val="dk2"/>
            </a:solidFill>
            <a:prstDash val="solid"/>
            <a:round/>
            <a:headEnd len="sm" w="sm" type="none"/>
            <a:tailEnd len="med" w="med" type="triangle"/>
          </a:ln>
        </p:spPr>
      </p:cxnSp>
      <p:pic>
        <p:nvPicPr>
          <p:cNvPr id="729" name="Google Shape;729;p33"/>
          <p:cNvPicPr preferRelativeResize="0"/>
          <p:nvPr/>
        </p:nvPicPr>
        <p:blipFill rotWithShape="1">
          <a:blip r:embed="rId14">
            <a:alphaModFix/>
          </a:blip>
          <a:srcRect b="0" l="0" r="0" t="0"/>
          <a:stretch/>
        </p:blipFill>
        <p:spPr>
          <a:xfrm>
            <a:off x="9221026" y="5589005"/>
            <a:ext cx="1264883" cy="657347"/>
          </a:xfrm>
          <a:prstGeom prst="rect">
            <a:avLst/>
          </a:prstGeom>
          <a:noFill/>
          <a:ln>
            <a:noFill/>
          </a:ln>
        </p:spPr>
      </p:pic>
      <p:sp>
        <p:nvSpPr>
          <p:cNvPr id="731" name="Google Shape;731;p33"/>
          <p:cNvSpPr/>
          <p:nvPr/>
        </p:nvSpPr>
        <p:spPr>
          <a:xfrm>
            <a:off x="10597182" y="6412600"/>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066"/>
              <a:buFont typeface="Arial"/>
              <a:buNone/>
            </a:pPr>
            <a:r>
              <a:rPr i="0" lang="en" sz="1066" u="none" cap="none" strike="noStrike">
                <a:solidFill>
                  <a:srgbClr val="000000"/>
                </a:solidFill>
                <a:latin typeface="Proxima Nova"/>
                <a:ea typeface="Proxima Nova"/>
                <a:cs typeface="Proxima Nova"/>
                <a:sym typeface="Proxima Nova"/>
              </a:rPr>
              <a:t>Business</a:t>
            </a:r>
            <a:br>
              <a:rPr i="0" lang="en" sz="1066" u="none" cap="none" strike="noStrike">
                <a:solidFill>
                  <a:srgbClr val="000000"/>
                </a:solidFill>
                <a:latin typeface="Proxima Nova"/>
                <a:ea typeface="Proxima Nova"/>
                <a:cs typeface="Proxima Nova"/>
                <a:sym typeface="Proxima Nova"/>
              </a:rPr>
            </a:br>
            <a:r>
              <a:rPr i="0" lang="en" sz="1066" u="none" cap="none" strike="noStrike">
                <a:solidFill>
                  <a:srgbClr val="000000"/>
                </a:solidFill>
                <a:latin typeface="Proxima Nova"/>
                <a:ea typeface="Proxima Nova"/>
                <a:cs typeface="Proxima Nova"/>
                <a:sym typeface="Proxima Nova"/>
              </a:rPr>
              <a:t>Use Cases</a:t>
            </a:r>
            <a:endParaRPr i="0" sz="1066" u="none" cap="none" strike="noStrike">
              <a:solidFill>
                <a:srgbClr val="000000"/>
              </a:solidFill>
              <a:latin typeface="Proxima Nova"/>
              <a:ea typeface="Proxima Nova"/>
              <a:cs typeface="Proxima Nova"/>
              <a:sym typeface="Proxima Nova"/>
            </a:endParaRPr>
          </a:p>
        </p:txBody>
      </p:sp>
      <p:sp>
        <p:nvSpPr>
          <p:cNvPr id="732" name="Google Shape;732;p33"/>
          <p:cNvSpPr txBox="1"/>
          <p:nvPr/>
        </p:nvSpPr>
        <p:spPr>
          <a:xfrm>
            <a:off x="3052736" y="2346801"/>
            <a:ext cx="1016100" cy="7386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Proxima Nova"/>
                <a:ea typeface="Proxima Nova"/>
                <a:cs typeface="Proxima Nova"/>
                <a:sym typeface="Proxima Nova"/>
              </a:rPr>
              <a:t>X</a:t>
            </a:r>
            <a:endParaRPr b="1" i="0" sz="1866" u="none" cap="none" strike="noStrike">
              <a:solidFill>
                <a:srgbClr val="00000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38761D"/>
                </a:solidFill>
                <a:latin typeface="Proxima Nova"/>
                <a:ea typeface="Proxima Nova"/>
                <a:cs typeface="Proxima Nova"/>
                <a:sym typeface="Proxima Nova"/>
              </a:rPr>
              <a:t>(Feature)</a:t>
            </a:r>
            <a:endParaRPr b="1" i="0" sz="1333" u="none" cap="none" strike="noStrike">
              <a:solidFill>
                <a:srgbClr val="38761D"/>
              </a:solidFill>
              <a:latin typeface="Proxima Nova"/>
              <a:ea typeface="Proxima Nova"/>
              <a:cs typeface="Proxima Nova"/>
              <a:sym typeface="Proxima Nova"/>
            </a:endParaRPr>
          </a:p>
        </p:txBody>
      </p:sp>
      <p:sp>
        <p:nvSpPr>
          <p:cNvPr id="733" name="Google Shape;733;p33"/>
          <p:cNvSpPr txBox="1"/>
          <p:nvPr/>
        </p:nvSpPr>
        <p:spPr>
          <a:xfrm>
            <a:off x="3612729" y="2346800"/>
            <a:ext cx="1016100" cy="533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rgbClr val="000000"/>
                </a:solidFill>
                <a:latin typeface="Arial"/>
                <a:ea typeface="Arial"/>
                <a:cs typeface="Arial"/>
                <a:sym typeface="Arial"/>
              </a:rPr>
              <a:t>Y</a:t>
            </a:r>
            <a:endParaRPr b="1" i="0" sz="1866" u="none" cap="none" strike="noStrike">
              <a:solidFill>
                <a:srgbClr val="000000"/>
              </a:solidFill>
              <a:latin typeface="Arial"/>
              <a:ea typeface="Arial"/>
              <a:cs typeface="Arial"/>
              <a:sym typeface="Arial"/>
            </a:endParaRPr>
          </a:p>
        </p:txBody>
      </p:sp>
      <p:sp>
        <p:nvSpPr>
          <p:cNvPr id="734" name="Google Shape;734;p33"/>
          <p:cNvSpPr txBox="1"/>
          <p:nvPr/>
        </p:nvSpPr>
        <p:spPr>
          <a:xfrm>
            <a:off x="4888210" y="3708767"/>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chemeClr val="accent5"/>
                </a:solidFill>
                <a:latin typeface="Proxima Nova"/>
                <a:ea typeface="Proxima Nova"/>
                <a:cs typeface="Proxima Nova"/>
                <a:sym typeface="Proxima Nova"/>
              </a:rPr>
              <a:t>Train</a:t>
            </a:r>
            <a:endParaRPr b="1" i="0" sz="1733" u="none" cap="none" strike="noStrike">
              <a:solidFill>
                <a:schemeClr val="accent5"/>
              </a:solidFill>
              <a:latin typeface="Proxima Nova"/>
              <a:ea typeface="Proxima Nova"/>
              <a:cs typeface="Proxima Nova"/>
              <a:sym typeface="Proxima Nova"/>
            </a:endParaRPr>
          </a:p>
        </p:txBody>
      </p:sp>
      <p:sp>
        <p:nvSpPr>
          <p:cNvPr id="735" name="Google Shape;735;p33"/>
          <p:cNvSpPr txBox="1"/>
          <p:nvPr/>
        </p:nvSpPr>
        <p:spPr>
          <a:xfrm>
            <a:off x="4888210" y="4601434"/>
            <a:ext cx="1016100" cy="5130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733"/>
              <a:buFont typeface="Arial"/>
              <a:buNone/>
            </a:pPr>
            <a:r>
              <a:rPr b="1" i="0" lang="en" sz="1733" u="none" cap="none" strike="noStrike">
                <a:solidFill>
                  <a:srgbClr val="4A86E8"/>
                </a:solidFill>
                <a:latin typeface="Proxima Nova"/>
                <a:ea typeface="Proxima Nova"/>
                <a:cs typeface="Proxima Nova"/>
                <a:sym typeface="Proxima Nova"/>
              </a:rPr>
              <a:t>Test</a:t>
            </a:r>
            <a:endParaRPr b="1" i="0" sz="1733" u="none" cap="none" strike="noStrike">
              <a:solidFill>
                <a:srgbClr val="4A86E8"/>
              </a:solidFill>
              <a:latin typeface="Proxima Nova"/>
              <a:ea typeface="Proxima Nova"/>
              <a:cs typeface="Proxima Nova"/>
              <a:sym typeface="Proxima Nova"/>
            </a:endParaRPr>
          </a:p>
        </p:txBody>
      </p:sp>
      <p:sp>
        <p:nvSpPr>
          <p:cNvPr id="736" name="Google Shape;736;p33"/>
          <p:cNvSpPr txBox="1"/>
          <p:nvPr/>
        </p:nvSpPr>
        <p:spPr>
          <a:xfrm>
            <a:off x="3585736" y="2052600"/>
            <a:ext cx="10701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rgbClr val="FF9900"/>
                </a:solidFill>
                <a:latin typeface="Proxima Nova"/>
                <a:ea typeface="Proxima Nova"/>
                <a:cs typeface="Proxima Nova"/>
                <a:sym typeface="Proxima Nova"/>
              </a:rPr>
              <a:t>(Label)</a:t>
            </a:r>
            <a:endParaRPr b="1" i="0" sz="1866" u="none" cap="none" strike="noStrike">
              <a:solidFill>
                <a:srgbClr val="FF9900"/>
              </a:solidFill>
              <a:latin typeface="Proxima Nova"/>
              <a:ea typeface="Proxima Nova"/>
              <a:cs typeface="Proxima Nova"/>
              <a:sym typeface="Proxima Nova"/>
            </a:endParaRPr>
          </a:p>
        </p:txBody>
      </p:sp>
      <p:sp>
        <p:nvSpPr>
          <p:cNvPr id="737" name="Google Shape;737;p33"/>
          <p:cNvSpPr txBox="1"/>
          <p:nvPr/>
        </p:nvSpPr>
        <p:spPr>
          <a:xfrm>
            <a:off x="4669898" y="2802551"/>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Data Exploration</a:t>
            </a:r>
            <a:endParaRPr b="1" i="0" sz="1333" u="none" cap="none" strike="noStrike">
              <a:solidFill>
                <a:schemeClr val="dk1"/>
              </a:solidFill>
              <a:latin typeface="Proxima Nova"/>
              <a:ea typeface="Proxima Nova"/>
              <a:cs typeface="Proxima Nova"/>
              <a:sym typeface="Proxima Nova"/>
            </a:endParaRPr>
          </a:p>
        </p:txBody>
      </p:sp>
      <p:sp>
        <p:nvSpPr>
          <p:cNvPr id="738" name="Google Shape;738;p33"/>
          <p:cNvSpPr txBox="1"/>
          <p:nvPr/>
        </p:nvSpPr>
        <p:spPr>
          <a:xfrm>
            <a:off x="6088576" y="4041733"/>
            <a:ext cx="1493100" cy="6567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Model </a:t>
            </a:r>
            <a:endParaRPr b="1" i="0" sz="1333" u="none" cap="none" strike="noStrike">
              <a:solidFill>
                <a:schemeClr val="dk1"/>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Training</a:t>
            </a:r>
            <a:endParaRPr b="1" i="0" sz="1333" u="none" cap="none" strike="noStrike">
              <a:solidFill>
                <a:schemeClr val="dk1"/>
              </a:solidFill>
              <a:latin typeface="Proxima Nova"/>
              <a:ea typeface="Proxima Nova"/>
              <a:cs typeface="Proxima Nova"/>
              <a:sym typeface="Proxima Nova"/>
            </a:endParaRPr>
          </a:p>
        </p:txBody>
      </p:sp>
      <p:sp>
        <p:nvSpPr>
          <p:cNvPr id="739" name="Google Shape;739;p33"/>
          <p:cNvSpPr txBox="1"/>
          <p:nvPr/>
        </p:nvSpPr>
        <p:spPr>
          <a:xfrm>
            <a:off x="7761158" y="4595600"/>
            <a:ext cx="8250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Predict</a:t>
            </a:r>
            <a:endParaRPr b="1" i="0" sz="1333" u="none" cap="none" strike="noStrike">
              <a:solidFill>
                <a:schemeClr val="dk1"/>
              </a:solidFill>
              <a:latin typeface="Proxima Nova"/>
              <a:ea typeface="Proxima Nova"/>
              <a:cs typeface="Proxima Nova"/>
              <a:sym typeface="Proxima Nova"/>
            </a:endParaRPr>
          </a:p>
        </p:txBody>
      </p:sp>
      <p:sp>
        <p:nvSpPr>
          <p:cNvPr id="740" name="Google Shape;740;p33"/>
          <p:cNvSpPr txBox="1"/>
          <p:nvPr/>
        </p:nvSpPr>
        <p:spPr>
          <a:xfrm>
            <a:off x="7744962" y="5691933"/>
            <a:ext cx="8250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Predict</a:t>
            </a:r>
            <a:endParaRPr b="1" i="0" sz="1333" u="none" cap="none" strike="noStrike">
              <a:solidFill>
                <a:schemeClr val="dk1"/>
              </a:solidFill>
              <a:latin typeface="Proxima Nova"/>
              <a:ea typeface="Proxima Nova"/>
              <a:cs typeface="Proxima Nova"/>
              <a:sym typeface="Proxima Nova"/>
            </a:endParaRPr>
          </a:p>
        </p:txBody>
      </p:sp>
      <p:sp>
        <p:nvSpPr>
          <p:cNvPr id="741" name="Google Shape;741;p33"/>
          <p:cNvSpPr txBox="1"/>
          <p:nvPr/>
        </p:nvSpPr>
        <p:spPr>
          <a:xfrm>
            <a:off x="1337932" y="6100500"/>
            <a:ext cx="13173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New Data</a:t>
            </a:r>
            <a:endParaRPr b="1" i="0" sz="1333" u="none" cap="none" strike="noStrike">
              <a:solidFill>
                <a:schemeClr val="dk1"/>
              </a:solidFill>
              <a:latin typeface="Proxima Nova"/>
              <a:ea typeface="Proxima Nova"/>
              <a:cs typeface="Proxima Nova"/>
              <a:sym typeface="Proxima Nova"/>
            </a:endParaRPr>
          </a:p>
        </p:txBody>
      </p:sp>
      <p:sp>
        <p:nvSpPr>
          <p:cNvPr id="742" name="Google Shape;742;p33"/>
          <p:cNvSpPr txBox="1"/>
          <p:nvPr/>
        </p:nvSpPr>
        <p:spPr>
          <a:xfrm>
            <a:off x="4737648" y="6100500"/>
            <a:ext cx="13173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Prepared</a:t>
            </a:r>
            <a:endParaRPr b="1" i="0" sz="1333" u="none" cap="none" strike="noStrike">
              <a:solidFill>
                <a:schemeClr val="dk1"/>
              </a:solidFill>
              <a:latin typeface="Proxima Nova"/>
              <a:ea typeface="Proxima Nova"/>
              <a:cs typeface="Proxima Nova"/>
              <a:sym typeface="Proxima Nova"/>
            </a:endParaRPr>
          </a:p>
        </p:txBody>
      </p:sp>
      <p:sp>
        <p:nvSpPr>
          <p:cNvPr id="743" name="Google Shape;743;p33"/>
          <p:cNvSpPr txBox="1"/>
          <p:nvPr/>
        </p:nvSpPr>
        <p:spPr>
          <a:xfrm>
            <a:off x="9093258" y="5694100"/>
            <a:ext cx="1317300" cy="451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333"/>
              <a:buFont typeface="Arial"/>
              <a:buNone/>
            </a:pPr>
            <a:r>
              <a:rPr b="1" i="0" lang="en" sz="1333" u="none" cap="none" strike="noStrike">
                <a:solidFill>
                  <a:schemeClr val="dk1"/>
                </a:solidFill>
                <a:latin typeface="Proxima Nova"/>
                <a:ea typeface="Proxima Nova"/>
                <a:cs typeface="Proxima Nova"/>
                <a:sym typeface="Proxima Nova"/>
              </a:rPr>
              <a:t>Prediction</a:t>
            </a:r>
            <a:endParaRPr b="1" i="0" sz="1333" u="none" cap="none" strike="noStrike">
              <a:solidFill>
                <a:schemeClr val="dk1"/>
              </a:solidFill>
              <a:latin typeface="Proxima Nova"/>
              <a:ea typeface="Proxima Nova"/>
              <a:cs typeface="Proxima Nova"/>
              <a:sym typeface="Proxima Nova"/>
            </a:endParaRPr>
          </a:p>
        </p:txBody>
      </p:sp>
      <p:grpSp>
        <p:nvGrpSpPr>
          <p:cNvPr id="744" name="Google Shape;744;p33"/>
          <p:cNvGrpSpPr/>
          <p:nvPr/>
        </p:nvGrpSpPr>
        <p:grpSpPr>
          <a:xfrm>
            <a:off x="1572474" y="3088385"/>
            <a:ext cx="599850" cy="533587"/>
            <a:chOff x="1179650" y="1478125"/>
            <a:chExt cx="450000" cy="400200"/>
          </a:xfrm>
        </p:grpSpPr>
        <p:sp>
          <p:nvSpPr>
            <p:cNvPr id="745" name="Google Shape;745;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46" name="Google Shape;746;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a:t>
              </a:r>
              <a:endParaRPr b="1" i="0" sz="1866" u="none" cap="none" strike="noStrike">
                <a:solidFill>
                  <a:schemeClr val="dk1"/>
                </a:solidFill>
                <a:latin typeface="Arial"/>
                <a:ea typeface="Arial"/>
                <a:cs typeface="Arial"/>
                <a:sym typeface="Arial"/>
              </a:endParaRPr>
            </a:p>
          </p:txBody>
        </p:sp>
      </p:grpSp>
      <p:grpSp>
        <p:nvGrpSpPr>
          <p:cNvPr id="747" name="Google Shape;747;p33"/>
          <p:cNvGrpSpPr/>
          <p:nvPr/>
        </p:nvGrpSpPr>
        <p:grpSpPr>
          <a:xfrm>
            <a:off x="3052837" y="1595985"/>
            <a:ext cx="599850" cy="533587"/>
            <a:chOff x="1179650" y="1478125"/>
            <a:chExt cx="450000" cy="400200"/>
          </a:xfrm>
        </p:grpSpPr>
        <p:sp>
          <p:nvSpPr>
            <p:cNvPr id="748" name="Google Shape;748;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49" name="Google Shape;749;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2</a:t>
              </a:r>
              <a:endParaRPr b="1" i="0" sz="1866" u="none" cap="none" strike="noStrike">
                <a:solidFill>
                  <a:schemeClr val="dk1"/>
                </a:solidFill>
                <a:latin typeface="Arial"/>
                <a:ea typeface="Arial"/>
                <a:cs typeface="Arial"/>
                <a:sym typeface="Arial"/>
              </a:endParaRPr>
            </a:p>
          </p:txBody>
        </p:sp>
      </p:grpSp>
      <p:grpSp>
        <p:nvGrpSpPr>
          <p:cNvPr id="750" name="Google Shape;750;p33"/>
          <p:cNvGrpSpPr/>
          <p:nvPr/>
        </p:nvGrpSpPr>
        <p:grpSpPr>
          <a:xfrm>
            <a:off x="4669899" y="1859969"/>
            <a:ext cx="599850" cy="533587"/>
            <a:chOff x="1179650" y="1478125"/>
            <a:chExt cx="450000" cy="400200"/>
          </a:xfrm>
        </p:grpSpPr>
        <p:sp>
          <p:nvSpPr>
            <p:cNvPr id="751" name="Google Shape;751;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52" name="Google Shape;752;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3</a:t>
              </a:r>
              <a:endParaRPr b="1" i="0" sz="1866" u="none" cap="none" strike="noStrike">
                <a:solidFill>
                  <a:schemeClr val="dk1"/>
                </a:solidFill>
                <a:latin typeface="Arial"/>
                <a:ea typeface="Arial"/>
                <a:cs typeface="Arial"/>
                <a:sym typeface="Arial"/>
              </a:endParaRPr>
            </a:p>
          </p:txBody>
        </p:sp>
      </p:grpSp>
      <p:grpSp>
        <p:nvGrpSpPr>
          <p:cNvPr id="753" name="Google Shape;753;p33"/>
          <p:cNvGrpSpPr/>
          <p:nvPr/>
        </p:nvGrpSpPr>
        <p:grpSpPr>
          <a:xfrm>
            <a:off x="3312805" y="3542269"/>
            <a:ext cx="599850" cy="533587"/>
            <a:chOff x="1179650" y="1478125"/>
            <a:chExt cx="450000" cy="400200"/>
          </a:xfrm>
        </p:grpSpPr>
        <p:sp>
          <p:nvSpPr>
            <p:cNvPr id="754" name="Google Shape;754;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55" name="Google Shape;755;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4</a:t>
              </a:r>
              <a:endParaRPr b="1" i="0" sz="1866" u="none" cap="none" strike="noStrike">
                <a:solidFill>
                  <a:schemeClr val="dk1"/>
                </a:solidFill>
                <a:latin typeface="Arial"/>
                <a:ea typeface="Arial"/>
                <a:cs typeface="Arial"/>
                <a:sym typeface="Arial"/>
              </a:endParaRPr>
            </a:p>
          </p:txBody>
        </p:sp>
      </p:grpSp>
      <p:grpSp>
        <p:nvGrpSpPr>
          <p:cNvPr id="756" name="Google Shape;756;p33"/>
          <p:cNvGrpSpPr/>
          <p:nvPr/>
        </p:nvGrpSpPr>
        <p:grpSpPr>
          <a:xfrm>
            <a:off x="6585520" y="3190302"/>
            <a:ext cx="599850" cy="533587"/>
            <a:chOff x="1179650" y="1478125"/>
            <a:chExt cx="450000" cy="400200"/>
          </a:xfrm>
        </p:grpSpPr>
        <p:sp>
          <p:nvSpPr>
            <p:cNvPr id="757" name="Google Shape;757;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58" name="Google Shape;758;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5</a:t>
              </a:r>
              <a:endParaRPr b="1" i="0" sz="1866" u="none" cap="none" strike="noStrike">
                <a:solidFill>
                  <a:schemeClr val="dk1"/>
                </a:solidFill>
                <a:latin typeface="Arial"/>
                <a:ea typeface="Arial"/>
                <a:cs typeface="Arial"/>
                <a:sym typeface="Arial"/>
              </a:endParaRPr>
            </a:p>
          </p:txBody>
        </p:sp>
      </p:grpSp>
      <p:grpSp>
        <p:nvGrpSpPr>
          <p:cNvPr id="759" name="Google Shape;759;p33"/>
          <p:cNvGrpSpPr/>
          <p:nvPr/>
        </p:nvGrpSpPr>
        <p:grpSpPr>
          <a:xfrm>
            <a:off x="7663400" y="4103269"/>
            <a:ext cx="599850" cy="533587"/>
            <a:chOff x="1179650" y="1478125"/>
            <a:chExt cx="450000" cy="400200"/>
          </a:xfrm>
        </p:grpSpPr>
        <p:sp>
          <p:nvSpPr>
            <p:cNvPr id="760" name="Google Shape;760;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i="0" sz="667" u="none" cap="none" strike="noStrike">
                <a:solidFill>
                  <a:srgbClr val="000000"/>
                </a:solidFill>
                <a:latin typeface="Proxima Nova"/>
                <a:ea typeface="Proxima Nova"/>
                <a:cs typeface="Proxima Nova"/>
                <a:sym typeface="Proxima Nova"/>
              </a:endParaRPr>
            </a:p>
          </p:txBody>
        </p:sp>
        <p:sp>
          <p:nvSpPr>
            <p:cNvPr id="761" name="Google Shape;761;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Proxima Nova"/>
                  <a:ea typeface="Proxima Nova"/>
                  <a:cs typeface="Proxima Nova"/>
                  <a:sym typeface="Proxima Nova"/>
                </a:rPr>
                <a:t>6</a:t>
              </a:r>
              <a:endParaRPr b="1" i="0" sz="1866" u="none" cap="none" strike="noStrike">
                <a:solidFill>
                  <a:schemeClr val="dk1"/>
                </a:solidFill>
                <a:latin typeface="Proxima Nova"/>
                <a:ea typeface="Proxima Nova"/>
                <a:cs typeface="Proxima Nova"/>
                <a:sym typeface="Proxima Nova"/>
              </a:endParaRPr>
            </a:p>
          </p:txBody>
        </p:sp>
      </p:grpSp>
      <p:grpSp>
        <p:nvGrpSpPr>
          <p:cNvPr id="762" name="Google Shape;762;p33"/>
          <p:cNvGrpSpPr/>
          <p:nvPr/>
        </p:nvGrpSpPr>
        <p:grpSpPr>
          <a:xfrm>
            <a:off x="10340846" y="3919502"/>
            <a:ext cx="599850" cy="533587"/>
            <a:chOff x="1179650" y="1478125"/>
            <a:chExt cx="450000" cy="400200"/>
          </a:xfrm>
        </p:grpSpPr>
        <p:sp>
          <p:nvSpPr>
            <p:cNvPr id="763" name="Google Shape;763;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64" name="Google Shape;764;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7</a:t>
              </a:r>
              <a:endParaRPr b="1" i="0" sz="1866" u="none" cap="none" strike="noStrike">
                <a:solidFill>
                  <a:schemeClr val="dk1"/>
                </a:solidFill>
                <a:latin typeface="Arial"/>
                <a:ea typeface="Arial"/>
                <a:cs typeface="Arial"/>
                <a:sym typeface="Arial"/>
              </a:endParaRPr>
            </a:p>
          </p:txBody>
        </p:sp>
      </p:grpSp>
      <p:grpSp>
        <p:nvGrpSpPr>
          <p:cNvPr id="765" name="Google Shape;765;p33"/>
          <p:cNvGrpSpPr/>
          <p:nvPr/>
        </p:nvGrpSpPr>
        <p:grpSpPr>
          <a:xfrm>
            <a:off x="1695643" y="5114569"/>
            <a:ext cx="599850" cy="533587"/>
            <a:chOff x="1179650" y="1478125"/>
            <a:chExt cx="450000" cy="400200"/>
          </a:xfrm>
        </p:grpSpPr>
        <p:sp>
          <p:nvSpPr>
            <p:cNvPr id="766" name="Google Shape;766;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67" name="Google Shape;767;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8</a:t>
              </a:r>
              <a:endParaRPr b="1" i="0" sz="1866" u="none" cap="none" strike="noStrike">
                <a:solidFill>
                  <a:schemeClr val="dk1"/>
                </a:solidFill>
                <a:latin typeface="Arial"/>
                <a:ea typeface="Arial"/>
                <a:cs typeface="Arial"/>
                <a:sym typeface="Arial"/>
              </a:endParaRPr>
            </a:p>
          </p:txBody>
        </p:sp>
      </p:grpSp>
      <p:grpSp>
        <p:nvGrpSpPr>
          <p:cNvPr id="768" name="Google Shape;768;p33"/>
          <p:cNvGrpSpPr/>
          <p:nvPr/>
        </p:nvGrpSpPr>
        <p:grpSpPr>
          <a:xfrm>
            <a:off x="4290278" y="5419669"/>
            <a:ext cx="599850" cy="533587"/>
            <a:chOff x="1179650" y="1478125"/>
            <a:chExt cx="450000" cy="400200"/>
          </a:xfrm>
        </p:grpSpPr>
        <p:sp>
          <p:nvSpPr>
            <p:cNvPr id="769" name="Google Shape;769;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70" name="Google Shape;770;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9</a:t>
              </a:r>
              <a:endParaRPr b="1" i="0" sz="1866" u="none" cap="none" strike="noStrike">
                <a:solidFill>
                  <a:schemeClr val="dk1"/>
                </a:solidFill>
                <a:latin typeface="Arial"/>
                <a:ea typeface="Arial"/>
                <a:cs typeface="Arial"/>
                <a:sym typeface="Arial"/>
              </a:endParaRPr>
            </a:p>
          </p:txBody>
        </p:sp>
      </p:grpSp>
      <p:grpSp>
        <p:nvGrpSpPr>
          <p:cNvPr id="771" name="Google Shape;771;p33"/>
          <p:cNvGrpSpPr/>
          <p:nvPr/>
        </p:nvGrpSpPr>
        <p:grpSpPr>
          <a:xfrm>
            <a:off x="8215796" y="5212251"/>
            <a:ext cx="599850" cy="533587"/>
            <a:chOff x="1179650" y="1478125"/>
            <a:chExt cx="450000" cy="400200"/>
          </a:xfrm>
        </p:grpSpPr>
        <p:sp>
          <p:nvSpPr>
            <p:cNvPr id="772" name="Google Shape;772;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73" name="Google Shape;773;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10</a:t>
              </a:r>
              <a:endParaRPr b="1" i="0" sz="1866" u="none" cap="none" strike="noStrike">
                <a:solidFill>
                  <a:schemeClr val="dk1"/>
                </a:solidFill>
                <a:latin typeface="Arial"/>
                <a:ea typeface="Arial"/>
                <a:cs typeface="Arial"/>
                <a:sym typeface="Arial"/>
              </a:endParaRPr>
            </a:p>
          </p:txBody>
        </p:sp>
      </p:grpSp>
      <p:grpSp>
        <p:nvGrpSpPr>
          <p:cNvPr id="774" name="Google Shape;774;p33"/>
          <p:cNvGrpSpPr/>
          <p:nvPr/>
        </p:nvGrpSpPr>
        <p:grpSpPr>
          <a:xfrm>
            <a:off x="11428059" y="6318135"/>
            <a:ext cx="599850" cy="533587"/>
            <a:chOff x="1179650" y="1478125"/>
            <a:chExt cx="450000" cy="400200"/>
          </a:xfrm>
        </p:grpSpPr>
        <p:sp>
          <p:nvSpPr>
            <p:cNvPr id="775" name="Google Shape;775;p3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667"/>
                <a:buFont typeface="Arial"/>
                <a:buNone/>
              </a:pPr>
              <a:r>
                <a:t/>
              </a:r>
              <a:endParaRPr b="0" i="0" sz="667" u="none" cap="none" strike="noStrike">
                <a:solidFill>
                  <a:srgbClr val="000000"/>
                </a:solidFill>
                <a:latin typeface="Arial"/>
                <a:ea typeface="Arial"/>
                <a:cs typeface="Arial"/>
                <a:sym typeface="Arial"/>
              </a:endParaRPr>
            </a:p>
          </p:txBody>
        </p:sp>
        <p:sp>
          <p:nvSpPr>
            <p:cNvPr id="776" name="Google Shape;776;p3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866"/>
                <a:buFont typeface="Arial"/>
                <a:buNone/>
              </a:pPr>
              <a:r>
                <a:rPr b="1" i="0" lang="en" sz="1866" u="none" cap="none" strike="noStrike">
                  <a:solidFill>
                    <a:schemeClr val="dk1"/>
                  </a:solidFill>
                  <a:latin typeface="Arial"/>
                  <a:ea typeface="Arial"/>
                  <a:cs typeface="Arial"/>
                  <a:sym typeface="Arial"/>
                </a:rPr>
                <a:t>11</a:t>
              </a:r>
              <a:endParaRPr b="1" i="0" sz="1866" u="none" cap="none" strike="noStrike">
                <a:solidFill>
                  <a:schemeClr val="dk1"/>
                </a:solidFill>
                <a:latin typeface="Arial"/>
                <a:ea typeface="Arial"/>
                <a:cs typeface="Arial"/>
                <a:sym typeface="Arial"/>
              </a:endParaRPr>
            </a:p>
          </p:txBody>
        </p:sp>
      </p:grpSp>
      <p:sp>
        <p:nvSpPr>
          <p:cNvPr id="777" name="Google Shape;777;p33"/>
          <p:cNvSpPr/>
          <p:nvPr/>
        </p:nvSpPr>
        <p:spPr>
          <a:xfrm>
            <a:off x="9278478" y="6406395"/>
            <a:ext cx="732150" cy="4516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cxnSp>
        <p:nvCxnSpPr>
          <p:cNvPr id="778" name="Google Shape;778;p33"/>
          <p:cNvCxnSpPr>
            <a:stCxn id="729" idx="3"/>
            <a:endCxn id="777" idx="2"/>
          </p:cNvCxnSpPr>
          <p:nvPr/>
        </p:nvCxnSpPr>
        <p:spPr>
          <a:xfrm flipH="1">
            <a:off x="9278409" y="5917678"/>
            <a:ext cx="1207500" cy="714600"/>
          </a:xfrm>
          <a:prstGeom prst="bentConnector5">
            <a:avLst>
              <a:gd fmla="val -26292" name="adj1"/>
              <a:gd fmla="val 57208" name="adj2"/>
              <a:gd fmla="val 126303" name="adj3"/>
            </a:avLst>
          </a:prstGeom>
          <a:noFill/>
          <a:ln cap="flat" cmpd="sng" w="12700">
            <a:solidFill>
              <a:schemeClr val="dk2"/>
            </a:solidFill>
            <a:prstDash val="solid"/>
            <a:round/>
            <a:headEnd len="sm" w="sm" type="none"/>
            <a:tailEnd len="med" w="med" type="triangle"/>
          </a:ln>
        </p:spPr>
      </p:cxnSp>
      <p:cxnSp>
        <p:nvCxnSpPr>
          <p:cNvPr id="779" name="Google Shape;779;p33"/>
          <p:cNvCxnSpPr>
            <a:stCxn id="777" idx="4"/>
          </p:cNvCxnSpPr>
          <p:nvPr/>
        </p:nvCxnSpPr>
        <p:spPr>
          <a:xfrm>
            <a:off x="10010628" y="6632195"/>
            <a:ext cx="583800" cy="0"/>
          </a:xfrm>
          <a:prstGeom prst="straightConnector1">
            <a:avLst/>
          </a:prstGeom>
          <a:noFill/>
          <a:ln cap="flat" cmpd="sng" w="12700">
            <a:solidFill>
              <a:srgbClr val="666666"/>
            </a:solidFill>
            <a:prstDash val="solid"/>
            <a:round/>
            <a:headEnd len="sm" w="sm" type="none"/>
            <a:tailEnd len="med" w="med" type="triangle"/>
          </a:ln>
        </p:spPr>
      </p:cxnSp>
      <p:sp>
        <p:nvSpPr>
          <p:cNvPr id="780" name="Google Shape;780;p33"/>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11. Use the Model Prediction</a:t>
            </a:r>
            <a:endParaRPr sz="2800">
              <a:solidFill>
                <a:schemeClr val="accent6"/>
              </a:solidFill>
            </a:endParaRPr>
          </a:p>
        </p:txBody>
      </p:sp>
      <p:sp>
        <p:nvSpPr>
          <p:cNvPr id="781" name="Google Shape;781;p33"/>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34"/>
          <p:cNvSpPr txBox="1"/>
          <p:nvPr>
            <p:ph type="title"/>
          </p:nvPr>
        </p:nvSpPr>
        <p:spPr>
          <a:xfrm>
            <a:off x="0" y="3017650"/>
            <a:ext cx="12207300" cy="831300"/>
          </a:xfrm>
          <a:prstGeom prst="rect">
            <a:avLst/>
          </a:prstGeom>
        </p:spPr>
        <p:txBody>
          <a:bodyPr anchorCtr="0" anchor="ctr" bIns="121875" lIns="121875" spcFirstLastPara="1" rIns="121875" wrap="square" tIns="121875">
            <a:noAutofit/>
          </a:bodyPr>
          <a:lstStyle/>
          <a:p>
            <a:pPr indent="0" lvl="0" marL="0" rtl="0" algn="ctr">
              <a:lnSpc>
                <a:spcPct val="90000"/>
              </a:lnSpc>
              <a:spcBef>
                <a:spcPts val="0"/>
              </a:spcBef>
              <a:spcAft>
                <a:spcPts val="0"/>
              </a:spcAft>
              <a:buClr>
                <a:schemeClr val="lt1"/>
              </a:buClr>
              <a:buSzPts val="4400"/>
              <a:buFont typeface="Arial"/>
              <a:buNone/>
            </a:pPr>
            <a:r>
              <a:rPr lang="en">
                <a:solidFill>
                  <a:schemeClr val="lt1"/>
                </a:solidFill>
              </a:rPr>
              <a:t>ML Workflow</a:t>
            </a:r>
            <a:endParaRPr>
              <a:solidFill>
                <a:schemeClr val="lt1"/>
              </a:solidFill>
            </a:endParaRPr>
          </a:p>
          <a:p>
            <a:pPr indent="0" lvl="0" marL="0" rtl="0" algn="ctr">
              <a:lnSpc>
                <a:spcPct val="90000"/>
              </a:lnSpc>
              <a:spcBef>
                <a:spcPts val="0"/>
              </a:spcBef>
              <a:spcAft>
                <a:spcPts val="0"/>
              </a:spcAft>
              <a:buClr>
                <a:schemeClr val="lt1"/>
              </a:buClr>
              <a:buSzPts val="4400"/>
              <a:buFont typeface="Arial"/>
              <a:buNone/>
            </a:pPr>
            <a:r>
              <a:rPr lang="en">
                <a:solidFill>
                  <a:schemeClr val="lt1"/>
                </a:solidFill>
              </a:rPr>
              <a:t>with code demo</a:t>
            </a:r>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0" name="Shape 790"/>
        <p:cNvGrpSpPr/>
        <p:nvPr/>
      </p:nvGrpSpPr>
      <p:grpSpPr>
        <a:xfrm>
          <a:off x="0" y="0"/>
          <a:ext cx="0" cy="0"/>
          <a:chOff x="0" y="0"/>
          <a:chExt cx="0" cy="0"/>
        </a:xfrm>
      </p:grpSpPr>
      <p:sp>
        <p:nvSpPr>
          <p:cNvPr id="791" name="Google Shape;791;p35"/>
          <p:cNvSpPr/>
          <p:nvPr/>
        </p:nvSpPr>
        <p:spPr>
          <a:xfrm>
            <a:off x="-25" y="2522350"/>
            <a:ext cx="12189000" cy="2906700"/>
          </a:xfrm>
          <a:prstGeom prst="roundRect">
            <a:avLst>
              <a:gd fmla="val 1911"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92" name="Google Shape;792;p35"/>
          <p:cNvSpPr txBox="1"/>
          <p:nvPr>
            <p:ph type="title"/>
          </p:nvPr>
        </p:nvSpPr>
        <p:spPr>
          <a:xfrm>
            <a:off x="1136975" y="3359950"/>
            <a:ext cx="9915000" cy="12315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4000">
                <a:solidFill>
                  <a:srgbClr val="FFFFFF"/>
                </a:solidFill>
              </a:rPr>
              <a:t>Let’s go through the workflow again, </a:t>
            </a:r>
            <a:endParaRPr sz="4000">
              <a:solidFill>
                <a:srgbClr val="FFFFFF"/>
              </a:solidFill>
            </a:endParaRPr>
          </a:p>
          <a:p>
            <a:pPr indent="0" lvl="0" marL="0" rtl="0" algn="ctr">
              <a:lnSpc>
                <a:spcPct val="100000"/>
              </a:lnSpc>
              <a:spcBef>
                <a:spcPts val="0"/>
              </a:spcBef>
              <a:spcAft>
                <a:spcPts val="0"/>
              </a:spcAft>
              <a:buNone/>
            </a:pPr>
            <a:r>
              <a:rPr lang="en" sz="4000">
                <a:solidFill>
                  <a:srgbClr val="FFFFFF"/>
                </a:solidFill>
              </a:rPr>
              <a:t>with code demo</a:t>
            </a:r>
            <a:endParaRPr sz="4000">
              <a:solidFill>
                <a:srgbClr val="FFFFFF"/>
              </a:solidFill>
            </a:endParaRPr>
          </a:p>
        </p:txBody>
      </p:sp>
      <p:sp>
        <p:nvSpPr>
          <p:cNvPr id="793" name="Google Shape;793;p35"/>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794" name="Google Shape;794;p35"/>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Machine Learning Process - Beginner </a:t>
            </a:r>
            <a:endParaRPr sz="2800">
              <a:solidFill>
                <a:schemeClr val="accent6"/>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36"/>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800" name="Google Shape;800;p36"/>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801" name="Google Shape;801;p36"/>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802" name="Google Shape;802;p36"/>
          <p:cNvPicPr preferRelativeResize="0"/>
          <p:nvPr/>
        </p:nvPicPr>
        <p:blipFill>
          <a:blip r:embed="rId4">
            <a:alphaModFix/>
          </a:blip>
          <a:stretch>
            <a:fillRect/>
          </a:stretch>
        </p:blipFill>
        <p:spPr>
          <a:xfrm>
            <a:off x="1435574" y="860767"/>
            <a:ext cx="1119998" cy="1149211"/>
          </a:xfrm>
          <a:prstGeom prst="rect">
            <a:avLst/>
          </a:prstGeom>
          <a:noFill/>
          <a:ln>
            <a:noFill/>
          </a:ln>
        </p:spPr>
      </p:pic>
      <p:cxnSp>
        <p:nvCxnSpPr>
          <p:cNvPr id="803" name="Google Shape;803;p36"/>
          <p:cNvCxnSpPr>
            <a:stCxn id="799" idx="4"/>
            <a:endCxn id="802"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804" name="Google Shape;804;p36"/>
          <p:cNvCxnSpPr>
            <a:stCxn id="800" idx="3"/>
            <a:endCxn id="802"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sp>
        <p:nvSpPr>
          <p:cNvPr id="805" name="Google Shape;805;p36"/>
          <p:cNvSpPr txBox="1"/>
          <p:nvPr/>
        </p:nvSpPr>
        <p:spPr>
          <a:xfrm>
            <a:off x="1144647" y="5326233"/>
            <a:ext cx="6294900" cy="6771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i="1" lang="en" sz="1400">
                <a:solidFill>
                  <a:srgbClr val="999988"/>
                </a:solidFill>
                <a:highlight>
                  <a:srgbClr val="F8F8F8"/>
                </a:highlight>
                <a:latin typeface="Courier New"/>
                <a:ea typeface="Courier New"/>
                <a:cs typeface="Courier New"/>
                <a:sym typeface="Courier New"/>
              </a:rPr>
              <a:t># step 1 - load data</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iris = pd.read_csv(</a:t>
            </a:r>
            <a:r>
              <a:rPr lang="en" sz="1400">
                <a:solidFill>
                  <a:srgbClr val="DD1144"/>
                </a:solidFill>
                <a:highlight>
                  <a:srgbClr val="F8F8F8"/>
                </a:highlight>
                <a:latin typeface="Courier New"/>
                <a:ea typeface="Courier New"/>
                <a:cs typeface="Courier New"/>
                <a:sym typeface="Courier New"/>
              </a:rPr>
              <a:t>'iris/iris.csv'</a:t>
            </a:r>
            <a:r>
              <a:rPr lang="en" sz="1400">
                <a:solidFill>
                  <a:srgbClr val="333333"/>
                </a:solidFill>
                <a:highlight>
                  <a:srgbClr val="F8F8F8"/>
                </a:highlight>
                <a:latin typeface="Courier New"/>
                <a:ea typeface="Courier New"/>
                <a:cs typeface="Courier New"/>
                <a:sym typeface="Courier New"/>
              </a:rPr>
              <a:t>)</a:t>
            </a:r>
            <a:endParaRPr sz="1400">
              <a:solidFill>
                <a:srgbClr val="333333"/>
              </a:solidFill>
              <a:highlight>
                <a:srgbClr val="F8F8F8"/>
              </a:highlight>
              <a:latin typeface="Courier New"/>
              <a:ea typeface="Courier New"/>
              <a:cs typeface="Courier New"/>
              <a:sym typeface="Courier New"/>
            </a:endParaRPr>
          </a:p>
        </p:txBody>
      </p:sp>
      <p:sp>
        <p:nvSpPr>
          <p:cNvPr id="806" name="Google Shape;806;p36"/>
          <p:cNvSpPr txBox="1"/>
          <p:nvPr>
            <p:ph idx="4294967295" type="title"/>
          </p:nvPr>
        </p:nvSpPr>
        <p:spPr>
          <a:xfrm>
            <a:off x="8842271" y="199250"/>
            <a:ext cx="30813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1. Load Data</a:t>
            </a:r>
            <a:endParaRPr sz="2800">
              <a:solidFill>
                <a:schemeClr val="accent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37"/>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812" name="Google Shape;812;p37"/>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813" name="Google Shape;813;p37"/>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814" name="Google Shape;814;p37"/>
          <p:cNvPicPr preferRelativeResize="0"/>
          <p:nvPr/>
        </p:nvPicPr>
        <p:blipFill>
          <a:blip r:embed="rId4">
            <a:alphaModFix/>
          </a:blip>
          <a:stretch>
            <a:fillRect/>
          </a:stretch>
        </p:blipFill>
        <p:spPr>
          <a:xfrm>
            <a:off x="1435574" y="860767"/>
            <a:ext cx="1119998" cy="1149211"/>
          </a:xfrm>
          <a:prstGeom prst="rect">
            <a:avLst/>
          </a:prstGeom>
          <a:noFill/>
          <a:ln>
            <a:noFill/>
          </a:ln>
        </p:spPr>
      </p:pic>
      <p:pic>
        <p:nvPicPr>
          <p:cNvPr id="815" name="Google Shape;815;p37"/>
          <p:cNvPicPr preferRelativeResize="0"/>
          <p:nvPr/>
        </p:nvPicPr>
        <p:blipFill>
          <a:blip r:embed="rId5">
            <a:alphaModFix/>
          </a:blip>
          <a:stretch>
            <a:fillRect/>
          </a:stretch>
        </p:blipFill>
        <p:spPr>
          <a:xfrm>
            <a:off x="3052736" y="858267"/>
            <a:ext cx="1119986" cy="1154221"/>
          </a:xfrm>
          <a:prstGeom prst="rect">
            <a:avLst/>
          </a:prstGeom>
          <a:noFill/>
          <a:ln>
            <a:noFill/>
          </a:ln>
        </p:spPr>
      </p:pic>
      <p:cxnSp>
        <p:nvCxnSpPr>
          <p:cNvPr id="816" name="Google Shape;816;p37"/>
          <p:cNvCxnSpPr>
            <a:stCxn id="811" idx="4"/>
            <a:endCxn id="814"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817" name="Google Shape;817;p37"/>
          <p:cNvCxnSpPr>
            <a:stCxn id="814" idx="3"/>
            <a:endCxn id="815" idx="1"/>
          </p:cNvCxnSpPr>
          <p:nvPr/>
        </p:nvCxnSpPr>
        <p:spPr>
          <a:xfrm>
            <a:off x="2555572" y="1435372"/>
            <a:ext cx="497100" cy="0"/>
          </a:xfrm>
          <a:prstGeom prst="straightConnector1">
            <a:avLst/>
          </a:prstGeom>
          <a:noFill/>
          <a:ln cap="flat" cmpd="sng" w="12700">
            <a:solidFill>
              <a:srgbClr val="666666"/>
            </a:solidFill>
            <a:prstDash val="solid"/>
            <a:round/>
            <a:headEnd len="med" w="med" type="none"/>
            <a:tailEnd len="med" w="med" type="triangle"/>
          </a:ln>
        </p:spPr>
      </p:cxnSp>
      <p:cxnSp>
        <p:nvCxnSpPr>
          <p:cNvPr id="818" name="Google Shape;818;p37"/>
          <p:cNvCxnSpPr>
            <a:stCxn id="812" idx="3"/>
            <a:endCxn id="814"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sp>
        <p:nvSpPr>
          <p:cNvPr id="819" name="Google Shape;819;p37"/>
          <p:cNvSpPr txBox="1"/>
          <p:nvPr/>
        </p:nvSpPr>
        <p:spPr>
          <a:xfrm>
            <a:off x="3052736" y="1229200"/>
            <a:ext cx="10161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X</a:t>
            </a:r>
            <a:endParaRPr b="1" sz="1866"/>
          </a:p>
          <a:p>
            <a:pPr indent="0" lvl="0" marL="0" rtl="0" algn="ctr">
              <a:spcBef>
                <a:spcPts val="0"/>
              </a:spcBef>
              <a:spcAft>
                <a:spcPts val="0"/>
              </a:spcAft>
              <a:buNone/>
            </a:pPr>
            <a:r>
              <a:rPr b="1" lang="en" sz="1333">
                <a:solidFill>
                  <a:srgbClr val="38761D"/>
                </a:solidFill>
              </a:rPr>
              <a:t>(Feature)</a:t>
            </a:r>
            <a:endParaRPr b="1" sz="1333">
              <a:solidFill>
                <a:srgbClr val="38761D"/>
              </a:solidFill>
            </a:endParaRPr>
          </a:p>
        </p:txBody>
      </p:sp>
      <p:grpSp>
        <p:nvGrpSpPr>
          <p:cNvPr id="820" name="Google Shape;820;p37"/>
          <p:cNvGrpSpPr/>
          <p:nvPr/>
        </p:nvGrpSpPr>
        <p:grpSpPr>
          <a:xfrm>
            <a:off x="1572473" y="1970784"/>
            <a:ext cx="599850" cy="533587"/>
            <a:chOff x="1179650" y="1478125"/>
            <a:chExt cx="450000" cy="400200"/>
          </a:xfrm>
        </p:grpSpPr>
        <p:sp>
          <p:nvSpPr>
            <p:cNvPr id="821" name="Google Shape;821;p37"/>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822" name="Google Shape;822;p37"/>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a:t>
              </a:r>
              <a:endParaRPr b="1" sz="1866">
                <a:solidFill>
                  <a:schemeClr val="dk1"/>
                </a:solidFill>
              </a:endParaRPr>
            </a:p>
          </p:txBody>
        </p:sp>
      </p:grpSp>
      <p:grpSp>
        <p:nvGrpSpPr>
          <p:cNvPr id="823" name="Google Shape;823;p37"/>
          <p:cNvGrpSpPr/>
          <p:nvPr/>
        </p:nvGrpSpPr>
        <p:grpSpPr>
          <a:xfrm>
            <a:off x="3052836" y="478384"/>
            <a:ext cx="599850" cy="533587"/>
            <a:chOff x="1179650" y="1478125"/>
            <a:chExt cx="450000" cy="400200"/>
          </a:xfrm>
        </p:grpSpPr>
        <p:sp>
          <p:nvSpPr>
            <p:cNvPr id="824" name="Google Shape;824;p37"/>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825" name="Google Shape;825;p37"/>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2</a:t>
              </a:r>
              <a:endParaRPr b="1" sz="1866">
                <a:solidFill>
                  <a:schemeClr val="dk1"/>
                </a:solidFill>
              </a:endParaRPr>
            </a:p>
          </p:txBody>
        </p:sp>
      </p:grpSp>
      <p:sp>
        <p:nvSpPr>
          <p:cNvPr id="826" name="Google Shape;826;p37"/>
          <p:cNvSpPr txBox="1"/>
          <p:nvPr/>
        </p:nvSpPr>
        <p:spPr>
          <a:xfrm>
            <a:off x="3612729" y="1229200"/>
            <a:ext cx="10161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Y</a:t>
            </a:r>
            <a:endParaRPr b="1" sz="1866"/>
          </a:p>
        </p:txBody>
      </p:sp>
      <p:sp>
        <p:nvSpPr>
          <p:cNvPr id="827" name="Google Shape;827;p37"/>
          <p:cNvSpPr txBox="1"/>
          <p:nvPr/>
        </p:nvSpPr>
        <p:spPr>
          <a:xfrm>
            <a:off x="3585736" y="935000"/>
            <a:ext cx="10701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rgbClr val="FF9900"/>
                </a:solidFill>
              </a:rPr>
              <a:t>(Label)</a:t>
            </a:r>
            <a:endParaRPr b="1" sz="1866">
              <a:solidFill>
                <a:srgbClr val="FF9900"/>
              </a:solidFill>
            </a:endParaRPr>
          </a:p>
        </p:txBody>
      </p:sp>
      <p:sp>
        <p:nvSpPr>
          <p:cNvPr id="828" name="Google Shape;828;p37"/>
          <p:cNvSpPr txBox="1"/>
          <p:nvPr/>
        </p:nvSpPr>
        <p:spPr>
          <a:xfrm>
            <a:off x="1144647" y="5326233"/>
            <a:ext cx="10700100" cy="13236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i="1" lang="en" sz="1400">
                <a:solidFill>
                  <a:srgbClr val="999988"/>
                </a:solidFill>
                <a:highlight>
                  <a:srgbClr val="F8F8F8"/>
                </a:highlight>
                <a:latin typeface="Courier New"/>
                <a:ea typeface="Courier New"/>
                <a:cs typeface="Courier New"/>
                <a:sym typeface="Courier New"/>
              </a:rPr>
              <a:t># step 2 - label data</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X = iris.loc[:, iris.columns.drop(</a:t>
            </a:r>
            <a:r>
              <a:rPr lang="en" sz="1400">
                <a:solidFill>
                  <a:srgbClr val="DD1144"/>
                </a:solidFill>
                <a:highlight>
                  <a:srgbClr val="F8F8F8"/>
                </a:highlight>
                <a:latin typeface="Courier New"/>
                <a:ea typeface="Courier New"/>
                <a:cs typeface="Courier New"/>
                <a:sym typeface="Courier New"/>
              </a:rPr>
              <a:t>'Species'</a:t>
            </a:r>
            <a:r>
              <a:rPr lang="en" sz="1400">
                <a:solidFill>
                  <a:srgbClr val="333333"/>
                </a:solidFill>
                <a:highlight>
                  <a:srgbClr val="F8F8F8"/>
                </a:highlight>
                <a:latin typeface="Courier New"/>
                <a:ea typeface="Courier New"/>
                <a:cs typeface="Courier New"/>
                <a:sym typeface="Courier New"/>
              </a:rPr>
              <a:t>)]</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y = pd.Series(iris.Species).map({</a:t>
            </a:r>
            <a:r>
              <a:rPr lang="en" sz="1400">
                <a:solidFill>
                  <a:srgbClr val="DD1144"/>
                </a:solidFill>
                <a:highlight>
                  <a:srgbClr val="F8F8F8"/>
                </a:highlight>
                <a:latin typeface="Courier New"/>
                <a:ea typeface="Courier New"/>
                <a:cs typeface="Courier New"/>
                <a:sym typeface="Courier New"/>
              </a:rPr>
              <a:t>'setosa'</a:t>
            </a:r>
            <a:r>
              <a:rPr lang="en" sz="1400">
                <a:solidFill>
                  <a:srgbClr val="333333"/>
                </a:solidFill>
                <a:highlight>
                  <a:srgbClr val="F8F8F8"/>
                </a:highlight>
                <a:latin typeface="Courier New"/>
                <a:ea typeface="Courier New"/>
                <a:cs typeface="Courier New"/>
                <a:sym typeface="Courier New"/>
              </a:rPr>
              <a:t>: </a:t>
            </a:r>
            <a:r>
              <a:rPr lang="en" sz="1400">
                <a:solidFill>
                  <a:srgbClr val="008080"/>
                </a:solidFill>
                <a:highlight>
                  <a:srgbClr val="F8F8F8"/>
                </a:highlight>
                <a:latin typeface="Courier New"/>
                <a:ea typeface="Courier New"/>
                <a:cs typeface="Courier New"/>
                <a:sym typeface="Courier New"/>
              </a:rPr>
              <a:t>0</a:t>
            </a:r>
            <a:r>
              <a:rPr lang="en" sz="1400">
                <a:solidFill>
                  <a:srgbClr val="333333"/>
                </a:solidFill>
                <a:highlight>
                  <a:srgbClr val="F8F8F8"/>
                </a:highlight>
                <a:latin typeface="Courier New"/>
                <a:ea typeface="Courier New"/>
                <a:cs typeface="Courier New"/>
                <a:sym typeface="Courier New"/>
              </a:rPr>
              <a:t>, </a:t>
            </a:r>
            <a:r>
              <a:rPr lang="en" sz="1400">
                <a:solidFill>
                  <a:srgbClr val="DD1144"/>
                </a:solidFill>
                <a:highlight>
                  <a:srgbClr val="F8F8F8"/>
                </a:highlight>
                <a:latin typeface="Courier New"/>
                <a:ea typeface="Courier New"/>
                <a:cs typeface="Courier New"/>
                <a:sym typeface="Courier New"/>
              </a:rPr>
              <a:t>'versicolor'</a:t>
            </a:r>
            <a:r>
              <a:rPr lang="en" sz="1400">
                <a:solidFill>
                  <a:srgbClr val="333333"/>
                </a:solidFill>
                <a:highlight>
                  <a:srgbClr val="F8F8F8"/>
                </a:highlight>
                <a:latin typeface="Courier New"/>
                <a:ea typeface="Courier New"/>
                <a:cs typeface="Courier New"/>
                <a:sym typeface="Courier New"/>
              </a:rPr>
              <a:t>:</a:t>
            </a:r>
            <a:r>
              <a:rPr lang="en" sz="1400">
                <a:solidFill>
                  <a:srgbClr val="008080"/>
                </a:solidFill>
                <a:highlight>
                  <a:srgbClr val="F8F8F8"/>
                </a:highlight>
                <a:latin typeface="Courier New"/>
                <a:ea typeface="Courier New"/>
                <a:cs typeface="Courier New"/>
                <a:sym typeface="Courier New"/>
              </a:rPr>
              <a:t>0</a:t>
            </a:r>
            <a:r>
              <a:rPr lang="en" sz="1400">
                <a:solidFill>
                  <a:srgbClr val="333333"/>
                </a:solidFill>
                <a:highlight>
                  <a:srgbClr val="F8F8F8"/>
                </a:highlight>
                <a:latin typeface="Courier New"/>
                <a:ea typeface="Courier New"/>
                <a:cs typeface="Courier New"/>
                <a:sym typeface="Courier New"/>
              </a:rPr>
              <a:t>, </a:t>
            </a:r>
            <a:r>
              <a:rPr lang="en" sz="1400">
                <a:solidFill>
                  <a:srgbClr val="DD1144"/>
                </a:solidFill>
                <a:highlight>
                  <a:srgbClr val="F8F8F8"/>
                </a:highlight>
                <a:latin typeface="Courier New"/>
                <a:ea typeface="Courier New"/>
                <a:cs typeface="Courier New"/>
                <a:sym typeface="Courier New"/>
              </a:rPr>
              <a:t>'virginica'</a:t>
            </a:r>
            <a:r>
              <a:rPr lang="en" sz="1400">
                <a:solidFill>
                  <a:srgbClr val="333333"/>
                </a:solidFill>
                <a:highlight>
                  <a:srgbClr val="F8F8F8"/>
                </a:highlight>
                <a:latin typeface="Courier New"/>
                <a:ea typeface="Courier New"/>
                <a:cs typeface="Courier New"/>
                <a:sym typeface="Courier New"/>
              </a:rPr>
              <a:t>:</a:t>
            </a:r>
            <a:r>
              <a:rPr lang="en" sz="1400">
                <a:solidFill>
                  <a:srgbClr val="008080"/>
                </a:solidFill>
                <a:highlight>
                  <a:srgbClr val="F8F8F8"/>
                </a:highlight>
                <a:latin typeface="Courier New"/>
                <a:ea typeface="Courier New"/>
                <a:cs typeface="Courier New"/>
                <a:sym typeface="Courier New"/>
              </a:rPr>
              <a:t>1</a:t>
            </a:r>
            <a:r>
              <a:rPr lang="en" sz="1400">
                <a:solidFill>
                  <a:srgbClr val="333333"/>
                </a:solidFill>
                <a:highlight>
                  <a:srgbClr val="F8F8F8"/>
                </a:highlight>
                <a:latin typeface="Courier New"/>
                <a:ea typeface="Courier New"/>
                <a:cs typeface="Courier New"/>
                <a:sym typeface="Courier New"/>
              </a:rPr>
              <a:t>})</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                           .to_frame()</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                           .rename(columns={</a:t>
            </a:r>
            <a:r>
              <a:rPr lang="en" sz="1400">
                <a:solidFill>
                  <a:srgbClr val="008080"/>
                </a:solidFill>
                <a:highlight>
                  <a:srgbClr val="F8F8F8"/>
                </a:highlight>
                <a:latin typeface="Courier New"/>
                <a:ea typeface="Courier New"/>
                <a:cs typeface="Courier New"/>
                <a:sym typeface="Courier New"/>
              </a:rPr>
              <a:t>0</a:t>
            </a:r>
            <a:r>
              <a:rPr lang="en" sz="1400">
                <a:solidFill>
                  <a:srgbClr val="333333"/>
                </a:solidFill>
                <a:highlight>
                  <a:srgbClr val="F8F8F8"/>
                </a:highlight>
                <a:latin typeface="Courier New"/>
                <a:ea typeface="Courier New"/>
                <a:cs typeface="Courier New"/>
                <a:sym typeface="Courier New"/>
              </a:rPr>
              <a:t>:</a:t>
            </a:r>
            <a:r>
              <a:rPr lang="en" sz="1400">
                <a:solidFill>
                  <a:srgbClr val="DD1144"/>
                </a:solidFill>
                <a:highlight>
                  <a:srgbClr val="F8F8F8"/>
                </a:highlight>
                <a:latin typeface="Courier New"/>
                <a:ea typeface="Courier New"/>
                <a:cs typeface="Courier New"/>
                <a:sym typeface="Courier New"/>
              </a:rPr>
              <a:t>'target'</a:t>
            </a:r>
            <a:r>
              <a:rPr lang="en" sz="1400">
                <a:solidFill>
                  <a:srgbClr val="333333"/>
                </a:solidFill>
                <a:highlight>
                  <a:srgbClr val="F8F8F8"/>
                </a:highlight>
                <a:latin typeface="Courier New"/>
                <a:ea typeface="Courier New"/>
                <a:cs typeface="Courier New"/>
                <a:sym typeface="Courier New"/>
              </a:rPr>
              <a:t>})</a:t>
            </a:r>
            <a:endParaRPr sz="1400">
              <a:solidFill>
                <a:srgbClr val="333333"/>
              </a:solidFill>
              <a:highlight>
                <a:srgbClr val="F8F8F8"/>
              </a:highlight>
              <a:latin typeface="Courier New"/>
              <a:ea typeface="Courier New"/>
              <a:cs typeface="Courier New"/>
              <a:sym typeface="Courier New"/>
            </a:endParaRPr>
          </a:p>
        </p:txBody>
      </p:sp>
      <p:sp>
        <p:nvSpPr>
          <p:cNvPr id="829" name="Google Shape;829;p37"/>
          <p:cNvSpPr txBox="1"/>
          <p:nvPr>
            <p:ph idx="4294967295" type="title"/>
          </p:nvPr>
        </p:nvSpPr>
        <p:spPr>
          <a:xfrm>
            <a:off x="8842271" y="199250"/>
            <a:ext cx="30813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2</a:t>
            </a:r>
            <a:r>
              <a:rPr lang="en" sz="2800">
                <a:solidFill>
                  <a:schemeClr val="accent6"/>
                </a:solidFill>
              </a:rPr>
              <a:t>. Label Data</a:t>
            </a:r>
            <a:endParaRPr sz="2800">
              <a:solidFill>
                <a:schemeClr val="accent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38"/>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835" name="Google Shape;835;p38"/>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836" name="Google Shape;836;p38"/>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837" name="Google Shape;837;p38"/>
          <p:cNvPicPr preferRelativeResize="0"/>
          <p:nvPr/>
        </p:nvPicPr>
        <p:blipFill>
          <a:blip r:embed="rId4">
            <a:alphaModFix/>
          </a:blip>
          <a:stretch>
            <a:fillRect/>
          </a:stretch>
        </p:blipFill>
        <p:spPr>
          <a:xfrm>
            <a:off x="1435574" y="860767"/>
            <a:ext cx="1119998" cy="1149211"/>
          </a:xfrm>
          <a:prstGeom prst="rect">
            <a:avLst/>
          </a:prstGeom>
          <a:noFill/>
          <a:ln>
            <a:noFill/>
          </a:ln>
        </p:spPr>
      </p:pic>
      <p:pic>
        <p:nvPicPr>
          <p:cNvPr id="838" name="Google Shape;838;p38"/>
          <p:cNvPicPr preferRelativeResize="0"/>
          <p:nvPr/>
        </p:nvPicPr>
        <p:blipFill>
          <a:blip r:embed="rId5">
            <a:alphaModFix/>
          </a:blip>
          <a:stretch>
            <a:fillRect/>
          </a:stretch>
        </p:blipFill>
        <p:spPr>
          <a:xfrm>
            <a:off x="4825692" y="1058700"/>
            <a:ext cx="1119988" cy="753443"/>
          </a:xfrm>
          <a:prstGeom prst="rect">
            <a:avLst/>
          </a:prstGeom>
          <a:noFill/>
          <a:ln>
            <a:noFill/>
          </a:ln>
        </p:spPr>
      </p:pic>
      <p:pic>
        <p:nvPicPr>
          <p:cNvPr id="839" name="Google Shape;839;p38"/>
          <p:cNvPicPr preferRelativeResize="0"/>
          <p:nvPr/>
        </p:nvPicPr>
        <p:blipFill>
          <a:blip r:embed="rId6">
            <a:alphaModFix/>
          </a:blip>
          <a:stretch>
            <a:fillRect/>
          </a:stretch>
        </p:blipFill>
        <p:spPr>
          <a:xfrm>
            <a:off x="3052736" y="858267"/>
            <a:ext cx="1119986" cy="1154221"/>
          </a:xfrm>
          <a:prstGeom prst="rect">
            <a:avLst/>
          </a:prstGeom>
          <a:noFill/>
          <a:ln>
            <a:noFill/>
          </a:ln>
        </p:spPr>
      </p:pic>
      <p:cxnSp>
        <p:nvCxnSpPr>
          <p:cNvPr id="840" name="Google Shape;840;p38"/>
          <p:cNvCxnSpPr>
            <a:stCxn id="834" idx="4"/>
            <a:endCxn id="837"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841" name="Google Shape;841;p38"/>
          <p:cNvCxnSpPr>
            <a:stCxn id="837" idx="3"/>
            <a:endCxn id="839" idx="1"/>
          </p:cNvCxnSpPr>
          <p:nvPr/>
        </p:nvCxnSpPr>
        <p:spPr>
          <a:xfrm>
            <a:off x="2555572" y="1435372"/>
            <a:ext cx="497100" cy="0"/>
          </a:xfrm>
          <a:prstGeom prst="straightConnector1">
            <a:avLst/>
          </a:prstGeom>
          <a:noFill/>
          <a:ln cap="flat" cmpd="sng" w="12700">
            <a:solidFill>
              <a:srgbClr val="666666"/>
            </a:solidFill>
            <a:prstDash val="solid"/>
            <a:round/>
            <a:headEnd len="med" w="med" type="none"/>
            <a:tailEnd len="med" w="med" type="triangle"/>
          </a:ln>
        </p:spPr>
      </p:cxnSp>
      <p:cxnSp>
        <p:nvCxnSpPr>
          <p:cNvPr id="842" name="Google Shape;842;p38"/>
          <p:cNvCxnSpPr>
            <a:stCxn id="839" idx="3"/>
            <a:endCxn id="838" idx="1"/>
          </p:cNvCxnSpPr>
          <p:nvPr/>
        </p:nvCxnSpPr>
        <p:spPr>
          <a:xfrm>
            <a:off x="4172722" y="1435377"/>
            <a:ext cx="653100" cy="0"/>
          </a:xfrm>
          <a:prstGeom prst="straightConnector1">
            <a:avLst/>
          </a:prstGeom>
          <a:noFill/>
          <a:ln cap="flat" cmpd="sng" w="12700">
            <a:solidFill>
              <a:srgbClr val="666666"/>
            </a:solidFill>
            <a:prstDash val="solid"/>
            <a:round/>
            <a:headEnd len="med" w="med" type="none"/>
            <a:tailEnd len="med" w="med" type="triangle"/>
          </a:ln>
        </p:spPr>
      </p:cxnSp>
      <p:cxnSp>
        <p:nvCxnSpPr>
          <p:cNvPr id="843" name="Google Shape;843;p38"/>
          <p:cNvCxnSpPr>
            <a:stCxn id="835" idx="3"/>
            <a:endCxn id="837"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sp>
        <p:nvSpPr>
          <p:cNvPr id="844" name="Google Shape;844;p38"/>
          <p:cNvSpPr txBox="1"/>
          <p:nvPr/>
        </p:nvSpPr>
        <p:spPr>
          <a:xfrm>
            <a:off x="3052736" y="1229200"/>
            <a:ext cx="10161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X</a:t>
            </a:r>
            <a:endParaRPr b="1" sz="1866"/>
          </a:p>
          <a:p>
            <a:pPr indent="0" lvl="0" marL="0" rtl="0" algn="ctr">
              <a:spcBef>
                <a:spcPts val="0"/>
              </a:spcBef>
              <a:spcAft>
                <a:spcPts val="0"/>
              </a:spcAft>
              <a:buNone/>
            </a:pPr>
            <a:r>
              <a:rPr b="1" lang="en" sz="1333">
                <a:solidFill>
                  <a:srgbClr val="38761D"/>
                </a:solidFill>
              </a:rPr>
              <a:t>(Feature)</a:t>
            </a:r>
            <a:endParaRPr b="1" sz="1333">
              <a:solidFill>
                <a:srgbClr val="38761D"/>
              </a:solidFill>
            </a:endParaRPr>
          </a:p>
        </p:txBody>
      </p:sp>
      <p:sp>
        <p:nvSpPr>
          <p:cNvPr id="845" name="Google Shape;845;p38"/>
          <p:cNvSpPr txBox="1"/>
          <p:nvPr/>
        </p:nvSpPr>
        <p:spPr>
          <a:xfrm>
            <a:off x="3612729" y="1229200"/>
            <a:ext cx="10161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Y</a:t>
            </a:r>
            <a:endParaRPr b="1" sz="1866"/>
          </a:p>
        </p:txBody>
      </p:sp>
      <p:sp>
        <p:nvSpPr>
          <p:cNvPr id="846" name="Google Shape;846;p38"/>
          <p:cNvSpPr txBox="1"/>
          <p:nvPr/>
        </p:nvSpPr>
        <p:spPr>
          <a:xfrm>
            <a:off x="3585736" y="935000"/>
            <a:ext cx="10701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rgbClr val="FF9900"/>
                </a:solidFill>
              </a:rPr>
              <a:t>(Label)</a:t>
            </a:r>
            <a:endParaRPr b="1" sz="1866">
              <a:solidFill>
                <a:srgbClr val="FF9900"/>
              </a:solidFill>
            </a:endParaRPr>
          </a:p>
        </p:txBody>
      </p:sp>
      <p:sp>
        <p:nvSpPr>
          <p:cNvPr id="847" name="Google Shape;847;p38"/>
          <p:cNvSpPr txBox="1"/>
          <p:nvPr/>
        </p:nvSpPr>
        <p:spPr>
          <a:xfrm>
            <a:off x="4669898" y="1684950"/>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Data Exploration</a:t>
            </a:r>
            <a:endParaRPr b="1" sz="1333">
              <a:solidFill>
                <a:schemeClr val="dk1"/>
              </a:solidFill>
            </a:endParaRPr>
          </a:p>
        </p:txBody>
      </p:sp>
      <p:grpSp>
        <p:nvGrpSpPr>
          <p:cNvPr id="848" name="Google Shape;848;p38"/>
          <p:cNvGrpSpPr/>
          <p:nvPr/>
        </p:nvGrpSpPr>
        <p:grpSpPr>
          <a:xfrm>
            <a:off x="1572473" y="1970784"/>
            <a:ext cx="599850" cy="533587"/>
            <a:chOff x="1179650" y="1478125"/>
            <a:chExt cx="450000" cy="400200"/>
          </a:xfrm>
        </p:grpSpPr>
        <p:sp>
          <p:nvSpPr>
            <p:cNvPr id="849" name="Google Shape;849;p38"/>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850" name="Google Shape;850;p38"/>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a:t>
              </a:r>
              <a:endParaRPr b="1" sz="1866">
                <a:solidFill>
                  <a:schemeClr val="dk1"/>
                </a:solidFill>
              </a:endParaRPr>
            </a:p>
          </p:txBody>
        </p:sp>
      </p:grpSp>
      <p:grpSp>
        <p:nvGrpSpPr>
          <p:cNvPr id="851" name="Google Shape;851;p38"/>
          <p:cNvGrpSpPr/>
          <p:nvPr/>
        </p:nvGrpSpPr>
        <p:grpSpPr>
          <a:xfrm>
            <a:off x="3052836" y="478384"/>
            <a:ext cx="599850" cy="533587"/>
            <a:chOff x="1179650" y="1478125"/>
            <a:chExt cx="450000" cy="400200"/>
          </a:xfrm>
        </p:grpSpPr>
        <p:sp>
          <p:nvSpPr>
            <p:cNvPr id="852" name="Google Shape;852;p38"/>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853" name="Google Shape;853;p38"/>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2</a:t>
              </a:r>
              <a:endParaRPr b="1" sz="1866">
                <a:solidFill>
                  <a:schemeClr val="dk1"/>
                </a:solidFill>
              </a:endParaRPr>
            </a:p>
          </p:txBody>
        </p:sp>
      </p:grpSp>
      <p:grpSp>
        <p:nvGrpSpPr>
          <p:cNvPr id="854" name="Google Shape;854;p38"/>
          <p:cNvGrpSpPr/>
          <p:nvPr/>
        </p:nvGrpSpPr>
        <p:grpSpPr>
          <a:xfrm>
            <a:off x="4669898" y="742367"/>
            <a:ext cx="599850" cy="533587"/>
            <a:chOff x="1179650" y="1478125"/>
            <a:chExt cx="450000" cy="400200"/>
          </a:xfrm>
        </p:grpSpPr>
        <p:sp>
          <p:nvSpPr>
            <p:cNvPr id="855" name="Google Shape;855;p38"/>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856" name="Google Shape;856;p38"/>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3</a:t>
              </a:r>
              <a:endParaRPr b="1" sz="1866">
                <a:solidFill>
                  <a:schemeClr val="dk1"/>
                </a:solidFill>
              </a:endParaRPr>
            </a:p>
          </p:txBody>
        </p:sp>
      </p:grpSp>
      <p:sp>
        <p:nvSpPr>
          <p:cNvPr id="857" name="Google Shape;857;p38"/>
          <p:cNvSpPr txBox="1"/>
          <p:nvPr/>
        </p:nvSpPr>
        <p:spPr>
          <a:xfrm>
            <a:off x="1144647" y="5326533"/>
            <a:ext cx="7353000" cy="6771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i="1" lang="en" sz="1400">
                <a:solidFill>
                  <a:srgbClr val="999988"/>
                </a:solidFill>
                <a:highlight>
                  <a:srgbClr val="F8F8F8"/>
                </a:highlight>
                <a:latin typeface="Courier New"/>
                <a:ea typeface="Courier New"/>
                <a:cs typeface="Courier New"/>
                <a:sym typeface="Courier New"/>
              </a:rPr>
              <a:t># step 3 - explore data</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X.plot.scatter(x=</a:t>
            </a:r>
            <a:r>
              <a:rPr lang="en" sz="1400">
                <a:solidFill>
                  <a:srgbClr val="DD1144"/>
                </a:solidFill>
                <a:highlight>
                  <a:srgbClr val="F8F8F8"/>
                </a:highlight>
                <a:latin typeface="Courier New"/>
                <a:ea typeface="Courier New"/>
                <a:cs typeface="Courier New"/>
                <a:sym typeface="Courier New"/>
              </a:rPr>
              <a:t>"Sepal.Length"</a:t>
            </a:r>
            <a:r>
              <a:rPr lang="en" sz="1400">
                <a:solidFill>
                  <a:srgbClr val="333333"/>
                </a:solidFill>
                <a:highlight>
                  <a:srgbClr val="F8F8F8"/>
                </a:highlight>
                <a:latin typeface="Courier New"/>
                <a:ea typeface="Courier New"/>
                <a:cs typeface="Courier New"/>
                <a:sym typeface="Courier New"/>
              </a:rPr>
              <a:t>, y=</a:t>
            </a:r>
            <a:r>
              <a:rPr lang="en" sz="1400">
                <a:solidFill>
                  <a:srgbClr val="DD1144"/>
                </a:solidFill>
                <a:highlight>
                  <a:srgbClr val="F8F8F8"/>
                </a:highlight>
                <a:latin typeface="Courier New"/>
                <a:ea typeface="Courier New"/>
                <a:cs typeface="Courier New"/>
                <a:sym typeface="Courier New"/>
              </a:rPr>
              <a:t>"Sepal.Width"</a:t>
            </a:r>
            <a:r>
              <a:rPr lang="en" sz="1400">
                <a:solidFill>
                  <a:srgbClr val="333333"/>
                </a:solidFill>
                <a:highlight>
                  <a:srgbClr val="F8F8F8"/>
                </a:highlight>
                <a:latin typeface="Courier New"/>
                <a:ea typeface="Courier New"/>
                <a:cs typeface="Courier New"/>
                <a:sym typeface="Courier New"/>
              </a:rPr>
              <a:t>, figsize=(</a:t>
            </a:r>
            <a:r>
              <a:rPr lang="en" sz="1400">
                <a:solidFill>
                  <a:srgbClr val="008080"/>
                </a:solidFill>
                <a:highlight>
                  <a:srgbClr val="F8F8F8"/>
                </a:highlight>
                <a:latin typeface="Courier New"/>
                <a:ea typeface="Courier New"/>
                <a:cs typeface="Courier New"/>
                <a:sym typeface="Courier New"/>
              </a:rPr>
              <a:t>6</a:t>
            </a:r>
            <a:r>
              <a:rPr lang="en" sz="1400">
                <a:solidFill>
                  <a:srgbClr val="333333"/>
                </a:solidFill>
                <a:highlight>
                  <a:srgbClr val="F8F8F8"/>
                </a:highlight>
                <a:latin typeface="Courier New"/>
                <a:ea typeface="Courier New"/>
                <a:cs typeface="Courier New"/>
                <a:sym typeface="Courier New"/>
              </a:rPr>
              <a:t>,</a:t>
            </a:r>
            <a:r>
              <a:rPr lang="en" sz="1400">
                <a:solidFill>
                  <a:srgbClr val="008080"/>
                </a:solidFill>
                <a:highlight>
                  <a:srgbClr val="F8F8F8"/>
                </a:highlight>
                <a:latin typeface="Courier New"/>
                <a:ea typeface="Courier New"/>
                <a:cs typeface="Courier New"/>
                <a:sym typeface="Courier New"/>
              </a:rPr>
              <a:t>4</a:t>
            </a:r>
            <a:r>
              <a:rPr lang="en" sz="1400">
                <a:solidFill>
                  <a:srgbClr val="333333"/>
                </a:solidFill>
                <a:highlight>
                  <a:srgbClr val="F8F8F8"/>
                </a:highlight>
                <a:latin typeface="Courier New"/>
                <a:ea typeface="Courier New"/>
                <a:cs typeface="Courier New"/>
                <a:sym typeface="Courier New"/>
              </a:rPr>
              <a:t>))</a:t>
            </a:r>
            <a:endParaRPr sz="1400"/>
          </a:p>
        </p:txBody>
      </p:sp>
      <p:sp>
        <p:nvSpPr>
          <p:cNvPr id="858" name="Google Shape;858;p38"/>
          <p:cNvSpPr txBox="1"/>
          <p:nvPr>
            <p:ph idx="4294967295" type="title"/>
          </p:nvPr>
        </p:nvSpPr>
        <p:spPr>
          <a:xfrm>
            <a:off x="8842271" y="199250"/>
            <a:ext cx="30813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3</a:t>
            </a:r>
            <a:r>
              <a:rPr lang="en" sz="2800">
                <a:solidFill>
                  <a:schemeClr val="accent6"/>
                </a:solidFill>
              </a:rPr>
              <a:t>. Explore Data</a:t>
            </a:r>
            <a:endParaRPr sz="2800">
              <a:solidFill>
                <a:schemeClr val="accent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39"/>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864" name="Google Shape;864;p39"/>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865" name="Google Shape;865;p39"/>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866" name="Google Shape;866;p39"/>
          <p:cNvPicPr preferRelativeResize="0"/>
          <p:nvPr/>
        </p:nvPicPr>
        <p:blipFill>
          <a:blip r:embed="rId4">
            <a:alphaModFix/>
          </a:blip>
          <a:stretch>
            <a:fillRect/>
          </a:stretch>
        </p:blipFill>
        <p:spPr>
          <a:xfrm>
            <a:off x="1435574" y="860767"/>
            <a:ext cx="1119998" cy="1149211"/>
          </a:xfrm>
          <a:prstGeom prst="rect">
            <a:avLst/>
          </a:prstGeom>
          <a:noFill/>
          <a:ln>
            <a:noFill/>
          </a:ln>
        </p:spPr>
      </p:pic>
      <p:pic>
        <p:nvPicPr>
          <p:cNvPr id="867" name="Google Shape;867;p39"/>
          <p:cNvPicPr preferRelativeResize="0"/>
          <p:nvPr/>
        </p:nvPicPr>
        <p:blipFill>
          <a:blip r:embed="rId5">
            <a:alphaModFix/>
          </a:blip>
          <a:stretch>
            <a:fillRect/>
          </a:stretch>
        </p:blipFill>
        <p:spPr>
          <a:xfrm>
            <a:off x="4877446" y="2373200"/>
            <a:ext cx="1129517" cy="857049"/>
          </a:xfrm>
          <a:prstGeom prst="rect">
            <a:avLst/>
          </a:prstGeom>
          <a:noFill/>
          <a:ln>
            <a:noFill/>
          </a:ln>
        </p:spPr>
      </p:pic>
      <p:pic>
        <p:nvPicPr>
          <p:cNvPr id="868" name="Google Shape;868;p39"/>
          <p:cNvPicPr preferRelativeResize="0"/>
          <p:nvPr/>
        </p:nvPicPr>
        <p:blipFill>
          <a:blip r:embed="rId6">
            <a:alphaModFix/>
          </a:blip>
          <a:stretch>
            <a:fillRect/>
          </a:stretch>
        </p:blipFill>
        <p:spPr>
          <a:xfrm>
            <a:off x="4877446" y="3483700"/>
            <a:ext cx="1129517" cy="438995"/>
          </a:xfrm>
          <a:prstGeom prst="rect">
            <a:avLst/>
          </a:prstGeom>
          <a:noFill/>
          <a:ln>
            <a:noFill/>
          </a:ln>
        </p:spPr>
      </p:pic>
      <p:pic>
        <p:nvPicPr>
          <p:cNvPr id="869" name="Google Shape;869;p39"/>
          <p:cNvPicPr preferRelativeResize="0"/>
          <p:nvPr/>
        </p:nvPicPr>
        <p:blipFill>
          <a:blip r:embed="rId7">
            <a:alphaModFix/>
          </a:blip>
          <a:stretch>
            <a:fillRect/>
          </a:stretch>
        </p:blipFill>
        <p:spPr>
          <a:xfrm>
            <a:off x="4825692" y="1058700"/>
            <a:ext cx="1119988" cy="753443"/>
          </a:xfrm>
          <a:prstGeom prst="rect">
            <a:avLst/>
          </a:prstGeom>
          <a:noFill/>
          <a:ln>
            <a:noFill/>
          </a:ln>
        </p:spPr>
      </p:pic>
      <p:pic>
        <p:nvPicPr>
          <p:cNvPr id="870" name="Google Shape;870;p39"/>
          <p:cNvPicPr preferRelativeResize="0"/>
          <p:nvPr/>
        </p:nvPicPr>
        <p:blipFill>
          <a:blip r:embed="rId8">
            <a:alphaModFix/>
          </a:blip>
          <a:stretch>
            <a:fillRect/>
          </a:stretch>
        </p:blipFill>
        <p:spPr>
          <a:xfrm>
            <a:off x="3052736" y="858267"/>
            <a:ext cx="1119986" cy="1154221"/>
          </a:xfrm>
          <a:prstGeom prst="rect">
            <a:avLst/>
          </a:prstGeom>
          <a:noFill/>
          <a:ln>
            <a:noFill/>
          </a:ln>
        </p:spPr>
      </p:pic>
      <p:cxnSp>
        <p:nvCxnSpPr>
          <p:cNvPr id="871" name="Google Shape;871;p39"/>
          <p:cNvCxnSpPr>
            <a:stCxn id="863" idx="4"/>
            <a:endCxn id="866"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872" name="Google Shape;872;p39"/>
          <p:cNvCxnSpPr>
            <a:stCxn id="866" idx="3"/>
            <a:endCxn id="870" idx="1"/>
          </p:cNvCxnSpPr>
          <p:nvPr/>
        </p:nvCxnSpPr>
        <p:spPr>
          <a:xfrm>
            <a:off x="2555572" y="1435372"/>
            <a:ext cx="497100" cy="0"/>
          </a:xfrm>
          <a:prstGeom prst="straightConnector1">
            <a:avLst/>
          </a:prstGeom>
          <a:noFill/>
          <a:ln cap="flat" cmpd="sng" w="12700">
            <a:solidFill>
              <a:srgbClr val="666666"/>
            </a:solidFill>
            <a:prstDash val="solid"/>
            <a:round/>
            <a:headEnd len="med" w="med" type="none"/>
            <a:tailEnd len="med" w="med" type="triangle"/>
          </a:ln>
        </p:spPr>
      </p:cxnSp>
      <p:cxnSp>
        <p:nvCxnSpPr>
          <p:cNvPr id="873" name="Google Shape;873;p39"/>
          <p:cNvCxnSpPr>
            <a:stCxn id="870" idx="3"/>
            <a:endCxn id="869" idx="1"/>
          </p:cNvCxnSpPr>
          <p:nvPr/>
        </p:nvCxnSpPr>
        <p:spPr>
          <a:xfrm>
            <a:off x="4172722" y="1435377"/>
            <a:ext cx="653100" cy="0"/>
          </a:xfrm>
          <a:prstGeom prst="straightConnector1">
            <a:avLst/>
          </a:prstGeom>
          <a:noFill/>
          <a:ln cap="flat" cmpd="sng" w="12700">
            <a:solidFill>
              <a:srgbClr val="666666"/>
            </a:solidFill>
            <a:prstDash val="solid"/>
            <a:round/>
            <a:headEnd len="med" w="med" type="none"/>
            <a:tailEnd len="med" w="med" type="triangle"/>
          </a:ln>
        </p:spPr>
      </p:cxnSp>
      <p:cxnSp>
        <p:nvCxnSpPr>
          <p:cNvPr id="874" name="Google Shape;874;p39"/>
          <p:cNvCxnSpPr>
            <a:stCxn id="870" idx="2"/>
            <a:endCxn id="867" idx="1"/>
          </p:cNvCxnSpPr>
          <p:nvPr/>
        </p:nvCxnSpPr>
        <p:spPr>
          <a:xfrm flipH="1" rot="-5400000">
            <a:off x="3850479" y="1774737"/>
            <a:ext cx="789300" cy="1264800"/>
          </a:xfrm>
          <a:prstGeom prst="bentConnector2">
            <a:avLst/>
          </a:prstGeom>
          <a:noFill/>
          <a:ln cap="flat" cmpd="sng" w="12700">
            <a:solidFill>
              <a:srgbClr val="666666"/>
            </a:solidFill>
            <a:prstDash val="solid"/>
            <a:round/>
            <a:headEnd len="med" w="med" type="none"/>
            <a:tailEnd len="med" w="med" type="triangle"/>
          </a:ln>
        </p:spPr>
      </p:cxnSp>
      <p:cxnSp>
        <p:nvCxnSpPr>
          <p:cNvPr id="875" name="Google Shape;875;p39"/>
          <p:cNvCxnSpPr>
            <a:stCxn id="870" idx="2"/>
            <a:endCxn id="868" idx="1"/>
          </p:cNvCxnSpPr>
          <p:nvPr/>
        </p:nvCxnSpPr>
        <p:spPr>
          <a:xfrm flipH="1" rot="-5400000">
            <a:off x="3399729" y="2225487"/>
            <a:ext cx="1690800" cy="1264800"/>
          </a:xfrm>
          <a:prstGeom prst="bentConnector2">
            <a:avLst/>
          </a:prstGeom>
          <a:noFill/>
          <a:ln cap="flat" cmpd="sng" w="12700">
            <a:solidFill>
              <a:srgbClr val="666666"/>
            </a:solidFill>
            <a:prstDash val="solid"/>
            <a:round/>
            <a:headEnd len="med" w="med" type="none"/>
            <a:tailEnd len="med" w="med" type="triangle"/>
          </a:ln>
        </p:spPr>
      </p:cxnSp>
      <p:cxnSp>
        <p:nvCxnSpPr>
          <p:cNvPr id="876" name="Google Shape;876;p39"/>
          <p:cNvCxnSpPr>
            <a:stCxn id="864" idx="3"/>
            <a:endCxn id="866"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sp>
        <p:nvSpPr>
          <p:cNvPr id="877" name="Google Shape;877;p39"/>
          <p:cNvSpPr txBox="1"/>
          <p:nvPr/>
        </p:nvSpPr>
        <p:spPr>
          <a:xfrm>
            <a:off x="3052736" y="1229200"/>
            <a:ext cx="10161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X</a:t>
            </a:r>
            <a:endParaRPr b="1" sz="1866"/>
          </a:p>
          <a:p>
            <a:pPr indent="0" lvl="0" marL="0" rtl="0" algn="ctr">
              <a:spcBef>
                <a:spcPts val="0"/>
              </a:spcBef>
              <a:spcAft>
                <a:spcPts val="0"/>
              </a:spcAft>
              <a:buNone/>
            </a:pPr>
            <a:r>
              <a:rPr b="1" lang="en" sz="1333">
                <a:solidFill>
                  <a:srgbClr val="38761D"/>
                </a:solidFill>
              </a:rPr>
              <a:t>(Feature)</a:t>
            </a:r>
            <a:endParaRPr b="1" sz="1333">
              <a:solidFill>
                <a:srgbClr val="38761D"/>
              </a:solidFill>
            </a:endParaRPr>
          </a:p>
        </p:txBody>
      </p:sp>
      <p:sp>
        <p:nvSpPr>
          <p:cNvPr id="878" name="Google Shape;878;p39"/>
          <p:cNvSpPr txBox="1"/>
          <p:nvPr/>
        </p:nvSpPr>
        <p:spPr>
          <a:xfrm>
            <a:off x="3612729" y="1229200"/>
            <a:ext cx="10161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Y</a:t>
            </a:r>
            <a:endParaRPr b="1" sz="1866"/>
          </a:p>
        </p:txBody>
      </p:sp>
      <p:sp>
        <p:nvSpPr>
          <p:cNvPr id="879" name="Google Shape;879;p39"/>
          <p:cNvSpPr txBox="1"/>
          <p:nvPr/>
        </p:nvSpPr>
        <p:spPr>
          <a:xfrm>
            <a:off x="4888210" y="2591167"/>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chemeClr val="accent5"/>
                </a:solidFill>
              </a:rPr>
              <a:t>Train</a:t>
            </a:r>
            <a:endParaRPr b="1" sz="1733">
              <a:solidFill>
                <a:schemeClr val="accent5"/>
              </a:solidFill>
            </a:endParaRPr>
          </a:p>
        </p:txBody>
      </p:sp>
      <p:sp>
        <p:nvSpPr>
          <p:cNvPr id="880" name="Google Shape;880;p39"/>
          <p:cNvSpPr txBox="1"/>
          <p:nvPr/>
        </p:nvSpPr>
        <p:spPr>
          <a:xfrm>
            <a:off x="4888210" y="3483833"/>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rgbClr val="4A86E8"/>
                </a:solidFill>
              </a:rPr>
              <a:t>Test</a:t>
            </a:r>
            <a:endParaRPr b="1" sz="1733">
              <a:solidFill>
                <a:srgbClr val="4A86E8"/>
              </a:solidFill>
            </a:endParaRPr>
          </a:p>
        </p:txBody>
      </p:sp>
      <p:sp>
        <p:nvSpPr>
          <p:cNvPr id="881" name="Google Shape;881;p39"/>
          <p:cNvSpPr txBox="1"/>
          <p:nvPr/>
        </p:nvSpPr>
        <p:spPr>
          <a:xfrm>
            <a:off x="3585736" y="935000"/>
            <a:ext cx="10701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rgbClr val="FF9900"/>
                </a:solidFill>
              </a:rPr>
              <a:t>(Label)</a:t>
            </a:r>
            <a:endParaRPr b="1" sz="1866">
              <a:solidFill>
                <a:srgbClr val="FF9900"/>
              </a:solidFill>
            </a:endParaRPr>
          </a:p>
        </p:txBody>
      </p:sp>
      <p:sp>
        <p:nvSpPr>
          <p:cNvPr id="882" name="Google Shape;882;p39"/>
          <p:cNvSpPr txBox="1"/>
          <p:nvPr/>
        </p:nvSpPr>
        <p:spPr>
          <a:xfrm>
            <a:off x="4669898" y="1684950"/>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Data Exploration</a:t>
            </a:r>
            <a:endParaRPr b="1" sz="1333">
              <a:solidFill>
                <a:schemeClr val="dk1"/>
              </a:solidFill>
            </a:endParaRPr>
          </a:p>
        </p:txBody>
      </p:sp>
      <p:grpSp>
        <p:nvGrpSpPr>
          <p:cNvPr id="883" name="Google Shape;883;p39"/>
          <p:cNvGrpSpPr/>
          <p:nvPr/>
        </p:nvGrpSpPr>
        <p:grpSpPr>
          <a:xfrm>
            <a:off x="1572473" y="1970784"/>
            <a:ext cx="599850" cy="533587"/>
            <a:chOff x="1179650" y="1478125"/>
            <a:chExt cx="450000" cy="400200"/>
          </a:xfrm>
        </p:grpSpPr>
        <p:sp>
          <p:nvSpPr>
            <p:cNvPr id="884" name="Google Shape;884;p3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885" name="Google Shape;885;p3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a:t>
              </a:r>
              <a:endParaRPr b="1" sz="1866">
                <a:solidFill>
                  <a:schemeClr val="dk1"/>
                </a:solidFill>
              </a:endParaRPr>
            </a:p>
          </p:txBody>
        </p:sp>
      </p:grpSp>
      <p:grpSp>
        <p:nvGrpSpPr>
          <p:cNvPr id="886" name="Google Shape;886;p39"/>
          <p:cNvGrpSpPr/>
          <p:nvPr/>
        </p:nvGrpSpPr>
        <p:grpSpPr>
          <a:xfrm>
            <a:off x="3052836" y="478384"/>
            <a:ext cx="599850" cy="533587"/>
            <a:chOff x="1179650" y="1478125"/>
            <a:chExt cx="450000" cy="400200"/>
          </a:xfrm>
        </p:grpSpPr>
        <p:sp>
          <p:nvSpPr>
            <p:cNvPr id="887" name="Google Shape;887;p3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888" name="Google Shape;888;p3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2</a:t>
              </a:r>
              <a:endParaRPr b="1" sz="1866">
                <a:solidFill>
                  <a:schemeClr val="dk1"/>
                </a:solidFill>
              </a:endParaRPr>
            </a:p>
          </p:txBody>
        </p:sp>
      </p:grpSp>
      <p:grpSp>
        <p:nvGrpSpPr>
          <p:cNvPr id="889" name="Google Shape;889;p39"/>
          <p:cNvGrpSpPr/>
          <p:nvPr/>
        </p:nvGrpSpPr>
        <p:grpSpPr>
          <a:xfrm>
            <a:off x="4669898" y="742367"/>
            <a:ext cx="599850" cy="533587"/>
            <a:chOff x="1179650" y="1478125"/>
            <a:chExt cx="450000" cy="400200"/>
          </a:xfrm>
        </p:grpSpPr>
        <p:sp>
          <p:nvSpPr>
            <p:cNvPr id="890" name="Google Shape;890;p3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891" name="Google Shape;891;p3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3</a:t>
              </a:r>
              <a:endParaRPr b="1" sz="1866">
                <a:solidFill>
                  <a:schemeClr val="dk1"/>
                </a:solidFill>
              </a:endParaRPr>
            </a:p>
          </p:txBody>
        </p:sp>
      </p:grpSp>
      <p:grpSp>
        <p:nvGrpSpPr>
          <p:cNvPr id="892" name="Google Shape;892;p39"/>
          <p:cNvGrpSpPr/>
          <p:nvPr/>
        </p:nvGrpSpPr>
        <p:grpSpPr>
          <a:xfrm>
            <a:off x="3312805" y="2424667"/>
            <a:ext cx="599850" cy="533587"/>
            <a:chOff x="1179650" y="1478125"/>
            <a:chExt cx="450000" cy="400200"/>
          </a:xfrm>
        </p:grpSpPr>
        <p:sp>
          <p:nvSpPr>
            <p:cNvPr id="893" name="Google Shape;893;p39"/>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894" name="Google Shape;894;p39"/>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4</a:t>
              </a:r>
              <a:endParaRPr b="1" sz="1866">
                <a:solidFill>
                  <a:schemeClr val="dk1"/>
                </a:solidFill>
              </a:endParaRPr>
            </a:p>
          </p:txBody>
        </p:sp>
      </p:grpSp>
      <p:sp>
        <p:nvSpPr>
          <p:cNvPr id="895" name="Google Shape;895;p39"/>
          <p:cNvSpPr txBox="1"/>
          <p:nvPr/>
        </p:nvSpPr>
        <p:spPr>
          <a:xfrm>
            <a:off x="1144647" y="5326233"/>
            <a:ext cx="8043900" cy="15390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i="1" lang="en" sz="1400">
                <a:solidFill>
                  <a:srgbClr val="999988"/>
                </a:solidFill>
                <a:highlight>
                  <a:srgbClr val="F8F8F8"/>
                </a:highlight>
                <a:latin typeface="Courier New"/>
                <a:ea typeface="Courier New"/>
                <a:cs typeface="Courier New"/>
                <a:sym typeface="Courier New"/>
              </a:rPr>
              <a:t># step 4 - split data into train vs test</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b="1" lang="en" sz="1400">
                <a:solidFill>
                  <a:srgbClr val="333333"/>
                </a:solidFill>
                <a:highlight>
                  <a:srgbClr val="F8F8F8"/>
                </a:highlight>
                <a:latin typeface="Courier New"/>
                <a:ea typeface="Courier New"/>
                <a:cs typeface="Courier New"/>
                <a:sym typeface="Courier New"/>
              </a:rPr>
              <a:t>from</a:t>
            </a:r>
            <a:r>
              <a:rPr lang="en" sz="1400">
                <a:solidFill>
                  <a:srgbClr val="333333"/>
                </a:solidFill>
                <a:highlight>
                  <a:srgbClr val="F8F8F8"/>
                </a:highlight>
                <a:latin typeface="Courier New"/>
                <a:ea typeface="Courier New"/>
                <a:cs typeface="Courier New"/>
                <a:sym typeface="Courier New"/>
              </a:rPr>
              <a:t> sklearn.model_selection </a:t>
            </a:r>
            <a:r>
              <a:rPr b="1" lang="en" sz="1400">
                <a:solidFill>
                  <a:srgbClr val="333333"/>
                </a:solidFill>
                <a:highlight>
                  <a:srgbClr val="F8F8F8"/>
                </a:highlight>
                <a:latin typeface="Courier New"/>
                <a:ea typeface="Courier New"/>
                <a:cs typeface="Courier New"/>
                <a:sym typeface="Courier New"/>
              </a:rPr>
              <a:t>import</a:t>
            </a:r>
            <a:r>
              <a:rPr lang="en" sz="1400">
                <a:solidFill>
                  <a:srgbClr val="333333"/>
                </a:solidFill>
                <a:highlight>
                  <a:srgbClr val="F8F8F8"/>
                </a:highlight>
                <a:latin typeface="Courier New"/>
                <a:ea typeface="Courier New"/>
                <a:cs typeface="Courier New"/>
                <a:sym typeface="Courier New"/>
              </a:rPr>
              <a:t> train_test_split</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X_train, X_test, y_train, y_test = train_test_split(X, y, </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                                                    test_size=</a:t>
            </a:r>
            <a:r>
              <a:rPr lang="en" sz="1400">
                <a:solidFill>
                  <a:srgbClr val="008080"/>
                </a:solidFill>
                <a:highlight>
                  <a:srgbClr val="F8F8F8"/>
                </a:highlight>
                <a:latin typeface="Courier New"/>
                <a:ea typeface="Courier New"/>
                <a:cs typeface="Courier New"/>
                <a:sym typeface="Courier New"/>
              </a:rPr>
              <a:t>0.3</a:t>
            </a:r>
            <a:r>
              <a:rPr lang="en" sz="1400">
                <a:solidFill>
                  <a:srgbClr val="333333"/>
                </a:solidFill>
                <a:highlight>
                  <a:srgbClr val="F8F8F8"/>
                </a:highlight>
                <a:latin typeface="Courier New"/>
                <a:ea typeface="Courier New"/>
                <a:cs typeface="Courier New"/>
                <a:sym typeface="Courier New"/>
              </a:rPr>
              <a:t>, </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                                                    shuffle=</a:t>
            </a:r>
            <a:r>
              <a:rPr b="1" lang="en" sz="1400">
                <a:solidFill>
                  <a:srgbClr val="333333"/>
                </a:solidFill>
                <a:highlight>
                  <a:srgbClr val="F8F8F8"/>
                </a:highlight>
                <a:latin typeface="Courier New"/>
                <a:ea typeface="Courier New"/>
                <a:cs typeface="Courier New"/>
                <a:sym typeface="Courier New"/>
              </a:rPr>
              <a:t>True</a:t>
            </a:r>
            <a:r>
              <a:rPr lang="en" sz="1400">
                <a:solidFill>
                  <a:srgbClr val="333333"/>
                </a:solidFill>
                <a:highlight>
                  <a:srgbClr val="F8F8F8"/>
                </a:highlight>
                <a:latin typeface="Courier New"/>
                <a:ea typeface="Courier New"/>
                <a:cs typeface="Courier New"/>
                <a:sym typeface="Courier New"/>
              </a:rPr>
              <a:t>, </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                                                    random_state=</a:t>
            </a:r>
            <a:r>
              <a:rPr lang="en" sz="1400">
                <a:solidFill>
                  <a:srgbClr val="008080"/>
                </a:solidFill>
                <a:highlight>
                  <a:srgbClr val="F8F8F8"/>
                </a:highlight>
                <a:latin typeface="Courier New"/>
                <a:ea typeface="Courier New"/>
                <a:cs typeface="Courier New"/>
                <a:sym typeface="Courier New"/>
              </a:rPr>
              <a:t>2018</a:t>
            </a:r>
            <a:r>
              <a:rPr lang="en" sz="1400">
                <a:solidFill>
                  <a:srgbClr val="333333"/>
                </a:solidFill>
                <a:highlight>
                  <a:srgbClr val="F8F8F8"/>
                </a:highlight>
                <a:latin typeface="Courier New"/>
                <a:ea typeface="Courier New"/>
                <a:cs typeface="Courier New"/>
                <a:sym typeface="Courier New"/>
              </a:rPr>
              <a:t>)</a:t>
            </a:r>
            <a:endParaRPr sz="1400"/>
          </a:p>
        </p:txBody>
      </p:sp>
      <p:sp>
        <p:nvSpPr>
          <p:cNvPr id="896" name="Google Shape;896;p39"/>
          <p:cNvSpPr txBox="1"/>
          <p:nvPr>
            <p:ph idx="4294967295" type="title"/>
          </p:nvPr>
        </p:nvSpPr>
        <p:spPr>
          <a:xfrm>
            <a:off x="8842271" y="199250"/>
            <a:ext cx="30813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4</a:t>
            </a:r>
            <a:r>
              <a:rPr lang="en" sz="2800">
                <a:solidFill>
                  <a:schemeClr val="accent6"/>
                </a:solidFill>
              </a:rPr>
              <a:t>. Split Data</a:t>
            </a:r>
            <a:endParaRPr sz="2800">
              <a:solidFill>
                <a:schemeClr val="accent6"/>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40"/>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902" name="Google Shape;902;p40"/>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903" name="Google Shape;903;p40"/>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904" name="Google Shape;904;p40"/>
          <p:cNvPicPr preferRelativeResize="0"/>
          <p:nvPr/>
        </p:nvPicPr>
        <p:blipFill>
          <a:blip r:embed="rId4">
            <a:alphaModFix/>
          </a:blip>
          <a:stretch>
            <a:fillRect/>
          </a:stretch>
        </p:blipFill>
        <p:spPr>
          <a:xfrm>
            <a:off x="1435574" y="860767"/>
            <a:ext cx="1119998" cy="1149211"/>
          </a:xfrm>
          <a:prstGeom prst="rect">
            <a:avLst/>
          </a:prstGeom>
          <a:noFill/>
          <a:ln>
            <a:noFill/>
          </a:ln>
        </p:spPr>
      </p:pic>
      <p:pic>
        <p:nvPicPr>
          <p:cNvPr id="905" name="Google Shape;905;p40"/>
          <p:cNvPicPr preferRelativeResize="0"/>
          <p:nvPr/>
        </p:nvPicPr>
        <p:blipFill>
          <a:blip r:embed="rId5">
            <a:alphaModFix/>
          </a:blip>
          <a:stretch>
            <a:fillRect/>
          </a:stretch>
        </p:blipFill>
        <p:spPr>
          <a:xfrm>
            <a:off x="4877446" y="2373200"/>
            <a:ext cx="1129517" cy="857049"/>
          </a:xfrm>
          <a:prstGeom prst="rect">
            <a:avLst/>
          </a:prstGeom>
          <a:noFill/>
          <a:ln>
            <a:noFill/>
          </a:ln>
        </p:spPr>
      </p:pic>
      <p:pic>
        <p:nvPicPr>
          <p:cNvPr id="906" name="Google Shape;906;p40"/>
          <p:cNvPicPr preferRelativeResize="0"/>
          <p:nvPr/>
        </p:nvPicPr>
        <p:blipFill>
          <a:blip r:embed="rId6">
            <a:alphaModFix/>
          </a:blip>
          <a:stretch>
            <a:fillRect/>
          </a:stretch>
        </p:blipFill>
        <p:spPr>
          <a:xfrm>
            <a:off x="4825692" y="1058700"/>
            <a:ext cx="1119988" cy="753443"/>
          </a:xfrm>
          <a:prstGeom prst="rect">
            <a:avLst/>
          </a:prstGeom>
          <a:noFill/>
          <a:ln>
            <a:noFill/>
          </a:ln>
        </p:spPr>
      </p:pic>
      <p:pic>
        <p:nvPicPr>
          <p:cNvPr id="907" name="Google Shape;907;p40"/>
          <p:cNvPicPr preferRelativeResize="0"/>
          <p:nvPr/>
        </p:nvPicPr>
        <p:blipFill>
          <a:blip r:embed="rId7">
            <a:alphaModFix/>
          </a:blip>
          <a:stretch>
            <a:fillRect/>
          </a:stretch>
        </p:blipFill>
        <p:spPr>
          <a:xfrm>
            <a:off x="3052736" y="858267"/>
            <a:ext cx="1119986" cy="1154221"/>
          </a:xfrm>
          <a:prstGeom prst="rect">
            <a:avLst/>
          </a:prstGeom>
          <a:noFill/>
          <a:ln>
            <a:noFill/>
          </a:ln>
        </p:spPr>
      </p:pic>
      <p:pic>
        <p:nvPicPr>
          <p:cNvPr id="908" name="Google Shape;908;p40"/>
          <p:cNvPicPr preferRelativeResize="0"/>
          <p:nvPr/>
        </p:nvPicPr>
        <p:blipFill>
          <a:blip r:embed="rId8">
            <a:alphaModFix/>
          </a:blip>
          <a:stretch>
            <a:fillRect/>
          </a:stretch>
        </p:blipFill>
        <p:spPr>
          <a:xfrm>
            <a:off x="6519369" y="2508914"/>
            <a:ext cx="732150" cy="585711"/>
          </a:xfrm>
          <a:prstGeom prst="rect">
            <a:avLst/>
          </a:prstGeom>
          <a:noFill/>
          <a:ln>
            <a:noFill/>
          </a:ln>
        </p:spPr>
      </p:pic>
      <p:sp>
        <p:nvSpPr>
          <p:cNvPr id="909" name="Google Shape;909;p40"/>
          <p:cNvSpPr/>
          <p:nvPr/>
        </p:nvSpPr>
        <p:spPr>
          <a:xfrm>
            <a:off x="7866532" y="25018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10" name="Google Shape;910;p40"/>
          <p:cNvSpPr txBox="1"/>
          <p:nvPr/>
        </p:nvSpPr>
        <p:spPr>
          <a:xfrm>
            <a:off x="7866532" y="2535033"/>
            <a:ext cx="5997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933">
                <a:solidFill>
                  <a:schemeClr val="dk1"/>
                </a:solidFill>
              </a:rPr>
              <a:t>KNN</a:t>
            </a:r>
            <a:endParaRPr sz="933">
              <a:solidFill>
                <a:schemeClr val="dk1"/>
              </a:solidFill>
            </a:endParaRPr>
          </a:p>
          <a:p>
            <a:pPr indent="0" lvl="0" marL="0" rtl="0" algn="ctr">
              <a:spcBef>
                <a:spcPts val="0"/>
              </a:spcBef>
              <a:spcAft>
                <a:spcPts val="0"/>
              </a:spcAft>
              <a:buNone/>
            </a:pPr>
            <a:r>
              <a:rPr lang="en" sz="933">
                <a:solidFill>
                  <a:schemeClr val="dk1"/>
                </a:solidFill>
              </a:rPr>
              <a:t>Model</a:t>
            </a:r>
            <a:endParaRPr sz="933">
              <a:solidFill>
                <a:schemeClr val="dk1"/>
              </a:solidFill>
            </a:endParaRPr>
          </a:p>
        </p:txBody>
      </p:sp>
      <p:cxnSp>
        <p:nvCxnSpPr>
          <p:cNvPr id="911" name="Google Shape;911;p40"/>
          <p:cNvCxnSpPr>
            <a:stCxn id="901" idx="4"/>
            <a:endCxn id="904"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912" name="Google Shape;912;p40"/>
          <p:cNvCxnSpPr>
            <a:stCxn id="904" idx="3"/>
            <a:endCxn id="907" idx="1"/>
          </p:cNvCxnSpPr>
          <p:nvPr/>
        </p:nvCxnSpPr>
        <p:spPr>
          <a:xfrm>
            <a:off x="2555572" y="1435372"/>
            <a:ext cx="497100" cy="0"/>
          </a:xfrm>
          <a:prstGeom prst="straightConnector1">
            <a:avLst/>
          </a:prstGeom>
          <a:noFill/>
          <a:ln cap="flat" cmpd="sng" w="12700">
            <a:solidFill>
              <a:srgbClr val="666666"/>
            </a:solidFill>
            <a:prstDash val="solid"/>
            <a:round/>
            <a:headEnd len="med" w="med" type="none"/>
            <a:tailEnd len="med" w="med" type="triangle"/>
          </a:ln>
        </p:spPr>
      </p:cxnSp>
      <p:cxnSp>
        <p:nvCxnSpPr>
          <p:cNvPr id="913" name="Google Shape;913;p40"/>
          <p:cNvCxnSpPr>
            <a:stCxn id="907" idx="3"/>
            <a:endCxn id="906" idx="1"/>
          </p:cNvCxnSpPr>
          <p:nvPr/>
        </p:nvCxnSpPr>
        <p:spPr>
          <a:xfrm>
            <a:off x="4172722" y="1435377"/>
            <a:ext cx="653100" cy="0"/>
          </a:xfrm>
          <a:prstGeom prst="straightConnector1">
            <a:avLst/>
          </a:prstGeom>
          <a:noFill/>
          <a:ln cap="flat" cmpd="sng" w="12700">
            <a:solidFill>
              <a:srgbClr val="666666"/>
            </a:solidFill>
            <a:prstDash val="solid"/>
            <a:round/>
            <a:headEnd len="med" w="med" type="none"/>
            <a:tailEnd len="med" w="med" type="triangle"/>
          </a:ln>
        </p:spPr>
      </p:cxnSp>
      <p:cxnSp>
        <p:nvCxnSpPr>
          <p:cNvPr id="914" name="Google Shape;914;p40"/>
          <p:cNvCxnSpPr>
            <a:stCxn id="907" idx="2"/>
            <a:endCxn id="905" idx="1"/>
          </p:cNvCxnSpPr>
          <p:nvPr/>
        </p:nvCxnSpPr>
        <p:spPr>
          <a:xfrm flipH="1" rot="-5400000">
            <a:off x="3850479" y="1774737"/>
            <a:ext cx="789300" cy="1264800"/>
          </a:xfrm>
          <a:prstGeom prst="bentConnector2">
            <a:avLst/>
          </a:prstGeom>
          <a:noFill/>
          <a:ln cap="flat" cmpd="sng" w="12700">
            <a:solidFill>
              <a:srgbClr val="666666"/>
            </a:solidFill>
            <a:prstDash val="solid"/>
            <a:round/>
            <a:headEnd len="med" w="med" type="none"/>
            <a:tailEnd len="med" w="med" type="triangle"/>
          </a:ln>
        </p:spPr>
      </p:cxnSp>
      <p:cxnSp>
        <p:nvCxnSpPr>
          <p:cNvPr id="915" name="Google Shape;915;p40"/>
          <p:cNvCxnSpPr>
            <a:stCxn id="905" idx="3"/>
            <a:endCxn id="908" idx="1"/>
          </p:cNvCxnSpPr>
          <p:nvPr/>
        </p:nvCxnSpPr>
        <p:spPr>
          <a:xfrm>
            <a:off x="6006963" y="2801724"/>
            <a:ext cx="512400" cy="0"/>
          </a:xfrm>
          <a:prstGeom prst="straightConnector1">
            <a:avLst/>
          </a:prstGeom>
          <a:noFill/>
          <a:ln cap="flat" cmpd="sng" w="12700">
            <a:solidFill>
              <a:srgbClr val="666666"/>
            </a:solidFill>
            <a:prstDash val="solid"/>
            <a:round/>
            <a:headEnd len="med" w="med" type="none"/>
            <a:tailEnd len="med" w="med" type="triangle"/>
          </a:ln>
        </p:spPr>
      </p:cxnSp>
      <p:cxnSp>
        <p:nvCxnSpPr>
          <p:cNvPr id="916" name="Google Shape;916;p40"/>
          <p:cNvCxnSpPr>
            <a:stCxn id="908" idx="3"/>
            <a:endCxn id="910" idx="1"/>
          </p:cNvCxnSpPr>
          <p:nvPr/>
        </p:nvCxnSpPr>
        <p:spPr>
          <a:xfrm>
            <a:off x="7251519" y="2801769"/>
            <a:ext cx="615000" cy="0"/>
          </a:xfrm>
          <a:prstGeom prst="straightConnector1">
            <a:avLst/>
          </a:prstGeom>
          <a:noFill/>
          <a:ln cap="flat" cmpd="sng" w="12700">
            <a:solidFill>
              <a:srgbClr val="666666"/>
            </a:solidFill>
            <a:prstDash val="solid"/>
            <a:round/>
            <a:headEnd len="med" w="med" type="none"/>
            <a:tailEnd len="med" w="med" type="triangle"/>
          </a:ln>
        </p:spPr>
      </p:cxnSp>
      <p:cxnSp>
        <p:nvCxnSpPr>
          <p:cNvPr id="917" name="Google Shape;917;p40"/>
          <p:cNvCxnSpPr>
            <a:stCxn id="902" idx="3"/>
            <a:endCxn id="904"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sp>
        <p:nvSpPr>
          <p:cNvPr id="918" name="Google Shape;918;p40"/>
          <p:cNvSpPr txBox="1"/>
          <p:nvPr/>
        </p:nvSpPr>
        <p:spPr>
          <a:xfrm>
            <a:off x="3052736" y="1229200"/>
            <a:ext cx="10161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X</a:t>
            </a:r>
            <a:endParaRPr b="1" sz="1866"/>
          </a:p>
          <a:p>
            <a:pPr indent="0" lvl="0" marL="0" rtl="0" algn="ctr">
              <a:spcBef>
                <a:spcPts val="0"/>
              </a:spcBef>
              <a:spcAft>
                <a:spcPts val="0"/>
              </a:spcAft>
              <a:buNone/>
            </a:pPr>
            <a:r>
              <a:rPr b="1" lang="en" sz="1333">
                <a:solidFill>
                  <a:srgbClr val="38761D"/>
                </a:solidFill>
              </a:rPr>
              <a:t>(Feature)</a:t>
            </a:r>
            <a:endParaRPr b="1" sz="1333">
              <a:solidFill>
                <a:srgbClr val="38761D"/>
              </a:solidFill>
            </a:endParaRPr>
          </a:p>
        </p:txBody>
      </p:sp>
      <p:sp>
        <p:nvSpPr>
          <p:cNvPr id="919" name="Google Shape;919;p40"/>
          <p:cNvSpPr txBox="1"/>
          <p:nvPr/>
        </p:nvSpPr>
        <p:spPr>
          <a:xfrm>
            <a:off x="3612729" y="1229200"/>
            <a:ext cx="10161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Y</a:t>
            </a:r>
            <a:endParaRPr b="1" sz="1866"/>
          </a:p>
        </p:txBody>
      </p:sp>
      <p:sp>
        <p:nvSpPr>
          <p:cNvPr id="920" name="Google Shape;920;p40"/>
          <p:cNvSpPr txBox="1"/>
          <p:nvPr/>
        </p:nvSpPr>
        <p:spPr>
          <a:xfrm>
            <a:off x="4888210" y="2591167"/>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chemeClr val="accent5"/>
                </a:solidFill>
              </a:rPr>
              <a:t>Train</a:t>
            </a:r>
            <a:endParaRPr b="1" sz="1733">
              <a:solidFill>
                <a:schemeClr val="accent5"/>
              </a:solidFill>
            </a:endParaRPr>
          </a:p>
        </p:txBody>
      </p:sp>
      <p:sp>
        <p:nvSpPr>
          <p:cNvPr id="921" name="Google Shape;921;p40"/>
          <p:cNvSpPr txBox="1"/>
          <p:nvPr/>
        </p:nvSpPr>
        <p:spPr>
          <a:xfrm>
            <a:off x="3585736" y="935000"/>
            <a:ext cx="10701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rgbClr val="FF9900"/>
                </a:solidFill>
              </a:rPr>
              <a:t>(Label)</a:t>
            </a:r>
            <a:endParaRPr b="1" sz="1866">
              <a:solidFill>
                <a:srgbClr val="FF9900"/>
              </a:solidFill>
            </a:endParaRPr>
          </a:p>
        </p:txBody>
      </p:sp>
      <p:sp>
        <p:nvSpPr>
          <p:cNvPr id="922" name="Google Shape;922;p40"/>
          <p:cNvSpPr txBox="1"/>
          <p:nvPr/>
        </p:nvSpPr>
        <p:spPr>
          <a:xfrm>
            <a:off x="4669898" y="1684950"/>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Data Exploration</a:t>
            </a:r>
            <a:endParaRPr b="1" sz="1333">
              <a:solidFill>
                <a:schemeClr val="dk1"/>
              </a:solidFill>
            </a:endParaRPr>
          </a:p>
        </p:txBody>
      </p:sp>
      <p:sp>
        <p:nvSpPr>
          <p:cNvPr id="923" name="Google Shape;923;p40"/>
          <p:cNvSpPr txBox="1"/>
          <p:nvPr/>
        </p:nvSpPr>
        <p:spPr>
          <a:xfrm>
            <a:off x="6088577" y="2924133"/>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Model </a:t>
            </a:r>
            <a:endParaRPr b="1" sz="1333">
              <a:solidFill>
                <a:schemeClr val="dk1"/>
              </a:solidFill>
            </a:endParaRPr>
          </a:p>
          <a:p>
            <a:pPr indent="0" lvl="0" marL="0" rtl="0" algn="ctr">
              <a:spcBef>
                <a:spcPts val="0"/>
              </a:spcBef>
              <a:spcAft>
                <a:spcPts val="0"/>
              </a:spcAft>
              <a:buNone/>
            </a:pPr>
            <a:r>
              <a:rPr b="1" lang="en" sz="1333">
                <a:solidFill>
                  <a:schemeClr val="dk1"/>
                </a:solidFill>
              </a:rPr>
              <a:t>Training</a:t>
            </a:r>
            <a:endParaRPr b="1" sz="1333">
              <a:solidFill>
                <a:schemeClr val="dk1"/>
              </a:solidFill>
            </a:endParaRPr>
          </a:p>
        </p:txBody>
      </p:sp>
      <p:grpSp>
        <p:nvGrpSpPr>
          <p:cNvPr id="924" name="Google Shape;924;p40"/>
          <p:cNvGrpSpPr/>
          <p:nvPr/>
        </p:nvGrpSpPr>
        <p:grpSpPr>
          <a:xfrm>
            <a:off x="1572473" y="1970784"/>
            <a:ext cx="599850" cy="533587"/>
            <a:chOff x="1179650" y="1478125"/>
            <a:chExt cx="450000" cy="400200"/>
          </a:xfrm>
        </p:grpSpPr>
        <p:sp>
          <p:nvSpPr>
            <p:cNvPr id="925" name="Google Shape;925;p4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26" name="Google Shape;926;p4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a:t>
              </a:r>
              <a:endParaRPr b="1" sz="1866">
                <a:solidFill>
                  <a:schemeClr val="dk1"/>
                </a:solidFill>
              </a:endParaRPr>
            </a:p>
          </p:txBody>
        </p:sp>
      </p:grpSp>
      <p:grpSp>
        <p:nvGrpSpPr>
          <p:cNvPr id="927" name="Google Shape;927;p40"/>
          <p:cNvGrpSpPr/>
          <p:nvPr/>
        </p:nvGrpSpPr>
        <p:grpSpPr>
          <a:xfrm>
            <a:off x="3052836" y="478384"/>
            <a:ext cx="599850" cy="533587"/>
            <a:chOff x="1179650" y="1478125"/>
            <a:chExt cx="450000" cy="400200"/>
          </a:xfrm>
        </p:grpSpPr>
        <p:sp>
          <p:nvSpPr>
            <p:cNvPr id="928" name="Google Shape;928;p4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29" name="Google Shape;929;p4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2</a:t>
              </a:r>
              <a:endParaRPr b="1" sz="1866">
                <a:solidFill>
                  <a:schemeClr val="dk1"/>
                </a:solidFill>
              </a:endParaRPr>
            </a:p>
          </p:txBody>
        </p:sp>
      </p:grpSp>
      <p:grpSp>
        <p:nvGrpSpPr>
          <p:cNvPr id="930" name="Google Shape;930;p40"/>
          <p:cNvGrpSpPr/>
          <p:nvPr/>
        </p:nvGrpSpPr>
        <p:grpSpPr>
          <a:xfrm>
            <a:off x="4669898" y="742367"/>
            <a:ext cx="599850" cy="533587"/>
            <a:chOff x="1179650" y="1478125"/>
            <a:chExt cx="450000" cy="400200"/>
          </a:xfrm>
        </p:grpSpPr>
        <p:sp>
          <p:nvSpPr>
            <p:cNvPr id="931" name="Google Shape;931;p4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32" name="Google Shape;932;p4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3</a:t>
              </a:r>
              <a:endParaRPr b="1" sz="1866">
                <a:solidFill>
                  <a:schemeClr val="dk1"/>
                </a:solidFill>
              </a:endParaRPr>
            </a:p>
          </p:txBody>
        </p:sp>
      </p:grpSp>
      <p:grpSp>
        <p:nvGrpSpPr>
          <p:cNvPr id="933" name="Google Shape;933;p40"/>
          <p:cNvGrpSpPr/>
          <p:nvPr/>
        </p:nvGrpSpPr>
        <p:grpSpPr>
          <a:xfrm>
            <a:off x="3312805" y="2424667"/>
            <a:ext cx="599850" cy="533587"/>
            <a:chOff x="1179650" y="1478125"/>
            <a:chExt cx="450000" cy="400200"/>
          </a:xfrm>
        </p:grpSpPr>
        <p:sp>
          <p:nvSpPr>
            <p:cNvPr id="934" name="Google Shape;934;p4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35" name="Google Shape;935;p4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4</a:t>
              </a:r>
              <a:endParaRPr b="1" sz="1866">
                <a:solidFill>
                  <a:schemeClr val="dk1"/>
                </a:solidFill>
              </a:endParaRPr>
            </a:p>
          </p:txBody>
        </p:sp>
      </p:grpSp>
      <p:grpSp>
        <p:nvGrpSpPr>
          <p:cNvPr id="936" name="Google Shape;936;p40"/>
          <p:cNvGrpSpPr/>
          <p:nvPr/>
        </p:nvGrpSpPr>
        <p:grpSpPr>
          <a:xfrm>
            <a:off x="6585519" y="2072701"/>
            <a:ext cx="599850" cy="533587"/>
            <a:chOff x="1179650" y="1478125"/>
            <a:chExt cx="450000" cy="400200"/>
          </a:xfrm>
        </p:grpSpPr>
        <p:sp>
          <p:nvSpPr>
            <p:cNvPr id="937" name="Google Shape;937;p40"/>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38" name="Google Shape;938;p40"/>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5</a:t>
              </a:r>
              <a:endParaRPr b="1" sz="1866">
                <a:solidFill>
                  <a:schemeClr val="dk1"/>
                </a:solidFill>
              </a:endParaRPr>
            </a:p>
          </p:txBody>
        </p:sp>
      </p:grpSp>
      <p:pic>
        <p:nvPicPr>
          <p:cNvPr id="939" name="Google Shape;939;p40"/>
          <p:cNvPicPr preferRelativeResize="0"/>
          <p:nvPr/>
        </p:nvPicPr>
        <p:blipFill>
          <a:blip r:embed="rId9">
            <a:alphaModFix/>
          </a:blip>
          <a:stretch>
            <a:fillRect/>
          </a:stretch>
        </p:blipFill>
        <p:spPr>
          <a:xfrm>
            <a:off x="4877446" y="3483700"/>
            <a:ext cx="1129517" cy="438995"/>
          </a:xfrm>
          <a:prstGeom prst="rect">
            <a:avLst/>
          </a:prstGeom>
          <a:noFill/>
          <a:ln>
            <a:noFill/>
          </a:ln>
        </p:spPr>
      </p:pic>
      <p:cxnSp>
        <p:nvCxnSpPr>
          <p:cNvPr id="940" name="Google Shape;940;p40"/>
          <p:cNvCxnSpPr>
            <a:endCxn id="939" idx="1"/>
          </p:cNvCxnSpPr>
          <p:nvPr/>
        </p:nvCxnSpPr>
        <p:spPr>
          <a:xfrm flipH="1" rot="-5400000">
            <a:off x="3399796" y="2225548"/>
            <a:ext cx="1690500" cy="1264800"/>
          </a:xfrm>
          <a:prstGeom prst="bentConnector2">
            <a:avLst/>
          </a:prstGeom>
          <a:noFill/>
          <a:ln cap="flat" cmpd="sng" w="12700">
            <a:solidFill>
              <a:srgbClr val="666666"/>
            </a:solidFill>
            <a:prstDash val="solid"/>
            <a:round/>
            <a:headEnd len="med" w="med" type="none"/>
            <a:tailEnd len="med" w="med" type="triangle"/>
          </a:ln>
        </p:spPr>
      </p:cxnSp>
      <p:sp>
        <p:nvSpPr>
          <p:cNvPr id="941" name="Google Shape;941;p40"/>
          <p:cNvSpPr txBox="1"/>
          <p:nvPr/>
        </p:nvSpPr>
        <p:spPr>
          <a:xfrm>
            <a:off x="4888210" y="3483833"/>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rgbClr val="4A86E8"/>
                </a:solidFill>
              </a:rPr>
              <a:t>Test</a:t>
            </a:r>
            <a:endParaRPr b="1" sz="1733">
              <a:solidFill>
                <a:srgbClr val="4A86E8"/>
              </a:solidFill>
            </a:endParaRPr>
          </a:p>
        </p:txBody>
      </p:sp>
      <p:sp>
        <p:nvSpPr>
          <p:cNvPr id="942" name="Google Shape;942;p40"/>
          <p:cNvSpPr txBox="1"/>
          <p:nvPr/>
        </p:nvSpPr>
        <p:spPr>
          <a:xfrm>
            <a:off x="1144647" y="5326233"/>
            <a:ext cx="6721800" cy="11079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i="1" lang="en" sz="1400">
                <a:solidFill>
                  <a:srgbClr val="999988"/>
                </a:solidFill>
                <a:highlight>
                  <a:srgbClr val="F8F8F8"/>
                </a:highlight>
                <a:latin typeface="Courier New"/>
                <a:ea typeface="Courier New"/>
                <a:cs typeface="Courier New"/>
                <a:sym typeface="Courier New"/>
              </a:rPr>
              <a:t># step 5 - model training</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b="1" lang="en" sz="1400">
                <a:solidFill>
                  <a:srgbClr val="333333"/>
                </a:solidFill>
                <a:highlight>
                  <a:srgbClr val="F8F8F8"/>
                </a:highlight>
                <a:latin typeface="Courier New"/>
                <a:ea typeface="Courier New"/>
                <a:cs typeface="Courier New"/>
                <a:sym typeface="Courier New"/>
              </a:rPr>
              <a:t>from</a:t>
            </a:r>
            <a:r>
              <a:rPr lang="en" sz="1400">
                <a:solidFill>
                  <a:srgbClr val="333333"/>
                </a:solidFill>
                <a:highlight>
                  <a:srgbClr val="F8F8F8"/>
                </a:highlight>
                <a:latin typeface="Courier New"/>
                <a:ea typeface="Courier New"/>
                <a:cs typeface="Courier New"/>
                <a:sym typeface="Courier New"/>
              </a:rPr>
              <a:t> sklearn.neighbors </a:t>
            </a:r>
            <a:r>
              <a:rPr b="1" lang="en" sz="1400">
                <a:solidFill>
                  <a:srgbClr val="333333"/>
                </a:solidFill>
                <a:highlight>
                  <a:srgbClr val="F8F8F8"/>
                </a:highlight>
                <a:latin typeface="Courier New"/>
                <a:ea typeface="Courier New"/>
                <a:cs typeface="Courier New"/>
                <a:sym typeface="Courier New"/>
              </a:rPr>
              <a:t>import</a:t>
            </a:r>
            <a:r>
              <a:rPr lang="en" sz="1400">
                <a:solidFill>
                  <a:srgbClr val="333333"/>
                </a:solidFill>
                <a:highlight>
                  <a:srgbClr val="F8F8F8"/>
                </a:highlight>
                <a:latin typeface="Courier New"/>
                <a:ea typeface="Courier New"/>
                <a:cs typeface="Courier New"/>
                <a:sym typeface="Courier New"/>
              </a:rPr>
              <a:t> KNeighborsClassifier</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knn = KNeighborsClassifier(n_neighbors=</a:t>
            </a:r>
            <a:r>
              <a:rPr lang="en" sz="1400">
                <a:solidFill>
                  <a:srgbClr val="008080"/>
                </a:solidFill>
                <a:highlight>
                  <a:srgbClr val="F8F8F8"/>
                </a:highlight>
                <a:latin typeface="Courier New"/>
                <a:ea typeface="Courier New"/>
                <a:cs typeface="Courier New"/>
                <a:sym typeface="Courier New"/>
              </a:rPr>
              <a:t>10</a:t>
            </a:r>
            <a:r>
              <a:rPr lang="en" sz="1400">
                <a:solidFill>
                  <a:srgbClr val="333333"/>
                </a:solidFill>
                <a:highlight>
                  <a:srgbClr val="F8F8F8"/>
                </a:highlight>
                <a:latin typeface="Courier New"/>
                <a:ea typeface="Courier New"/>
                <a:cs typeface="Courier New"/>
                <a:sym typeface="Courier New"/>
              </a:rPr>
              <a:t>)</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knn.fit(X_train, y_train)</a:t>
            </a:r>
            <a:endParaRPr sz="1400">
              <a:solidFill>
                <a:srgbClr val="333333"/>
              </a:solidFill>
              <a:highlight>
                <a:srgbClr val="F8F8F8"/>
              </a:highlight>
              <a:latin typeface="Courier New"/>
              <a:ea typeface="Courier New"/>
              <a:cs typeface="Courier New"/>
              <a:sym typeface="Courier New"/>
            </a:endParaRPr>
          </a:p>
        </p:txBody>
      </p:sp>
      <p:sp>
        <p:nvSpPr>
          <p:cNvPr id="943" name="Google Shape;943;p40"/>
          <p:cNvSpPr txBox="1"/>
          <p:nvPr>
            <p:ph idx="4294967295" type="title"/>
          </p:nvPr>
        </p:nvSpPr>
        <p:spPr>
          <a:xfrm>
            <a:off x="8842271" y="199250"/>
            <a:ext cx="30813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5</a:t>
            </a:r>
            <a:r>
              <a:rPr lang="en" sz="2800">
                <a:solidFill>
                  <a:schemeClr val="accent6"/>
                </a:solidFill>
              </a:rPr>
              <a:t>. Model Training</a:t>
            </a:r>
            <a:endParaRPr sz="2800">
              <a:solidFill>
                <a:schemeClr val="accent6"/>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41"/>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949" name="Google Shape;949;p41"/>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950" name="Google Shape;950;p41"/>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951" name="Google Shape;951;p41"/>
          <p:cNvPicPr preferRelativeResize="0"/>
          <p:nvPr/>
        </p:nvPicPr>
        <p:blipFill>
          <a:blip r:embed="rId4">
            <a:alphaModFix/>
          </a:blip>
          <a:stretch>
            <a:fillRect/>
          </a:stretch>
        </p:blipFill>
        <p:spPr>
          <a:xfrm>
            <a:off x="1435574" y="860767"/>
            <a:ext cx="1119998" cy="1149211"/>
          </a:xfrm>
          <a:prstGeom prst="rect">
            <a:avLst/>
          </a:prstGeom>
          <a:noFill/>
          <a:ln>
            <a:noFill/>
          </a:ln>
        </p:spPr>
      </p:pic>
      <p:pic>
        <p:nvPicPr>
          <p:cNvPr id="952" name="Google Shape;952;p41"/>
          <p:cNvPicPr preferRelativeResize="0"/>
          <p:nvPr/>
        </p:nvPicPr>
        <p:blipFill>
          <a:blip r:embed="rId5">
            <a:alphaModFix/>
          </a:blip>
          <a:stretch>
            <a:fillRect/>
          </a:stretch>
        </p:blipFill>
        <p:spPr>
          <a:xfrm>
            <a:off x="4877446" y="2373200"/>
            <a:ext cx="1129517" cy="857049"/>
          </a:xfrm>
          <a:prstGeom prst="rect">
            <a:avLst/>
          </a:prstGeom>
          <a:noFill/>
          <a:ln>
            <a:noFill/>
          </a:ln>
        </p:spPr>
      </p:pic>
      <p:pic>
        <p:nvPicPr>
          <p:cNvPr id="953" name="Google Shape;953;p41"/>
          <p:cNvPicPr preferRelativeResize="0"/>
          <p:nvPr/>
        </p:nvPicPr>
        <p:blipFill>
          <a:blip r:embed="rId6">
            <a:alphaModFix/>
          </a:blip>
          <a:stretch>
            <a:fillRect/>
          </a:stretch>
        </p:blipFill>
        <p:spPr>
          <a:xfrm>
            <a:off x="4877446" y="3483700"/>
            <a:ext cx="1129517" cy="438995"/>
          </a:xfrm>
          <a:prstGeom prst="rect">
            <a:avLst/>
          </a:prstGeom>
          <a:noFill/>
          <a:ln>
            <a:noFill/>
          </a:ln>
        </p:spPr>
      </p:pic>
      <p:pic>
        <p:nvPicPr>
          <p:cNvPr id="954" name="Google Shape;954;p41"/>
          <p:cNvPicPr preferRelativeResize="0"/>
          <p:nvPr/>
        </p:nvPicPr>
        <p:blipFill>
          <a:blip r:embed="rId7">
            <a:alphaModFix/>
          </a:blip>
          <a:stretch>
            <a:fillRect/>
          </a:stretch>
        </p:blipFill>
        <p:spPr>
          <a:xfrm>
            <a:off x="4825692" y="1058700"/>
            <a:ext cx="1119988" cy="753443"/>
          </a:xfrm>
          <a:prstGeom prst="rect">
            <a:avLst/>
          </a:prstGeom>
          <a:noFill/>
          <a:ln>
            <a:noFill/>
          </a:ln>
        </p:spPr>
      </p:pic>
      <p:pic>
        <p:nvPicPr>
          <p:cNvPr id="955" name="Google Shape;955;p41"/>
          <p:cNvPicPr preferRelativeResize="0"/>
          <p:nvPr/>
        </p:nvPicPr>
        <p:blipFill>
          <a:blip r:embed="rId8">
            <a:alphaModFix/>
          </a:blip>
          <a:stretch>
            <a:fillRect/>
          </a:stretch>
        </p:blipFill>
        <p:spPr>
          <a:xfrm>
            <a:off x="3052736" y="858267"/>
            <a:ext cx="1119986" cy="1154221"/>
          </a:xfrm>
          <a:prstGeom prst="rect">
            <a:avLst/>
          </a:prstGeom>
          <a:noFill/>
          <a:ln>
            <a:noFill/>
          </a:ln>
        </p:spPr>
      </p:pic>
      <p:pic>
        <p:nvPicPr>
          <p:cNvPr id="956" name="Google Shape;956;p41"/>
          <p:cNvPicPr preferRelativeResize="0"/>
          <p:nvPr/>
        </p:nvPicPr>
        <p:blipFill>
          <a:blip r:embed="rId9">
            <a:alphaModFix/>
          </a:blip>
          <a:stretch>
            <a:fillRect/>
          </a:stretch>
        </p:blipFill>
        <p:spPr>
          <a:xfrm>
            <a:off x="6519369" y="2508914"/>
            <a:ext cx="732150" cy="585711"/>
          </a:xfrm>
          <a:prstGeom prst="rect">
            <a:avLst/>
          </a:prstGeom>
          <a:noFill/>
          <a:ln>
            <a:noFill/>
          </a:ln>
        </p:spPr>
      </p:pic>
      <p:sp>
        <p:nvSpPr>
          <p:cNvPr id="957" name="Google Shape;957;p41"/>
          <p:cNvSpPr/>
          <p:nvPr/>
        </p:nvSpPr>
        <p:spPr>
          <a:xfrm>
            <a:off x="7866532" y="25018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58" name="Google Shape;958;p41"/>
          <p:cNvSpPr txBox="1"/>
          <p:nvPr/>
        </p:nvSpPr>
        <p:spPr>
          <a:xfrm>
            <a:off x="7866532" y="2535033"/>
            <a:ext cx="5997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933">
                <a:solidFill>
                  <a:schemeClr val="dk1"/>
                </a:solidFill>
              </a:rPr>
              <a:t>KNN</a:t>
            </a:r>
            <a:endParaRPr sz="933">
              <a:solidFill>
                <a:schemeClr val="dk1"/>
              </a:solidFill>
            </a:endParaRPr>
          </a:p>
          <a:p>
            <a:pPr indent="0" lvl="0" marL="0" rtl="0" algn="ctr">
              <a:spcBef>
                <a:spcPts val="0"/>
              </a:spcBef>
              <a:spcAft>
                <a:spcPts val="0"/>
              </a:spcAft>
              <a:buNone/>
            </a:pPr>
            <a:r>
              <a:rPr lang="en" sz="933">
                <a:solidFill>
                  <a:schemeClr val="dk1"/>
                </a:solidFill>
              </a:rPr>
              <a:t>Model</a:t>
            </a:r>
            <a:endParaRPr sz="933">
              <a:solidFill>
                <a:schemeClr val="dk1"/>
              </a:solidFill>
            </a:endParaRPr>
          </a:p>
        </p:txBody>
      </p:sp>
      <p:sp>
        <p:nvSpPr>
          <p:cNvPr id="959" name="Google Shape;959;p41"/>
          <p:cNvSpPr/>
          <p:nvPr/>
        </p:nvSpPr>
        <p:spPr>
          <a:xfrm>
            <a:off x="7658384" y="3483650"/>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960" name="Google Shape;960;p41"/>
          <p:cNvPicPr preferRelativeResize="0"/>
          <p:nvPr/>
        </p:nvPicPr>
        <p:blipFill>
          <a:blip r:embed="rId10">
            <a:alphaModFix/>
          </a:blip>
          <a:stretch>
            <a:fillRect/>
          </a:stretch>
        </p:blipFill>
        <p:spPr>
          <a:xfrm>
            <a:off x="9221026" y="3483700"/>
            <a:ext cx="1376140" cy="438990"/>
          </a:xfrm>
          <a:prstGeom prst="rect">
            <a:avLst/>
          </a:prstGeom>
          <a:noFill/>
          <a:ln>
            <a:noFill/>
          </a:ln>
        </p:spPr>
      </p:pic>
      <p:cxnSp>
        <p:nvCxnSpPr>
          <p:cNvPr id="961" name="Google Shape;961;p41"/>
          <p:cNvCxnSpPr>
            <a:stCxn id="948" idx="4"/>
            <a:endCxn id="951"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962" name="Google Shape;962;p41"/>
          <p:cNvCxnSpPr>
            <a:stCxn id="951" idx="3"/>
            <a:endCxn id="955" idx="1"/>
          </p:cNvCxnSpPr>
          <p:nvPr/>
        </p:nvCxnSpPr>
        <p:spPr>
          <a:xfrm>
            <a:off x="2555572" y="1435372"/>
            <a:ext cx="497100" cy="0"/>
          </a:xfrm>
          <a:prstGeom prst="straightConnector1">
            <a:avLst/>
          </a:prstGeom>
          <a:noFill/>
          <a:ln cap="flat" cmpd="sng" w="12700">
            <a:solidFill>
              <a:srgbClr val="666666"/>
            </a:solidFill>
            <a:prstDash val="solid"/>
            <a:round/>
            <a:headEnd len="med" w="med" type="none"/>
            <a:tailEnd len="med" w="med" type="triangle"/>
          </a:ln>
        </p:spPr>
      </p:cxnSp>
      <p:cxnSp>
        <p:nvCxnSpPr>
          <p:cNvPr id="963" name="Google Shape;963;p41"/>
          <p:cNvCxnSpPr>
            <a:stCxn id="955" idx="3"/>
            <a:endCxn id="954" idx="1"/>
          </p:cNvCxnSpPr>
          <p:nvPr/>
        </p:nvCxnSpPr>
        <p:spPr>
          <a:xfrm>
            <a:off x="4172722" y="1435377"/>
            <a:ext cx="653100" cy="0"/>
          </a:xfrm>
          <a:prstGeom prst="straightConnector1">
            <a:avLst/>
          </a:prstGeom>
          <a:noFill/>
          <a:ln cap="flat" cmpd="sng" w="12700">
            <a:solidFill>
              <a:srgbClr val="666666"/>
            </a:solidFill>
            <a:prstDash val="solid"/>
            <a:round/>
            <a:headEnd len="med" w="med" type="none"/>
            <a:tailEnd len="med" w="med" type="triangle"/>
          </a:ln>
        </p:spPr>
      </p:cxnSp>
      <p:cxnSp>
        <p:nvCxnSpPr>
          <p:cNvPr id="964" name="Google Shape;964;p41"/>
          <p:cNvCxnSpPr>
            <a:stCxn id="955" idx="2"/>
            <a:endCxn id="952" idx="1"/>
          </p:cNvCxnSpPr>
          <p:nvPr/>
        </p:nvCxnSpPr>
        <p:spPr>
          <a:xfrm flipH="1" rot="-5400000">
            <a:off x="3850479" y="1774737"/>
            <a:ext cx="789300" cy="1264800"/>
          </a:xfrm>
          <a:prstGeom prst="bentConnector2">
            <a:avLst/>
          </a:prstGeom>
          <a:noFill/>
          <a:ln cap="flat" cmpd="sng" w="12700">
            <a:solidFill>
              <a:srgbClr val="666666"/>
            </a:solidFill>
            <a:prstDash val="solid"/>
            <a:round/>
            <a:headEnd len="med" w="med" type="none"/>
            <a:tailEnd len="med" w="med" type="triangle"/>
          </a:ln>
        </p:spPr>
      </p:cxnSp>
      <p:cxnSp>
        <p:nvCxnSpPr>
          <p:cNvPr id="965" name="Google Shape;965;p41"/>
          <p:cNvCxnSpPr>
            <a:stCxn id="955" idx="2"/>
            <a:endCxn id="953" idx="1"/>
          </p:cNvCxnSpPr>
          <p:nvPr/>
        </p:nvCxnSpPr>
        <p:spPr>
          <a:xfrm flipH="1" rot="-5400000">
            <a:off x="3399729" y="2225487"/>
            <a:ext cx="1690800" cy="1264800"/>
          </a:xfrm>
          <a:prstGeom prst="bentConnector2">
            <a:avLst/>
          </a:prstGeom>
          <a:noFill/>
          <a:ln cap="flat" cmpd="sng" w="12700">
            <a:solidFill>
              <a:srgbClr val="666666"/>
            </a:solidFill>
            <a:prstDash val="solid"/>
            <a:round/>
            <a:headEnd len="med" w="med" type="none"/>
            <a:tailEnd len="med" w="med" type="triangle"/>
          </a:ln>
        </p:spPr>
      </p:cxnSp>
      <p:cxnSp>
        <p:nvCxnSpPr>
          <p:cNvPr id="966" name="Google Shape;966;p41"/>
          <p:cNvCxnSpPr>
            <a:stCxn id="952" idx="3"/>
            <a:endCxn id="956" idx="1"/>
          </p:cNvCxnSpPr>
          <p:nvPr/>
        </p:nvCxnSpPr>
        <p:spPr>
          <a:xfrm>
            <a:off x="6006963" y="2801724"/>
            <a:ext cx="512400" cy="0"/>
          </a:xfrm>
          <a:prstGeom prst="straightConnector1">
            <a:avLst/>
          </a:prstGeom>
          <a:noFill/>
          <a:ln cap="flat" cmpd="sng" w="12700">
            <a:solidFill>
              <a:srgbClr val="666666"/>
            </a:solidFill>
            <a:prstDash val="solid"/>
            <a:round/>
            <a:headEnd len="med" w="med" type="none"/>
            <a:tailEnd len="med" w="med" type="triangle"/>
          </a:ln>
        </p:spPr>
      </p:cxnSp>
      <p:cxnSp>
        <p:nvCxnSpPr>
          <p:cNvPr id="967" name="Google Shape;967;p41"/>
          <p:cNvCxnSpPr>
            <a:stCxn id="956" idx="3"/>
            <a:endCxn id="958" idx="1"/>
          </p:cNvCxnSpPr>
          <p:nvPr/>
        </p:nvCxnSpPr>
        <p:spPr>
          <a:xfrm>
            <a:off x="7251519" y="2801769"/>
            <a:ext cx="615000" cy="0"/>
          </a:xfrm>
          <a:prstGeom prst="straightConnector1">
            <a:avLst/>
          </a:prstGeom>
          <a:noFill/>
          <a:ln cap="flat" cmpd="sng" w="12700">
            <a:solidFill>
              <a:srgbClr val="666666"/>
            </a:solidFill>
            <a:prstDash val="solid"/>
            <a:round/>
            <a:headEnd len="med" w="med" type="none"/>
            <a:tailEnd len="med" w="med" type="triangle"/>
          </a:ln>
        </p:spPr>
      </p:cxnSp>
      <p:cxnSp>
        <p:nvCxnSpPr>
          <p:cNvPr id="968" name="Google Shape;968;p41"/>
          <p:cNvCxnSpPr>
            <a:stCxn id="958" idx="2"/>
            <a:endCxn id="959" idx="0"/>
          </p:cNvCxnSpPr>
          <p:nvPr/>
        </p:nvCxnSpPr>
        <p:spPr>
          <a:xfrm>
            <a:off x="8166382" y="3068433"/>
            <a:ext cx="0" cy="415200"/>
          </a:xfrm>
          <a:prstGeom prst="straightConnector1">
            <a:avLst/>
          </a:prstGeom>
          <a:noFill/>
          <a:ln cap="flat" cmpd="sng" w="12700">
            <a:solidFill>
              <a:srgbClr val="666666"/>
            </a:solidFill>
            <a:prstDash val="solid"/>
            <a:round/>
            <a:headEnd len="med" w="med" type="none"/>
            <a:tailEnd len="med" w="med" type="triangle"/>
          </a:ln>
        </p:spPr>
      </p:cxnSp>
      <p:cxnSp>
        <p:nvCxnSpPr>
          <p:cNvPr id="969" name="Google Shape;969;p41"/>
          <p:cNvCxnSpPr>
            <a:stCxn id="953" idx="3"/>
            <a:endCxn id="959" idx="1"/>
          </p:cNvCxnSpPr>
          <p:nvPr/>
        </p:nvCxnSpPr>
        <p:spPr>
          <a:xfrm>
            <a:off x="6006964" y="3703198"/>
            <a:ext cx="1651500" cy="0"/>
          </a:xfrm>
          <a:prstGeom prst="straightConnector1">
            <a:avLst/>
          </a:prstGeom>
          <a:noFill/>
          <a:ln cap="flat" cmpd="sng" w="12700">
            <a:solidFill>
              <a:srgbClr val="666666"/>
            </a:solidFill>
            <a:prstDash val="solid"/>
            <a:round/>
            <a:headEnd len="med" w="med" type="none"/>
            <a:tailEnd len="med" w="med" type="triangle"/>
          </a:ln>
        </p:spPr>
      </p:cxnSp>
      <p:cxnSp>
        <p:nvCxnSpPr>
          <p:cNvPr id="970" name="Google Shape;970;p41"/>
          <p:cNvCxnSpPr>
            <a:stCxn id="949" idx="3"/>
            <a:endCxn id="951"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cxnSp>
        <p:nvCxnSpPr>
          <p:cNvPr id="971" name="Google Shape;971;p41"/>
          <p:cNvCxnSpPr>
            <a:stCxn id="959" idx="3"/>
            <a:endCxn id="960" idx="1"/>
          </p:cNvCxnSpPr>
          <p:nvPr/>
        </p:nvCxnSpPr>
        <p:spPr>
          <a:xfrm>
            <a:off x="8674484" y="3703250"/>
            <a:ext cx="546600" cy="0"/>
          </a:xfrm>
          <a:prstGeom prst="straightConnector1">
            <a:avLst/>
          </a:prstGeom>
          <a:noFill/>
          <a:ln cap="flat" cmpd="sng" w="12700">
            <a:solidFill>
              <a:srgbClr val="666666"/>
            </a:solidFill>
            <a:prstDash val="solid"/>
            <a:round/>
            <a:headEnd len="med" w="med" type="none"/>
            <a:tailEnd len="med" w="med" type="triangle"/>
          </a:ln>
        </p:spPr>
      </p:cxnSp>
      <p:sp>
        <p:nvSpPr>
          <p:cNvPr id="972" name="Google Shape;972;p41"/>
          <p:cNvSpPr txBox="1"/>
          <p:nvPr/>
        </p:nvSpPr>
        <p:spPr>
          <a:xfrm>
            <a:off x="3052736" y="1229200"/>
            <a:ext cx="10161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X</a:t>
            </a:r>
            <a:endParaRPr b="1" sz="1866"/>
          </a:p>
          <a:p>
            <a:pPr indent="0" lvl="0" marL="0" rtl="0" algn="ctr">
              <a:spcBef>
                <a:spcPts val="0"/>
              </a:spcBef>
              <a:spcAft>
                <a:spcPts val="0"/>
              </a:spcAft>
              <a:buNone/>
            </a:pPr>
            <a:r>
              <a:rPr b="1" lang="en" sz="1333">
                <a:solidFill>
                  <a:srgbClr val="38761D"/>
                </a:solidFill>
              </a:rPr>
              <a:t>(Feature)</a:t>
            </a:r>
            <a:endParaRPr b="1" sz="1333">
              <a:solidFill>
                <a:srgbClr val="38761D"/>
              </a:solidFill>
            </a:endParaRPr>
          </a:p>
        </p:txBody>
      </p:sp>
      <p:sp>
        <p:nvSpPr>
          <p:cNvPr id="973" name="Google Shape;973;p41"/>
          <p:cNvSpPr txBox="1"/>
          <p:nvPr/>
        </p:nvSpPr>
        <p:spPr>
          <a:xfrm>
            <a:off x="3612729" y="1229200"/>
            <a:ext cx="10161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Y</a:t>
            </a:r>
            <a:endParaRPr b="1" sz="1866"/>
          </a:p>
        </p:txBody>
      </p:sp>
      <p:sp>
        <p:nvSpPr>
          <p:cNvPr id="974" name="Google Shape;974;p41"/>
          <p:cNvSpPr txBox="1"/>
          <p:nvPr/>
        </p:nvSpPr>
        <p:spPr>
          <a:xfrm>
            <a:off x="4888210" y="2591167"/>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chemeClr val="accent5"/>
                </a:solidFill>
              </a:rPr>
              <a:t>Train</a:t>
            </a:r>
            <a:endParaRPr b="1" sz="1733">
              <a:solidFill>
                <a:schemeClr val="accent5"/>
              </a:solidFill>
            </a:endParaRPr>
          </a:p>
        </p:txBody>
      </p:sp>
      <p:sp>
        <p:nvSpPr>
          <p:cNvPr id="975" name="Google Shape;975;p41"/>
          <p:cNvSpPr txBox="1"/>
          <p:nvPr/>
        </p:nvSpPr>
        <p:spPr>
          <a:xfrm>
            <a:off x="4888210" y="3483833"/>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rgbClr val="4A86E8"/>
                </a:solidFill>
              </a:rPr>
              <a:t>Test</a:t>
            </a:r>
            <a:endParaRPr b="1" sz="1733">
              <a:solidFill>
                <a:srgbClr val="4A86E8"/>
              </a:solidFill>
            </a:endParaRPr>
          </a:p>
        </p:txBody>
      </p:sp>
      <p:sp>
        <p:nvSpPr>
          <p:cNvPr id="976" name="Google Shape;976;p41"/>
          <p:cNvSpPr txBox="1"/>
          <p:nvPr/>
        </p:nvSpPr>
        <p:spPr>
          <a:xfrm>
            <a:off x="3585736" y="935000"/>
            <a:ext cx="10701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rgbClr val="FF9900"/>
                </a:solidFill>
              </a:rPr>
              <a:t>(Label)</a:t>
            </a:r>
            <a:endParaRPr b="1" sz="1866">
              <a:solidFill>
                <a:srgbClr val="FF9900"/>
              </a:solidFill>
            </a:endParaRPr>
          </a:p>
        </p:txBody>
      </p:sp>
      <p:sp>
        <p:nvSpPr>
          <p:cNvPr id="977" name="Google Shape;977;p41"/>
          <p:cNvSpPr txBox="1"/>
          <p:nvPr/>
        </p:nvSpPr>
        <p:spPr>
          <a:xfrm>
            <a:off x="4669898" y="1684950"/>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Data Exploration</a:t>
            </a:r>
            <a:endParaRPr b="1" sz="1333">
              <a:solidFill>
                <a:schemeClr val="dk1"/>
              </a:solidFill>
            </a:endParaRPr>
          </a:p>
        </p:txBody>
      </p:sp>
      <p:sp>
        <p:nvSpPr>
          <p:cNvPr id="978" name="Google Shape;978;p41"/>
          <p:cNvSpPr txBox="1"/>
          <p:nvPr/>
        </p:nvSpPr>
        <p:spPr>
          <a:xfrm>
            <a:off x="6088577" y="2924133"/>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Model </a:t>
            </a:r>
            <a:endParaRPr b="1" sz="1333">
              <a:solidFill>
                <a:schemeClr val="dk1"/>
              </a:solidFill>
            </a:endParaRPr>
          </a:p>
          <a:p>
            <a:pPr indent="0" lvl="0" marL="0" rtl="0" algn="ctr">
              <a:spcBef>
                <a:spcPts val="0"/>
              </a:spcBef>
              <a:spcAft>
                <a:spcPts val="0"/>
              </a:spcAft>
              <a:buNone/>
            </a:pPr>
            <a:r>
              <a:rPr b="1" lang="en" sz="1333">
                <a:solidFill>
                  <a:schemeClr val="dk1"/>
                </a:solidFill>
              </a:rPr>
              <a:t>Training</a:t>
            </a:r>
            <a:endParaRPr b="1" sz="1333">
              <a:solidFill>
                <a:schemeClr val="dk1"/>
              </a:solidFill>
            </a:endParaRPr>
          </a:p>
        </p:txBody>
      </p:sp>
      <p:sp>
        <p:nvSpPr>
          <p:cNvPr id="979" name="Google Shape;979;p41"/>
          <p:cNvSpPr txBox="1"/>
          <p:nvPr/>
        </p:nvSpPr>
        <p:spPr>
          <a:xfrm>
            <a:off x="7761158" y="3478000"/>
            <a:ext cx="8250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Predict</a:t>
            </a:r>
            <a:endParaRPr b="1" sz="1333">
              <a:solidFill>
                <a:schemeClr val="dk1"/>
              </a:solidFill>
            </a:endParaRPr>
          </a:p>
        </p:txBody>
      </p:sp>
      <p:grpSp>
        <p:nvGrpSpPr>
          <p:cNvPr id="980" name="Google Shape;980;p41"/>
          <p:cNvGrpSpPr/>
          <p:nvPr/>
        </p:nvGrpSpPr>
        <p:grpSpPr>
          <a:xfrm>
            <a:off x="1572473" y="1970784"/>
            <a:ext cx="599850" cy="533587"/>
            <a:chOff x="1179650" y="1478125"/>
            <a:chExt cx="450000" cy="400200"/>
          </a:xfrm>
        </p:grpSpPr>
        <p:sp>
          <p:nvSpPr>
            <p:cNvPr id="981" name="Google Shape;981;p4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82" name="Google Shape;982;p4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a:t>
              </a:r>
              <a:endParaRPr b="1" sz="1866">
                <a:solidFill>
                  <a:schemeClr val="dk1"/>
                </a:solidFill>
              </a:endParaRPr>
            </a:p>
          </p:txBody>
        </p:sp>
      </p:grpSp>
      <p:grpSp>
        <p:nvGrpSpPr>
          <p:cNvPr id="983" name="Google Shape;983;p41"/>
          <p:cNvGrpSpPr/>
          <p:nvPr/>
        </p:nvGrpSpPr>
        <p:grpSpPr>
          <a:xfrm>
            <a:off x="3052836" y="478384"/>
            <a:ext cx="599850" cy="533587"/>
            <a:chOff x="1179650" y="1478125"/>
            <a:chExt cx="450000" cy="400200"/>
          </a:xfrm>
        </p:grpSpPr>
        <p:sp>
          <p:nvSpPr>
            <p:cNvPr id="984" name="Google Shape;984;p4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85" name="Google Shape;985;p4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2</a:t>
              </a:r>
              <a:endParaRPr b="1" sz="1866">
                <a:solidFill>
                  <a:schemeClr val="dk1"/>
                </a:solidFill>
              </a:endParaRPr>
            </a:p>
          </p:txBody>
        </p:sp>
      </p:grpSp>
      <p:grpSp>
        <p:nvGrpSpPr>
          <p:cNvPr id="986" name="Google Shape;986;p41"/>
          <p:cNvGrpSpPr/>
          <p:nvPr/>
        </p:nvGrpSpPr>
        <p:grpSpPr>
          <a:xfrm>
            <a:off x="4669898" y="742367"/>
            <a:ext cx="599850" cy="533587"/>
            <a:chOff x="1179650" y="1478125"/>
            <a:chExt cx="450000" cy="400200"/>
          </a:xfrm>
        </p:grpSpPr>
        <p:sp>
          <p:nvSpPr>
            <p:cNvPr id="987" name="Google Shape;987;p4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88" name="Google Shape;988;p4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3</a:t>
              </a:r>
              <a:endParaRPr b="1" sz="1866">
                <a:solidFill>
                  <a:schemeClr val="dk1"/>
                </a:solidFill>
              </a:endParaRPr>
            </a:p>
          </p:txBody>
        </p:sp>
      </p:grpSp>
      <p:grpSp>
        <p:nvGrpSpPr>
          <p:cNvPr id="989" name="Google Shape;989;p41"/>
          <p:cNvGrpSpPr/>
          <p:nvPr/>
        </p:nvGrpSpPr>
        <p:grpSpPr>
          <a:xfrm>
            <a:off x="3312805" y="2424667"/>
            <a:ext cx="599850" cy="533587"/>
            <a:chOff x="1179650" y="1478125"/>
            <a:chExt cx="450000" cy="400200"/>
          </a:xfrm>
        </p:grpSpPr>
        <p:sp>
          <p:nvSpPr>
            <p:cNvPr id="990" name="Google Shape;990;p4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91" name="Google Shape;991;p4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4</a:t>
              </a:r>
              <a:endParaRPr b="1" sz="1866">
                <a:solidFill>
                  <a:schemeClr val="dk1"/>
                </a:solidFill>
              </a:endParaRPr>
            </a:p>
          </p:txBody>
        </p:sp>
      </p:grpSp>
      <p:grpSp>
        <p:nvGrpSpPr>
          <p:cNvPr id="992" name="Google Shape;992;p41"/>
          <p:cNvGrpSpPr/>
          <p:nvPr/>
        </p:nvGrpSpPr>
        <p:grpSpPr>
          <a:xfrm>
            <a:off x="6585519" y="2072701"/>
            <a:ext cx="599850" cy="533587"/>
            <a:chOff x="1179650" y="1478125"/>
            <a:chExt cx="450000" cy="400200"/>
          </a:xfrm>
        </p:grpSpPr>
        <p:sp>
          <p:nvSpPr>
            <p:cNvPr id="993" name="Google Shape;993;p4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94" name="Google Shape;994;p4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5</a:t>
              </a:r>
              <a:endParaRPr b="1" sz="1866">
                <a:solidFill>
                  <a:schemeClr val="dk1"/>
                </a:solidFill>
              </a:endParaRPr>
            </a:p>
          </p:txBody>
        </p:sp>
      </p:grpSp>
      <p:grpSp>
        <p:nvGrpSpPr>
          <p:cNvPr id="995" name="Google Shape;995;p41"/>
          <p:cNvGrpSpPr/>
          <p:nvPr/>
        </p:nvGrpSpPr>
        <p:grpSpPr>
          <a:xfrm>
            <a:off x="7663399" y="2985667"/>
            <a:ext cx="599850" cy="533587"/>
            <a:chOff x="1179650" y="1478125"/>
            <a:chExt cx="450000" cy="400200"/>
          </a:xfrm>
        </p:grpSpPr>
        <p:sp>
          <p:nvSpPr>
            <p:cNvPr id="996" name="Google Shape;996;p41"/>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997" name="Google Shape;997;p41"/>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6</a:t>
              </a:r>
              <a:endParaRPr b="1" sz="1866">
                <a:solidFill>
                  <a:schemeClr val="dk1"/>
                </a:solidFill>
              </a:endParaRPr>
            </a:p>
          </p:txBody>
        </p:sp>
      </p:grpSp>
      <p:sp>
        <p:nvSpPr>
          <p:cNvPr id="998" name="Google Shape;998;p41"/>
          <p:cNvSpPr txBox="1"/>
          <p:nvPr/>
        </p:nvSpPr>
        <p:spPr>
          <a:xfrm>
            <a:off x="1144647" y="5326533"/>
            <a:ext cx="3999000" cy="6771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i="1" lang="en" sz="1400">
                <a:solidFill>
                  <a:srgbClr val="999988"/>
                </a:solidFill>
                <a:highlight>
                  <a:srgbClr val="F8F8F8"/>
                </a:highlight>
                <a:latin typeface="Courier New"/>
                <a:ea typeface="Courier New"/>
                <a:cs typeface="Courier New"/>
                <a:sym typeface="Courier New"/>
              </a:rPr>
              <a:t># step 6 - generate prediction</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predictions = knn.predict(X_test)</a:t>
            </a:r>
            <a:endParaRPr sz="1400"/>
          </a:p>
        </p:txBody>
      </p:sp>
      <p:sp>
        <p:nvSpPr>
          <p:cNvPr id="999" name="Google Shape;999;p41"/>
          <p:cNvSpPr txBox="1"/>
          <p:nvPr>
            <p:ph idx="4294967295" type="title"/>
          </p:nvPr>
        </p:nvSpPr>
        <p:spPr>
          <a:xfrm>
            <a:off x="8344126" y="199250"/>
            <a:ext cx="35793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6</a:t>
            </a:r>
            <a:r>
              <a:rPr lang="en" sz="2800">
                <a:solidFill>
                  <a:schemeClr val="accent6"/>
                </a:solidFill>
              </a:rPr>
              <a:t>. </a:t>
            </a:r>
            <a:r>
              <a:rPr lang="en" sz="2800">
                <a:solidFill>
                  <a:schemeClr val="accent6"/>
                </a:solidFill>
              </a:rPr>
              <a:t>Prediction on Test</a:t>
            </a:r>
            <a:endParaRPr sz="2800">
              <a:solidFill>
                <a:schemeClr val="accent6"/>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42"/>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1005" name="Google Shape;1005;p42"/>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1006" name="Google Shape;1006;p42"/>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1007" name="Google Shape;1007;p42"/>
          <p:cNvPicPr preferRelativeResize="0"/>
          <p:nvPr/>
        </p:nvPicPr>
        <p:blipFill>
          <a:blip r:embed="rId4">
            <a:alphaModFix/>
          </a:blip>
          <a:stretch>
            <a:fillRect/>
          </a:stretch>
        </p:blipFill>
        <p:spPr>
          <a:xfrm>
            <a:off x="1435574" y="860767"/>
            <a:ext cx="1119998" cy="1149211"/>
          </a:xfrm>
          <a:prstGeom prst="rect">
            <a:avLst/>
          </a:prstGeom>
          <a:noFill/>
          <a:ln>
            <a:noFill/>
          </a:ln>
        </p:spPr>
      </p:pic>
      <p:pic>
        <p:nvPicPr>
          <p:cNvPr id="1008" name="Google Shape;1008;p42"/>
          <p:cNvPicPr preferRelativeResize="0"/>
          <p:nvPr/>
        </p:nvPicPr>
        <p:blipFill>
          <a:blip r:embed="rId5">
            <a:alphaModFix/>
          </a:blip>
          <a:stretch>
            <a:fillRect/>
          </a:stretch>
        </p:blipFill>
        <p:spPr>
          <a:xfrm>
            <a:off x="4877446" y="2373200"/>
            <a:ext cx="1129517" cy="857049"/>
          </a:xfrm>
          <a:prstGeom prst="rect">
            <a:avLst/>
          </a:prstGeom>
          <a:noFill/>
          <a:ln>
            <a:noFill/>
          </a:ln>
        </p:spPr>
      </p:pic>
      <p:pic>
        <p:nvPicPr>
          <p:cNvPr id="1009" name="Google Shape;1009;p42"/>
          <p:cNvPicPr preferRelativeResize="0"/>
          <p:nvPr/>
        </p:nvPicPr>
        <p:blipFill>
          <a:blip r:embed="rId6">
            <a:alphaModFix/>
          </a:blip>
          <a:stretch>
            <a:fillRect/>
          </a:stretch>
        </p:blipFill>
        <p:spPr>
          <a:xfrm>
            <a:off x="4877446" y="3483700"/>
            <a:ext cx="1129517" cy="438995"/>
          </a:xfrm>
          <a:prstGeom prst="rect">
            <a:avLst/>
          </a:prstGeom>
          <a:noFill/>
          <a:ln>
            <a:noFill/>
          </a:ln>
        </p:spPr>
      </p:pic>
      <p:pic>
        <p:nvPicPr>
          <p:cNvPr id="1010" name="Google Shape;1010;p42"/>
          <p:cNvPicPr preferRelativeResize="0"/>
          <p:nvPr/>
        </p:nvPicPr>
        <p:blipFill>
          <a:blip r:embed="rId7">
            <a:alphaModFix/>
          </a:blip>
          <a:stretch>
            <a:fillRect/>
          </a:stretch>
        </p:blipFill>
        <p:spPr>
          <a:xfrm>
            <a:off x="4825692" y="1058700"/>
            <a:ext cx="1119988" cy="753443"/>
          </a:xfrm>
          <a:prstGeom prst="rect">
            <a:avLst/>
          </a:prstGeom>
          <a:noFill/>
          <a:ln>
            <a:noFill/>
          </a:ln>
        </p:spPr>
      </p:pic>
      <p:pic>
        <p:nvPicPr>
          <p:cNvPr id="1011" name="Google Shape;1011;p42"/>
          <p:cNvPicPr preferRelativeResize="0"/>
          <p:nvPr/>
        </p:nvPicPr>
        <p:blipFill>
          <a:blip r:embed="rId8">
            <a:alphaModFix/>
          </a:blip>
          <a:stretch>
            <a:fillRect/>
          </a:stretch>
        </p:blipFill>
        <p:spPr>
          <a:xfrm>
            <a:off x="3052736" y="858267"/>
            <a:ext cx="1119986" cy="1154221"/>
          </a:xfrm>
          <a:prstGeom prst="rect">
            <a:avLst/>
          </a:prstGeom>
          <a:noFill/>
          <a:ln>
            <a:noFill/>
          </a:ln>
        </p:spPr>
      </p:pic>
      <p:pic>
        <p:nvPicPr>
          <p:cNvPr id="1012" name="Google Shape;1012;p42"/>
          <p:cNvPicPr preferRelativeResize="0"/>
          <p:nvPr/>
        </p:nvPicPr>
        <p:blipFill>
          <a:blip r:embed="rId9">
            <a:alphaModFix/>
          </a:blip>
          <a:stretch>
            <a:fillRect/>
          </a:stretch>
        </p:blipFill>
        <p:spPr>
          <a:xfrm>
            <a:off x="6519369" y="2508914"/>
            <a:ext cx="732150" cy="585711"/>
          </a:xfrm>
          <a:prstGeom prst="rect">
            <a:avLst/>
          </a:prstGeom>
          <a:noFill/>
          <a:ln>
            <a:noFill/>
          </a:ln>
        </p:spPr>
      </p:pic>
      <p:sp>
        <p:nvSpPr>
          <p:cNvPr id="1013" name="Google Shape;1013;p42"/>
          <p:cNvSpPr/>
          <p:nvPr/>
        </p:nvSpPr>
        <p:spPr>
          <a:xfrm>
            <a:off x="7866532" y="25018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014" name="Google Shape;1014;p42"/>
          <p:cNvSpPr txBox="1"/>
          <p:nvPr/>
        </p:nvSpPr>
        <p:spPr>
          <a:xfrm>
            <a:off x="7866532" y="2535033"/>
            <a:ext cx="5997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933">
                <a:solidFill>
                  <a:schemeClr val="dk1"/>
                </a:solidFill>
              </a:rPr>
              <a:t>KNN</a:t>
            </a:r>
            <a:endParaRPr sz="933">
              <a:solidFill>
                <a:schemeClr val="dk1"/>
              </a:solidFill>
            </a:endParaRPr>
          </a:p>
          <a:p>
            <a:pPr indent="0" lvl="0" marL="0" rtl="0" algn="ctr">
              <a:spcBef>
                <a:spcPts val="0"/>
              </a:spcBef>
              <a:spcAft>
                <a:spcPts val="0"/>
              </a:spcAft>
              <a:buNone/>
            </a:pPr>
            <a:r>
              <a:rPr lang="en" sz="933">
                <a:solidFill>
                  <a:schemeClr val="dk1"/>
                </a:solidFill>
              </a:rPr>
              <a:t>Model</a:t>
            </a:r>
            <a:endParaRPr sz="933">
              <a:solidFill>
                <a:schemeClr val="dk1"/>
              </a:solidFill>
            </a:endParaRPr>
          </a:p>
        </p:txBody>
      </p:sp>
      <p:sp>
        <p:nvSpPr>
          <p:cNvPr id="1015" name="Google Shape;1015;p42"/>
          <p:cNvSpPr/>
          <p:nvPr/>
        </p:nvSpPr>
        <p:spPr>
          <a:xfrm>
            <a:off x="7658384" y="3483650"/>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1016" name="Google Shape;1016;p42"/>
          <p:cNvPicPr preferRelativeResize="0"/>
          <p:nvPr/>
        </p:nvPicPr>
        <p:blipFill>
          <a:blip r:embed="rId10">
            <a:alphaModFix/>
          </a:blip>
          <a:stretch>
            <a:fillRect/>
          </a:stretch>
        </p:blipFill>
        <p:spPr>
          <a:xfrm>
            <a:off x="9221026" y="3483700"/>
            <a:ext cx="1376140" cy="438990"/>
          </a:xfrm>
          <a:prstGeom prst="rect">
            <a:avLst/>
          </a:prstGeom>
          <a:noFill/>
          <a:ln>
            <a:noFill/>
          </a:ln>
        </p:spPr>
      </p:pic>
      <p:pic>
        <p:nvPicPr>
          <p:cNvPr id="1017" name="Google Shape;1017;p42"/>
          <p:cNvPicPr preferRelativeResize="0"/>
          <p:nvPr/>
        </p:nvPicPr>
        <p:blipFill>
          <a:blip r:embed="rId11">
            <a:alphaModFix/>
          </a:blip>
          <a:stretch>
            <a:fillRect/>
          </a:stretch>
        </p:blipFill>
        <p:spPr>
          <a:xfrm>
            <a:off x="10940529" y="2983885"/>
            <a:ext cx="599850" cy="580003"/>
          </a:xfrm>
          <a:prstGeom prst="rect">
            <a:avLst/>
          </a:prstGeom>
          <a:noFill/>
          <a:ln>
            <a:noFill/>
          </a:ln>
        </p:spPr>
      </p:pic>
      <p:cxnSp>
        <p:nvCxnSpPr>
          <p:cNvPr id="1018" name="Google Shape;1018;p42"/>
          <p:cNvCxnSpPr>
            <a:stCxn id="1004" idx="4"/>
            <a:endCxn id="1007"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1019" name="Google Shape;1019;p42"/>
          <p:cNvCxnSpPr>
            <a:stCxn id="1007" idx="3"/>
            <a:endCxn id="1011" idx="1"/>
          </p:cNvCxnSpPr>
          <p:nvPr/>
        </p:nvCxnSpPr>
        <p:spPr>
          <a:xfrm>
            <a:off x="2555572" y="1435372"/>
            <a:ext cx="497100" cy="0"/>
          </a:xfrm>
          <a:prstGeom prst="straightConnector1">
            <a:avLst/>
          </a:prstGeom>
          <a:noFill/>
          <a:ln cap="flat" cmpd="sng" w="12700">
            <a:solidFill>
              <a:srgbClr val="666666"/>
            </a:solidFill>
            <a:prstDash val="solid"/>
            <a:round/>
            <a:headEnd len="med" w="med" type="none"/>
            <a:tailEnd len="med" w="med" type="triangle"/>
          </a:ln>
        </p:spPr>
      </p:cxnSp>
      <p:cxnSp>
        <p:nvCxnSpPr>
          <p:cNvPr id="1020" name="Google Shape;1020;p42"/>
          <p:cNvCxnSpPr>
            <a:stCxn id="1011" idx="3"/>
            <a:endCxn id="1010" idx="1"/>
          </p:cNvCxnSpPr>
          <p:nvPr/>
        </p:nvCxnSpPr>
        <p:spPr>
          <a:xfrm>
            <a:off x="4172722" y="1435377"/>
            <a:ext cx="653100" cy="0"/>
          </a:xfrm>
          <a:prstGeom prst="straightConnector1">
            <a:avLst/>
          </a:prstGeom>
          <a:noFill/>
          <a:ln cap="flat" cmpd="sng" w="12700">
            <a:solidFill>
              <a:srgbClr val="666666"/>
            </a:solidFill>
            <a:prstDash val="solid"/>
            <a:round/>
            <a:headEnd len="med" w="med" type="none"/>
            <a:tailEnd len="med" w="med" type="triangle"/>
          </a:ln>
        </p:spPr>
      </p:cxnSp>
      <p:cxnSp>
        <p:nvCxnSpPr>
          <p:cNvPr id="1021" name="Google Shape;1021;p42"/>
          <p:cNvCxnSpPr>
            <a:stCxn id="1011" idx="2"/>
            <a:endCxn id="1008" idx="1"/>
          </p:cNvCxnSpPr>
          <p:nvPr/>
        </p:nvCxnSpPr>
        <p:spPr>
          <a:xfrm flipH="1" rot="-5400000">
            <a:off x="3850479" y="1774737"/>
            <a:ext cx="789300" cy="1264800"/>
          </a:xfrm>
          <a:prstGeom prst="bentConnector2">
            <a:avLst/>
          </a:prstGeom>
          <a:noFill/>
          <a:ln cap="flat" cmpd="sng" w="12700">
            <a:solidFill>
              <a:srgbClr val="666666"/>
            </a:solidFill>
            <a:prstDash val="solid"/>
            <a:round/>
            <a:headEnd len="med" w="med" type="none"/>
            <a:tailEnd len="med" w="med" type="triangle"/>
          </a:ln>
        </p:spPr>
      </p:cxnSp>
      <p:cxnSp>
        <p:nvCxnSpPr>
          <p:cNvPr id="1022" name="Google Shape;1022;p42"/>
          <p:cNvCxnSpPr>
            <a:stCxn id="1011" idx="2"/>
            <a:endCxn id="1009" idx="1"/>
          </p:cNvCxnSpPr>
          <p:nvPr/>
        </p:nvCxnSpPr>
        <p:spPr>
          <a:xfrm flipH="1" rot="-5400000">
            <a:off x="3399729" y="2225487"/>
            <a:ext cx="1690800" cy="1264800"/>
          </a:xfrm>
          <a:prstGeom prst="bentConnector2">
            <a:avLst/>
          </a:prstGeom>
          <a:noFill/>
          <a:ln cap="flat" cmpd="sng" w="12700">
            <a:solidFill>
              <a:srgbClr val="666666"/>
            </a:solidFill>
            <a:prstDash val="solid"/>
            <a:round/>
            <a:headEnd len="med" w="med" type="none"/>
            <a:tailEnd len="med" w="med" type="triangle"/>
          </a:ln>
        </p:spPr>
      </p:cxnSp>
      <p:cxnSp>
        <p:nvCxnSpPr>
          <p:cNvPr id="1023" name="Google Shape;1023;p42"/>
          <p:cNvCxnSpPr>
            <a:stCxn id="1008" idx="3"/>
            <a:endCxn id="1012" idx="1"/>
          </p:cNvCxnSpPr>
          <p:nvPr/>
        </p:nvCxnSpPr>
        <p:spPr>
          <a:xfrm>
            <a:off x="6006963" y="2801724"/>
            <a:ext cx="512400" cy="0"/>
          </a:xfrm>
          <a:prstGeom prst="straightConnector1">
            <a:avLst/>
          </a:prstGeom>
          <a:noFill/>
          <a:ln cap="flat" cmpd="sng" w="12700">
            <a:solidFill>
              <a:srgbClr val="666666"/>
            </a:solidFill>
            <a:prstDash val="solid"/>
            <a:round/>
            <a:headEnd len="med" w="med" type="none"/>
            <a:tailEnd len="med" w="med" type="triangle"/>
          </a:ln>
        </p:spPr>
      </p:cxnSp>
      <p:cxnSp>
        <p:nvCxnSpPr>
          <p:cNvPr id="1024" name="Google Shape;1024;p42"/>
          <p:cNvCxnSpPr>
            <a:stCxn id="1012" idx="3"/>
            <a:endCxn id="1014" idx="1"/>
          </p:cNvCxnSpPr>
          <p:nvPr/>
        </p:nvCxnSpPr>
        <p:spPr>
          <a:xfrm>
            <a:off x="7251519" y="2801769"/>
            <a:ext cx="615000" cy="0"/>
          </a:xfrm>
          <a:prstGeom prst="straightConnector1">
            <a:avLst/>
          </a:prstGeom>
          <a:noFill/>
          <a:ln cap="flat" cmpd="sng" w="12700">
            <a:solidFill>
              <a:srgbClr val="666666"/>
            </a:solidFill>
            <a:prstDash val="solid"/>
            <a:round/>
            <a:headEnd len="med" w="med" type="none"/>
            <a:tailEnd len="med" w="med" type="triangle"/>
          </a:ln>
        </p:spPr>
      </p:cxnSp>
      <p:cxnSp>
        <p:nvCxnSpPr>
          <p:cNvPr id="1025" name="Google Shape;1025;p42"/>
          <p:cNvCxnSpPr>
            <a:stCxn id="1014" idx="2"/>
            <a:endCxn id="1015" idx="0"/>
          </p:cNvCxnSpPr>
          <p:nvPr/>
        </p:nvCxnSpPr>
        <p:spPr>
          <a:xfrm>
            <a:off x="8166382" y="3068433"/>
            <a:ext cx="0" cy="415200"/>
          </a:xfrm>
          <a:prstGeom prst="straightConnector1">
            <a:avLst/>
          </a:prstGeom>
          <a:noFill/>
          <a:ln cap="flat" cmpd="sng" w="12700">
            <a:solidFill>
              <a:srgbClr val="666666"/>
            </a:solidFill>
            <a:prstDash val="solid"/>
            <a:round/>
            <a:headEnd len="med" w="med" type="none"/>
            <a:tailEnd len="med" w="med" type="triangle"/>
          </a:ln>
        </p:spPr>
      </p:cxnSp>
      <p:cxnSp>
        <p:nvCxnSpPr>
          <p:cNvPr id="1026" name="Google Shape;1026;p42"/>
          <p:cNvCxnSpPr>
            <a:stCxn id="1009" idx="3"/>
            <a:endCxn id="1015" idx="1"/>
          </p:cNvCxnSpPr>
          <p:nvPr/>
        </p:nvCxnSpPr>
        <p:spPr>
          <a:xfrm>
            <a:off x="6006964" y="3703198"/>
            <a:ext cx="1651500" cy="0"/>
          </a:xfrm>
          <a:prstGeom prst="straightConnector1">
            <a:avLst/>
          </a:prstGeom>
          <a:noFill/>
          <a:ln cap="flat" cmpd="sng" w="12700">
            <a:solidFill>
              <a:srgbClr val="666666"/>
            </a:solidFill>
            <a:prstDash val="solid"/>
            <a:round/>
            <a:headEnd len="med" w="med" type="none"/>
            <a:tailEnd len="med" w="med" type="triangle"/>
          </a:ln>
        </p:spPr>
      </p:cxnSp>
      <p:cxnSp>
        <p:nvCxnSpPr>
          <p:cNvPr id="1027" name="Google Shape;1027;p42"/>
          <p:cNvCxnSpPr>
            <a:stCxn id="1015" idx="3"/>
            <a:endCxn id="1016" idx="1"/>
          </p:cNvCxnSpPr>
          <p:nvPr/>
        </p:nvCxnSpPr>
        <p:spPr>
          <a:xfrm>
            <a:off x="8674484" y="3703250"/>
            <a:ext cx="546600" cy="0"/>
          </a:xfrm>
          <a:prstGeom prst="straightConnector1">
            <a:avLst/>
          </a:prstGeom>
          <a:noFill/>
          <a:ln cap="flat" cmpd="sng" w="12700">
            <a:solidFill>
              <a:srgbClr val="666666"/>
            </a:solidFill>
            <a:prstDash val="solid"/>
            <a:round/>
            <a:headEnd len="med" w="med" type="none"/>
            <a:tailEnd len="med" w="med" type="triangle"/>
          </a:ln>
        </p:spPr>
      </p:cxnSp>
      <p:cxnSp>
        <p:nvCxnSpPr>
          <p:cNvPr id="1028" name="Google Shape;1028;p42"/>
          <p:cNvCxnSpPr>
            <a:stCxn id="1016" idx="3"/>
            <a:endCxn id="1017" idx="1"/>
          </p:cNvCxnSpPr>
          <p:nvPr/>
        </p:nvCxnSpPr>
        <p:spPr>
          <a:xfrm flipH="1" rot="10800000">
            <a:off x="10597166" y="3273895"/>
            <a:ext cx="343500" cy="429300"/>
          </a:xfrm>
          <a:prstGeom prst="straightConnector1">
            <a:avLst/>
          </a:prstGeom>
          <a:noFill/>
          <a:ln cap="flat" cmpd="sng" w="12700">
            <a:solidFill>
              <a:srgbClr val="666666"/>
            </a:solidFill>
            <a:prstDash val="solid"/>
            <a:round/>
            <a:headEnd len="med" w="med" type="none"/>
            <a:tailEnd len="med" w="med" type="triangle"/>
          </a:ln>
        </p:spPr>
      </p:cxnSp>
      <p:sp>
        <p:nvSpPr>
          <p:cNvPr id="1029" name="Google Shape;1029;p42"/>
          <p:cNvSpPr txBox="1"/>
          <p:nvPr/>
        </p:nvSpPr>
        <p:spPr>
          <a:xfrm>
            <a:off x="10940529" y="3870467"/>
            <a:ext cx="599700" cy="430800"/>
          </a:xfrm>
          <a:prstGeom prst="rect">
            <a:avLst/>
          </a:prstGeom>
          <a:noFill/>
          <a:ln cap="flat" cmpd="sng" w="9525">
            <a:solidFill>
              <a:srgbClr val="666666"/>
            </a:solidFill>
            <a:prstDash val="solid"/>
            <a:round/>
            <a:headEnd len="sm" w="sm" type="none"/>
            <a:tailEnd len="sm" w="sm" type="none"/>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200">
                <a:solidFill>
                  <a:schemeClr val="dk1"/>
                </a:solidFill>
              </a:rPr>
              <a:t>85%</a:t>
            </a:r>
            <a:endParaRPr b="1" sz="1200">
              <a:solidFill>
                <a:schemeClr val="dk1"/>
              </a:solidFill>
            </a:endParaRPr>
          </a:p>
        </p:txBody>
      </p:sp>
      <p:cxnSp>
        <p:nvCxnSpPr>
          <p:cNvPr id="1030" name="Google Shape;1030;p42"/>
          <p:cNvCxnSpPr>
            <a:stCxn id="1016" idx="3"/>
            <a:endCxn id="1029" idx="1"/>
          </p:cNvCxnSpPr>
          <p:nvPr/>
        </p:nvCxnSpPr>
        <p:spPr>
          <a:xfrm>
            <a:off x="10597166" y="3703195"/>
            <a:ext cx="343500" cy="382800"/>
          </a:xfrm>
          <a:prstGeom prst="straightConnector1">
            <a:avLst/>
          </a:prstGeom>
          <a:noFill/>
          <a:ln cap="flat" cmpd="sng" w="12700">
            <a:solidFill>
              <a:srgbClr val="666666"/>
            </a:solidFill>
            <a:prstDash val="solid"/>
            <a:round/>
            <a:headEnd len="med" w="med" type="none"/>
            <a:tailEnd len="med" w="med" type="triangle"/>
          </a:ln>
        </p:spPr>
      </p:cxnSp>
      <p:cxnSp>
        <p:nvCxnSpPr>
          <p:cNvPr id="1031" name="Google Shape;1031;p42"/>
          <p:cNvCxnSpPr>
            <a:stCxn id="1005" idx="3"/>
            <a:endCxn id="1007"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sp>
        <p:nvSpPr>
          <p:cNvPr id="1032" name="Google Shape;1032;p42"/>
          <p:cNvSpPr txBox="1"/>
          <p:nvPr/>
        </p:nvSpPr>
        <p:spPr>
          <a:xfrm>
            <a:off x="3052736" y="1229200"/>
            <a:ext cx="10161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X</a:t>
            </a:r>
            <a:endParaRPr b="1" sz="1866"/>
          </a:p>
          <a:p>
            <a:pPr indent="0" lvl="0" marL="0" rtl="0" algn="ctr">
              <a:spcBef>
                <a:spcPts val="0"/>
              </a:spcBef>
              <a:spcAft>
                <a:spcPts val="0"/>
              </a:spcAft>
              <a:buNone/>
            </a:pPr>
            <a:r>
              <a:rPr b="1" lang="en" sz="1333">
                <a:solidFill>
                  <a:srgbClr val="38761D"/>
                </a:solidFill>
              </a:rPr>
              <a:t>(Feature)</a:t>
            </a:r>
            <a:endParaRPr b="1" sz="1333">
              <a:solidFill>
                <a:srgbClr val="38761D"/>
              </a:solidFill>
            </a:endParaRPr>
          </a:p>
        </p:txBody>
      </p:sp>
      <p:sp>
        <p:nvSpPr>
          <p:cNvPr id="1033" name="Google Shape;1033;p42"/>
          <p:cNvSpPr txBox="1"/>
          <p:nvPr/>
        </p:nvSpPr>
        <p:spPr>
          <a:xfrm>
            <a:off x="3612729" y="1229200"/>
            <a:ext cx="10161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Y</a:t>
            </a:r>
            <a:endParaRPr b="1" sz="1866"/>
          </a:p>
        </p:txBody>
      </p:sp>
      <p:sp>
        <p:nvSpPr>
          <p:cNvPr id="1034" name="Google Shape;1034;p42"/>
          <p:cNvSpPr txBox="1"/>
          <p:nvPr/>
        </p:nvSpPr>
        <p:spPr>
          <a:xfrm>
            <a:off x="4888210" y="2591167"/>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chemeClr val="accent5"/>
                </a:solidFill>
              </a:rPr>
              <a:t>Train</a:t>
            </a:r>
            <a:endParaRPr b="1" sz="1733">
              <a:solidFill>
                <a:schemeClr val="accent5"/>
              </a:solidFill>
            </a:endParaRPr>
          </a:p>
        </p:txBody>
      </p:sp>
      <p:sp>
        <p:nvSpPr>
          <p:cNvPr id="1035" name="Google Shape;1035;p42"/>
          <p:cNvSpPr txBox="1"/>
          <p:nvPr/>
        </p:nvSpPr>
        <p:spPr>
          <a:xfrm>
            <a:off x="4888210" y="3483833"/>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rgbClr val="4A86E8"/>
                </a:solidFill>
              </a:rPr>
              <a:t>Test</a:t>
            </a:r>
            <a:endParaRPr b="1" sz="1733">
              <a:solidFill>
                <a:srgbClr val="4A86E8"/>
              </a:solidFill>
            </a:endParaRPr>
          </a:p>
        </p:txBody>
      </p:sp>
      <p:sp>
        <p:nvSpPr>
          <p:cNvPr id="1036" name="Google Shape;1036;p42"/>
          <p:cNvSpPr txBox="1"/>
          <p:nvPr/>
        </p:nvSpPr>
        <p:spPr>
          <a:xfrm>
            <a:off x="3585736" y="935000"/>
            <a:ext cx="10701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rgbClr val="FF9900"/>
                </a:solidFill>
              </a:rPr>
              <a:t>(Label)</a:t>
            </a:r>
            <a:endParaRPr b="1" sz="1866">
              <a:solidFill>
                <a:srgbClr val="FF9900"/>
              </a:solidFill>
            </a:endParaRPr>
          </a:p>
        </p:txBody>
      </p:sp>
      <p:sp>
        <p:nvSpPr>
          <p:cNvPr id="1037" name="Google Shape;1037;p42"/>
          <p:cNvSpPr txBox="1"/>
          <p:nvPr/>
        </p:nvSpPr>
        <p:spPr>
          <a:xfrm>
            <a:off x="4669898" y="1684950"/>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Data Exploration</a:t>
            </a:r>
            <a:endParaRPr b="1" sz="1333">
              <a:solidFill>
                <a:schemeClr val="dk1"/>
              </a:solidFill>
            </a:endParaRPr>
          </a:p>
        </p:txBody>
      </p:sp>
      <p:sp>
        <p:nvSpPr>
          <p:cNvPr id="1038" name="Google Shape;1038;p42"/>
          <p:cNvSpPr txBox="1"/>
          <p:nvPr/>
        </p:nvSpPr>
        <p:spPr>
          <a:xfrm>
            <a:off x="6088577" y="2924133"/>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Model </a:t>
            </a:r>
            <a:endParaRPr b="1" sz="1333">
              <a:solidFill>
                <a:schemeClr val="dk1"/>
              </a:solidFill>
            </a:endParaRPr>
          </a:p>
          <a:p>
            <a:pPr indent="0" lvl="0" marL="0" rtl="0" algn="ctr">
              <a:spcBef>
                <a:spcPts val="0"/>
              </a:spcBef>
              <a:spcAft>
                <a:spcPts val="0"/>
              </a:spcAft>
              <a:buNone/>
            </a:pPr>
            <a:r>
              <a:rPr b="1" lang="en" sz="1333">
                <a:solidFill>
                  <a:schemeClr val="dk1"/>
                </a:solidFill>
              </a:rPr>
              <a:t>Training</a:t>
            </a:r>
            <a:endParaRPr b="1" sz="1333">
              <a:solidFill>
                <a:schemeClr val="dk1"/>
              </a:solidFill>
            </a:endParaRPr>
          </a:p>
        </p:txBody>
      </p:sp>
      <p:sp>
        <p:nvSpPr>
          <p:cNvPr id="1039" name="Google Shape;1039;p42"/>
          <p:cNvSpPr txBox="1"/>
          <p:nvPr/>
        </p:nvSpPr>
        <p:spPr>
          <a:xfrm>
            <a:off x="7761158" y="3478000"/>
            <a:ext cx="8250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Predict</a:t>
            </a:r>
            <a:endParaRPr b="1" sz="1333">
              <a:solidFill>
                <a:schemeClr val="dk1"/>
              </a:solidFill>
            </a:endParaRPr>
          </a:p>
        </p:txBody>
      </p:sp>
      <p:grpSp>
        <p:nvGrpSpPr>
          <p:cNvPr id="1040" name="Google Shape;1040;p42"/>
          <p:cNvGrpSpPr/>
          <p:nvPr/>
        </p:nvGrpSpPr>
        <p:grpSpPr>
          <a:xfrm>
            <a:off x="1572473" y="1970784"/>
            <a:ext cx="599850" cy="533587"/>
            <a:chOff x="1179650" y="1478125"/>
            <a:chExt cx="450000" cy="400200"/>
          </a:xfrm>
        </p:grpSpPr>
        <p:sp>
          <p:nvSpPr>
            <p:cNvPr id="1041" name="Google Shape;1041;p4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042" name="Google Shape;1042;p4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a:t>
              </a:r>
              <a:endParaRPr b="1" sz="1866">
                <a:solidFill>
                  <a:schemeClr val="dk1"/>
                </a:solidFill>
              </a:endParaRPr>
            </a:p>
          </p:txBody>
        </p:sp>
      </p:grpSp>
      <p:grpSp>
        <p:nvGrpSpPr>
          <p:cNvPr id="1043" name="Google Shape;1043;p42"/>
          <p:cNvGrpSpPr/>
          <p:nvPr/>
        </p:nvGrpSpPr>
        <p:grpSpPr>
          <a:xfrm>
            <a:off x="3052836" y="478384"/>
            <a:ext cx="599850" cy="533587"/>
            <a:chOff x="1179650" y="1478125"/>
            <a:chExt cx="450000" cy="400200"/>
          </a:xfrm>
        </p:grpSpPr>
        <p:sp>
          <p:nvSpPr>
            <p:cNvPr id="1044" name="Google Shape;1044;p4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045" name="Google Shape;1045;p4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2</a:t>
              </a:r>
              <a:endParaRPr b="1" sz="1866">
                <a:solidFill>
                  <a:schemeClr val="dk1"/>
                </a:solidFill>
              </a:endParaRPr>
            </a:p>
          </p:txBody>
        </p:sp>
      </p:grpSp>
      <p:grpSp>
        <p:nvGrpSpPr>
          <p:cNvPr id="1046" name="Google Shape;1046;p42"/>
          <p:cNvGrpSpPr/>
          <p:nvPr/>
        </p:nvGrpSpPr>
        <p:grpSpPr>
          <a:xfrm>
            <a:off x="4669898" y="742367"/>
            <a:ext cx="599850" cy="533587"/>
            <a:chOff x="1179650" y="1478125"/>
            <a:chExt cx="450000" cy="400200"/>
          </a:xfrm>
        </p:grpSpPr>
        <p:sp>
          <p:nvSpPr>
            <p:cNvPr id="1047" name="Google Shape;1047;p4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048" name="Google Shape;1048;p4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3</a:t>
              </a:r>
              <a:endParaRPr b="1" sz="1866">
                <a:solidFill>
                  <a:schemeClr val="dk1"/>
                </a:solidFill>
              </a:endParaRPr>
            </a:p>
          </p:txBody>
        </p:sp>
      </p:grpSp>
      <p:grpSp>
        <p:nvGrpSpPr>
          <p:cNvPr id="1049" name="Google Shape;1049;p42"/>
          <p:cNvGrpSpPr/>
          <p:nvPr/>
        </p:nvGrpSpPr>
        <p:grpSpPr>
          <a:xfrm>
            <a:off x="3312805" y="2424667"/>
            <a:ext cx="599850" cy="533587"/>
            <a:chOff x="1179650" y="1478125"/>
            <a:chExt cx="450000" cy="400200"/>
          </a:xfrm>
        </p:grpSpPr>
        <p:sp>
          <p:nvSpPr>
            <p:cNvPr id="1050" name="Google Shape;1050;p4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051" name="Google Shape;1051;p4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4</a:t>
              </a:r>
              <a:endParaRPr b="1" sz="1866">
                <a:solidFill>
                  <a:schemeClr val="dk1"/>
                </a:solidFill>
              </a:endParaRPr>
            </a:p>
          </p:txBody>
        </p:sp>
      </p:grpSp>
      <p:grpSp>
        <p:nvGrpSpPr>
          <p:cNvPr id="1052" name="Google Shape;1052;p42"/>
          <p:cNvGrpSpPr/>
          <p:nvPr/>
        </p:nvGrpSpPr>
        <p:grpSpPr>
          <a:xfrm>
            <a:off x="6585519" y="2072701"/>
            <a:ext cx="599850" cy="533587"/>
            <a:chOff x="1179650" y="1478125"/>
            <a:chExt cx="450000" cy="400200"/>
          </a:xfrm>
        </p:grpSpPr>
        <p:sp>
          <p:nvSpPr>
            <p:cNvPr id="1053" name="Google Shape;1053;p4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054" name="Google Shape;1054;p4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5</a:t>
              </a:r>
              <a:endParaRPr b="1" sz="1866">
                <a:solidFill>
                  <a:schemeClr val="dk1"/>
                </a:solidFill>
              </a:endParaRPr>
            </a:p>
          </p:txBody>
        </p:sp>
      </p:grpSp>
      <p:grpSp>
        <p:nvGrpSpPr>
          <p:cNvPr id="1055" name="Google Shape;1055;p42"/>
          <p:cNvGrpSpPr/>
          <p:nvPr/>
        </p:nvGrpSpPr>
        <p:grpSpPr>
          <a:xfrm>
            <a:off x="7663399" y="2985667"/>
            <a:ext cx="599850" cy="533587"/>
            <a:chOff x="1179650" y="1478125"/>
            <a:chExt cx="450000" cy="400200"/>
          </a:xfrm>
        </p:grpSpPr>
        <p:sp>
          <p:nvSpPr>
            <p:cNvPr id="1056" name="Google Shape;1056;p4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057" name="Google Shape;1057;p4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6</a:t>
              </a:r>
              <a:endParaRPr b="1" sz="1866">
                <a:solidFill>
                  <a:schemeClr val="dk1"/>
                </a:solidFill>
              </a:endParaRPr>
            </a:p>
          </p:txBody>
        </p:sp>
      </p:grpSp>
      <p:grpSp>
        <p:nvGrpSpPr>
          <p:cNvPr id="1058" name="Google Shape;1058;p42"/>
          <p:cNvGrpSpPr/>
          <p:nvPr/>
        </p:nvGrpSpPr>
        <p:grpSpPr>
          <a:xfrm>
            <a:off x="10340846" y="2801901"/>
            <a:ext cx="599850" cy="533587"/>
            <a:chOff x="1179650" y="1478125"/>
            <a:chExt cx="450000" cy="400200"/>
          </a:xfrm>
        </p:grpSpPr>
        <p:sp>
          <p:nvSpPr>
            <p:cNvPr id="1059" name="Google Shape;1059;p42"/>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060" name="Google Shape;1060;p42"/>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7</a:t>
              </a:r>
              <a:endParaRPr b="1" sz="1866">
                <a:solidFill>
                  <a:schemeClr val="dk1"/>
                </a:solidFill>
              </a:endParaRPr>
            </a:p>
          </p:txBody>
        </p:sp>
      </p:grpSp>
      <p:sp>
        <p:nvSpPr>
          <p:cNvPr id="1061" name="Google Shape;1061;p42"/>
          <p:cNvSpPr txBox="1"/>
          <p:nvPr/>
        </p:nvSpPr>
        <p:spPr>
          <a:xfrm>
            <a:off x="1144647" y="5326233"/>
            <a:ext cx="8519100" cy="892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i="1" lang="en" sz="1400">
                <a:solidFill>
                  <a:srgbClr val="999988"/>
                </a:solidFill>
                <a:highlight>
                  <a:srgbClr val="F8F8F8"/>
                </a:highlight>
                <a:latin typeface="Courier New"/>
                <a:ea typeface="Courier New"/>
                <a:cs typeface="Courier New"/>
                <a:sym typeface="Courier New"/>
              </a:rPr>
              <a:t># step 7 - model evaluation</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accuracy = sum(predictions == y_test.Species.values) / float(len(y_test))</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b="1" lang="en" sz="1400">
                <a:solidFill>
                  <a:srgbClr val="333333"/>
                </a:solidFill>
                <a:highlight>
                  <a:srgbClr val="F8F8F8"/>
                </a:highlight>
                <a:latin typeface="Courier New"/>
                <a:ea typeface="Courier New"/>
                <a:cs typeface="Courier New"/>
                <a:sym typeface="Courier New"/>
              </a:rPr>
              <a:t>print</a:t>
            </a:r>
            <a:r>
              <a:rPr lang="en" sz="1400">
                <a:solidFill>
                  <a:srgbClr val="333333"/>
                </a:solidFill>
                <a:highlight>
                  <a:srgbClr val="F8F8F8"/>
                </a:highlight>
                <a:latin typeface="Courier New"/>
                <a:ea typeface="Courier New"/>
                <a:cs typeface="Courier New"/>
                <a:sym typeface="Courier New"/>
              </a:rPr>
              <a:t> (accuracy)</a:t>
            </a:r>
            <a:endParaRPr sz="1400">
              <a:solidFill>
                <a:srgbClr val="333333"/>
              </a:solidFill>
              <a:highlight>
                <a:srgbClr val="F8F8F8"/>
              </a:highlight>
              <a:latin typeface="Courier New"/>
              <a:ea typeface="Courier New"/>
              <a:cs typeface="Courier New"/>
              <a:sym typeface="Courier New"/>
            </a:endParaRPr>
          </a:p>
        </p:txBody>
      </p:sp>
      <p:sp>
        <p:nvSpPr>
          <p:cNvPr id="1062" name="Google Shape;1062;p42"/>
          <p:cNvSpPr txBox="1"/>
          <p:nvPr>
            <p:ph idx="4294967295" type="title"/>
          </p:nvPr>
        </p:nvSpPr>
        <p:spPr>
          <a:xfrm>
            <a:off x="8344126" y="199250"/>
            <a:ext cx="35793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7</a:t>
            </a:r>
            <a:r>
              <a:rPr lang="en" sz="2800">
                <a:solidFill>
                  <a:schemeClr val="accent6"/>
                </a:solidFill>
              </a:rPr>
              <a:t>. Evaluation</a:t>
            </a:r>
            <a:endParaRPr sz="2800">
              <a:solidFill>
                <a:schemeClr val="accent6"/>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43"/>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1068" name="Google Shape;1068;p43"/>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1069" name="Google Shape;1069;p43"/>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1070" name="Google Shape;1070;p43"/>
          <p:cNvPicPr preferRelativeResize="0"/>
          <p:nvPr/>
        </p:nvPicPr>
        <p:blipFill>
          <a:blip r:embed="rId4">
            <a:alphaModFix/>
          </a:blip>
          <a:stretch>
            <a:fillRect/>
          </a:stretch>
        </p:blipFill>
        <p:spPr>
          <a:xfrm>
            <a:off x="1435574" y="860767"/>
            <a:ext cx="1119998" cy="1149211"/>
          </a:xfrm>
          <a:prstGeom prst="rect">
            <a:avLst/>
          </a:prstGeom>
          <a:noFill/>
          <a:ln>
            <a:noFill/>
          </a:ln>
        </p:spPr>
      </p:pic>
      <p:pic>
        <p:nvPicPr>
          <p:cNvPr id="1071" name="Google Shape;1071;p43"/>
          <p:cNvPicPr preferRelativeResize="0"/>
          <p:nvPr/>
        </p:nvPicPr>
        <p:blipFill>
          <a:blip r:embed="rId5">
            <a:alphaModFix/>
          </a:blip>
          <a:stretch>
            <a:fillRect/>
          </a:stretch>
        </p:blipFill>
        <p:spPr>
          <a:xfrm>
            <a:off x="4877446" y="2373200"/>
            <a:ext cx="1129517" cy="857049"/>
          </a:xfrm>
          <a:prstGeom prst="rect">
            <a:avLst/>
          </a:prstGeom>
          <a:noFill/>
          <a:ln>
            <a:noFill/>
          </a:ln>
        </p:spPr>
      </p:pic>
      <p:pic>
        <p:nvPicPr>
          <p:cNvPr id="1072" name="Google Shape;1072;p43"/>
          <p:cNvPicPr preferRelativeResize="0"/>
          <p:nvPr/>
        </p:nvPicPr>
        <p:blipFill>
          <a:blip r:embed="rId6">
            <a:alphaModFix/>
          </a:blip>
          <a:stretch>
            <a:fillRect/>
          </a:stretch>
        </p:blipFill>
        <p:spPr>
          <a:xfrm>
            <a:off x="4877446" y="3483700"/>
            <a:ext cx="1129517" cy="438995"/>
          </a:xfrm>
          <a:prstGeom prst="rect">
            <a:avLst/>
          </a:prstGeom>
          <a:noFill/>
          <a:ln>
            <a:noFill/>
          </a:ln>
        </p:spPr>
      </p:pic>
      <p:pic>
        <p:nvPicPr>
          <p:cNvPr id="1073" name="Google Shape;1073;p43"/>
          <p:cNvPicPr preferRelativeResize="0"/>
          <p:nvPr/>
        </p:nvPicPr>
        <p:blipFill>
          <a:blip r:embed="rId7">
            <a:alphaModFix/>
          </a:blip>
          <a:stretch>
            <a:fillRect/>
          </a:stretch>
        </p:blipFill>
        <p:spPr>
          <a:xfrm>
            <a:off x="4825692" y="1058700"/>
            <a:ext cx="1119988" cy="753443"/>
          </a:xfrm>
          <a:prstGeom prst="rect">
            <a:avLst/>
          </a:prstGeom>
          <a:noFill/>
          <a:ln>
            <a:noFill/>
          </a:ln>
        </p:spPr>
      </p:pic>
      <p:pic>
        <p:nvPicPr>
          <p:cNvPr id="1074" name="Google Shape;1074;p43"/>
          <p:cNvPicPr preferRelativeResize="0"/>
          <p:nvPr/>
        </p:nvPicPr>
        <p:blipFill>
          <a:blip r:embed="rId8">
            <a:alphaModFix/>
          </a:blip>
          <a:stretch>
            <a:fillRect/>
          </a:stretch>
        </p:blipFill>
        <p:spPr>
          <a:xfrm>
            <a:off x="3052736" y="858267"/>
            <a:ext cx="1119986" cy="1154221"/>
          </a:xfrm>
          <a:prstGeom prst="rect">
            <a:avLst/>
          </a:prstGeom>
          <a:noFill/>
          <a:ln>
            <a:noFill/>
          </a:ln>
        </p:spPr>
      </p:pic>
      <p:pic>
        <p:nvPicPr>
          <p:cNvPr id="1075" name="Google Shape;1075;p43"/>
          <p:cNvPicPr preferRelativeResize="0"/>
          <p:nvPr/>
        </p:nvPicPr>
        <p:blipFill>
          <a:blip r:embed="rId9">
            <a:alphaModFix/>
          </a:blip>
          <a:stretch>
            <a:fillRect/>
          </a:stretch>
        </p:blipFill>
        <p:spPr>
          <a:xfrm>
            <a:off x="6519369" y="2508914"/>
            <a:ext cx="732150" cy="585711"/>
          </a:xfrm>
          <a:prstGeom prst="rect">
            <a:avLst/>
          </a:prstGeom>
          <a:noFill/>
          <a:ln>
            <a:noFill/>
          </a:ln>
        </p:spPr>
      </p:pic>
      <p:sp>
        <p:nvSpPr>
          <p:cNvPr id="1076" name="Google Shape;1076;p43"/>
          <p:cNvSpPr/>
          <p:nvPr/>
        </p:nvSpPr>
        <p:spPr>
          <a:xfrm>
            <a:off x="7866532" y="25018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077" name="Google Shape;1077;p43"/>
          <p:cNvSpPr txBox="1"/>
          <p:nvPr/>
        </p:nvSpPr>
        <p:spPr>
          <a:xfrm>
            <a:off x="7866532" y="2535033"/>
            <a:ext cx="5997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933">
                <a:solidFill>
                  <a:schemeClr val="dk1"/>
                </a:solidFill>
              </a:rPr>
              <a:t>KNN</a:t>
            </a:r>
            <a:endParaRPr sz="933">
              <a:solidFill>
                <a:schemeClr val="dk1"/>
              </a:solidFill>
            </a:endParaRPr>
          </a:p>
          <a:p>
            <a:pPr indent="0" lvl="0" marL="0" rtl="0" algn="ctr">
              <a:spcBef>
                <a:spcPts val="0"/>
              </a:spcBef>
              <a:spcAft>
                <a:spcPts val="0"/>
              </a:spcAft>
              <a:buNone/>
            </a:pPr>
            <a:r>
              <a:rPr lang="en" sz="933">
                <a:solidFill>
                  <a:schemeClr val="dk1"/>
                </a:solidFill>
              </a:rPr>
              <a:t>Model</a:t>
            </a:r>
            <a:endParaRPr sz="933">
              <a:solidFill>
                <a:schemeClr val="dk1"/>
              </a:solidFill>
            </a:endParaRPr>
          </a:p>
        </p:txBody>
      </p:sp>
      <p:sp>
        <p:nvSpPr>
          <p:cNvPr id="1078" name="Google Shape;1078;p43"/>
          <p:cNvSpPr/>
          <p:nvPr/>
        </p:nvSpPr>
        <p:spPr>
          <a:xfrm>
            <a:off x="7658384" y="3483650"/>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1079" name="Google Shape;1079;p43"/>
          <p:cNvPicPr preferRelativeResize="0"/>
          <p:nvPr/>
        </p:nvPicPr>
        <p:blipFill>
          <a:blip r:embed="rId10">
            <a:alphaModFix/>
          </a:blip>
          <a:stretch>
            <a:fillRect/>
          </a:stretch>
        </p:blipFill>
        <p:spPr>
          <a:xfrm>
            <a:off x="9221026" y="3483700"/>
            <a:ext cx="1376140" cy="438990"/>
          </a:xfrm>
          <a:prstGeom prst="rect">
            <a:avLst/>
          </a:prstGeom>
          <a:noFill/>
          <a:ln>
            <a:noFill/>
          </a:ln>
        </p:spPr>
      </p:pic>
      <p:pic>
        <p:nvPicPr>
          <p:cNvPr id="1080" name="Google Shape;1080;p43"/>
          <p:cNvPicPr preferRelativeResize="0"/>
          <p:nvPr/>
        </p:nvPicPr>
        <p:blipFill>
          <a:blip r:embed="rId11">
            <a:alphaModFix/>
          </a:blip>
          <a:stretch>
            <a:fillRect/>
          </a:stretch>
        </p:blipFill>
        <p:spPr>
          <a:xfrm>
            <a:off x="10940529" y="2983885"/>
            <a:ext cx="599850" cy="580003"/>
          </a:xfrm>
          <a:prstGeom prst="rect">
            <a:avLst/>
          </a:prstGeom>
          <a:noFill/>
          <a:ln>
            <a:noFill/>
          </a:ln>
        </p:spPr>
      </p:pic>
      <p:cxnSp>
        <p:nvCxnSpPr>
          <p:cNvPr id="1081" name="Google Shape;1081;p43"/>
          <p:cNvCxnSpPr>
            <a:stCxn id="1067" idx="4"/>
            <a:endCxn id="1070"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1082" name="Google Shape;1082;p43"/>
          <p:cNvCxnSpPr>
            <a:stCxn id="1070" idx="3"/>
            <a:endCxn id="1074" idx="1"/>
          </p:cNvCxnSpPr>
          <p:nvPr/>
        </p:nvCxnSpPr>
        <p:spPr>
          <a:xfrm>
            <a:off x="2555572" y="1435372"/>
            <a:ext cx="497100" cy="0"/>
          </a:xfrm>
          <a:prstGeom prst="straightConnector1">
            <a:avLst/>
          </a:prstGeom>
          <a:noFill/>
          <a:ln cap="flat" cmpd="sng" w="12700">
            <a:solidFill>
              <a:srgbClr val="666666"/>
            </a:solidFill>
            <a:prstDash val="solid"/>
            <a:round/>
            <a:headEnd len="med" w="med" type="none"/>
            <a:tailEnd len="med" w="med" type="triangle"/>
          </a:ln>
        </p:spPr>
      </p:cxnSp>
      <p:cxnSp>
        <p:nvCxnSpPr>
          <p:cNvPr id="1083" name="Google Shape;1083;p43"/>
          <p:cNvCxnSpPr>
            <a:stCxn id="1074" idx="3"/>
            <a:endCxn id="1073" idx="1"/>
          </p:cNvCxnSpPr>
          <p:nvPr/>
        </p:nvCxnSpPr>
        <p:spPr>
          <a:xfrm>
            <a:off x="4172722" y="1435377"/>
            <a:ext cx="653100" cy="0"/>
          </a:xfrm>
          <a:prstGeom prst="straightConnector1">
            <a:avLst/>
          </a:prstGeom>
          <a:noFill/>
          <a:ln cap="flat" cmpd="sng" w="12700">
            <a:solidFill>
              <a:srgbClr val="666666"/>
            </a:solidFill>
            <a:prstDash val="solid"/>
            <a:round/>
            <a:headEnd len="med" w="med" type="none"/>
            <a:tailEnd len="med" w="med" type="triangle"/>
          </a:ln>
        </p:spPr>
      </p:cxnSp>
      <p:cxnSp>
        <p:nvCxnSpPr>
          <p:cNvPr id="1084" name="Google Shape;1084;p43"/>
          <p:cNvCxnSpPr>
            <a:stCxn id="1074" idx="2"/>
            <a:endCxn id="1071" idx="1"/>
          </p:cNvCxnSpPr>
          <p:nvPr/>
        </p:nvCxnSpPr>
        <p:spPr>
          <a:xfrm flipH="1" rot="-5400000">
            <a:off x="3850479" y="1774737"/>
            <a:ext cx="789300" cy="1264800"/>
          </a:xfrm>
          <a:prstGeom prst="bentConnector2">
            <a:avLst/>
          </a:prstGeom>
          <a:noFill/>
          <a:ln cap="flat" cmpd="sng" w="12700">
            <a:solidFill>
              <a:srgbClr val="666666"/>
            </a:solidFill>
            <a:prstDash val="solid"/>
            <a:round/>
            <a:headEnd len="med" w="med" type="none"/>
            <a:tailEnd len="med" w="med" type="triangle"/>
          </a:ln>
        </p:spPr>
      </p:cxnSp>
      <p:cxnSp>
        <p:nvCxnSpPr>
          <p:cNvPr id="1085" name="Google Shape;1085;p43"/>
          <p:cNvCxnSpPr>
            <a:stCxn id="1074" idx="2"/>
            <a:endCxn id="1072" idx="1"/>
          </p:cNvCxnSpPr>
          <p:nvPr/>
        </p:nvCxnSpPr>
        <p:spPr>
          <a:xfrm flipH="1" rot="-5400000">
            <a:off x="3399729" y="2225487"/>
            <a:ext cx="1690800" cy="1264800"/>
          </a:xfrm>
          <a:prstGeom prst="bentConnector2">
            <a:avLst/>
          </a:prstGeom>
          <a:noFill/>
          <a:ln cap="flat" cmpd="sng" w="12700">
            <a:solidFill>
              <a:srgbClr val="666666"/>
            </a:solidFill>
            <a:prstDash val="solid"/>
            <a:round/>
            <a:headEnd len="med" w="med" type="none"/>
            <a:tailEnd len="med" w="med" type="triangle"/>
          </a:ln>
        </p:spPr>
      </p:cxnSp>
      <p:cxnSp>
        <p:nvCxnSpPr>
          <p:cNvPr id="1086" name="Google Shape;1086;p43"/>
          <p:cNvCxnSpPr>
            <a:stCxn id="1071" idx="3"/>
            <a:endCxn id="1075" idx="1"/>
          </p:cNvCxnSpPr>
          <p:nvPr/>
        </p:nvCxnSpPr>
        <p:spPr>
          <a:xfrm>
            <a:off x="6006963" y="2801724"/>
            <a:ext cx="512400" cy="0"/>
          </a:xfrm>
          <a:prstGeom prst="straightConnector1">
            <a:avLst/>
          </a:prstGeom>
          <a:noFill/>
          <a:ln cap="flat" cmpd="sng" w="12700">
            <a:solidFill>
              <a:srgbClr val="666666"/>
            </a:solidFill>
            <a:prstDash val="solid"/>
            <a:round/>
            <a:headEnd len="med" w="med" type="none"/>
            <a:tailEnd len="med" w="med" type="triangle"/>
          </a:ln>
        </p:spPr>
      </p:cxnSp>
      <p:cxnSp>
        <p:nvCxnSpPr>
          <p:cNvPr id="1087" name="Google Shape;1087;p43"/>
          <p:cNvCxnSpPr>
            <a:stCxn id="1075" idx="3"/>
            <a:endCxn id="1077" idx="1"/>
          </p:cNvCxnSpPr>
          <p:nvPr/>
        </p:nvCxnSpPr>
        <p:spPr>
          <a:xfrm>
            <a:off x="7251519" y="2801769"/>
            <a:ext cx="615000" cy="0"/>
          </a:xfrm>
          <a:prstGeom prst="straightConnector1">
            <a:avLst/>
          </a:prstGeom>
          <a:noFill/>
          <a:ln cap="flat" cmpd="sng" w="12700">
            <a:solidFill>
              <a:srgbClr val="666666"/>
            </a:solidFill>
            <a:prstDash val="solid"/>
            <a:round/>
            <a:headEnd len="med" w="med" type="none"/>
            <a:tailEnd len="med" w="med" type="triangle"/>
          </a:ln>
        </p:spPr>
      </p:cxnSp>
      <p:cxnSp>
        <p:nvCxnSpPr>
          <p:cNvPr id="1088" name="Google Shape;1088;p43"/>
          <p:cNvCxnSpPr>
            <a:stCxn id="1077" idx="2"/>
            <a:endCxn id="1078" idx="0"/>
          </p:cNvCxnSpPr>
          <p:nvPr/>
        </p:nvCxnSpPr>
        <p:spPr>
          <a:xfrm>
            <a:off x="8166382" y="3068433"/>
            <a:ext cx="0" cy="415200"/>
          </a:xfrm>
          <a:prstGeom prst="straightConnector1">
            <a:avLst/>
          </a:prstGeom>
          <a:noFill/>
          <a:ln cap="flat" cmpd="sng" w="12700">
            <a:solidFill>
              <a:srgbClr val="666666"/>
            </a:solidFill>
            <a:prstDash val="solid"/>
            <a:round/>
            <a:headEnd len="med" w="med" type="none"/>
            <a:tailEnd len="med" w="med" type="triangle"/>
          </a:ln>
        </p:spPr>
      </p:cxnSp>
      <p:cxnSp>
        <p:nvCxnSpPr>
          <p:cNvPr id="1089" name="Google Shape;1089;p43"/>
          <p:cNvCxnSpPr>
            <a:stCxn id="1072" idx="3"/>
            <a:endCxn id="1078" idx="1"/>
          </p:cNvCxnSpPr>
          <p:nvPr/>
        </p:nvCxnSpPr>
        <p:spPr>
          <a:xfrm>
            <a:off x="6006964" y="3703198"/>
            <a:ext cx="1651500" cy="0"/>
          </a:xfrm>
          <a:prstGeom prst="straightConnector1">
            <a:avLst/>
          </a:prstGeom>
          <a:noFill/>
          <a:ln cap="flat" cmpd="sng" w="12700">
            <a:solidFill>
              <a:srgbClr val="666666"/>
            </a:solidFill>
            <a:prstDash val="solid"/>
            <a:round/>
            <a:headEnd len="med" w="med" type="none"/>
            <a:tailEnd len="med" w="med" type="triangle"/>
          </a:ln>
        </p:spPr>
      </p:cxnSp>
      <p:cxnSp>
        <p:nvCxnSpPr>
          <p:cNvPr id="1090" name="Google Shape;1090;p43"/>
          <p:cNvCxnSpPr>
            <a:stCxn id="1078" idx="3"/>
            <a:endCxn id="1079" idx="1"/>
          </p:cNvCxnSpPr>
          <p:nvPr/>
        </p:nvCxnSpPr>
        <p:spPr>
          <a:xfrm>
            <a:off x="8674484" y="3703250"/>
            <a:ext cx="546600" cy="0"/>
          </a:xfrm>
          <a:prstGeom prst="straightConnector1">
            <a:avLst/>
          </a:prstGeom>
          <a:noFill/>
          <a:ln cap="flat" cmpd="sng" w="12700">
            <a:solidFill>
              <a:srgbClr val="666666"/>
            </a:solidFill>
            <a:prstDash val="solid"/>
            <a:round/>
            <a:headEnd len="med" w="med" type="none"/>
            <a:tailEnd len="med" w="med" type="triangle"/>
          </a:ln>
        </p:spPr>
      </p:cxnSp>
      <p:cxnSp>
        <p:nvCxnSpPr>
          <p:cNvPr id="1091" name="Google Shape;1091;p43"/>
          <p:cNvCxnSpPr>
            <a:stCxn id="1079" idx="3"/>
            <a:endCxn id="1080" idx="1"/>
          </p:cNvCxnSpPr>
          <p:nvPr/>
        </p:nvCxnSpPr>
        <p:spPr>
          <a:xfrm flipH="1" rot="10800000">
            <a:off x="10597166" y="3273895"/>
            <a:ext cx="343500" cy="429300"/>
          </a:xfrm>
          <a:prstGeom prst="straightConnector1">
            <a:avLst/>
          </a:prstGeom>
          <a:noFill/>
          <a:ln cap="flat" cmpd="sng" w="12700">
            <a:solidFill>
              <a:srgbClr val="666666"/>
            </a:solidFill>
            <a:prstDash val="solid"/>
            <a:round/>
            <a:headEnd len="med" w="med" type="none"/>
            <a:tailEnd len="med" w="med" type="triangle"/>
          </a:ln>
        </p:spPr>
      </p:cxnSp>
      <p:sp>
        <p:nvSpPr>
          <p:cNvPr id="1092" name="Google Shape;1092;p43"/>
          <p:cNvSpPr txBox="1"/>
          <p:nvPr/>
        </p:nvSpPr>
        <p:spPr>
          <a:xfrm>
            <a:off x="10940529" y="3870467"/>
            <a:ext cx="599700" cy="430800"/>
          </a:xfrm>
          <a:prstGeom prst="rect">
            <a:avLst/>
          </a:prstGeom>
          <a:noFill/>
          <a:ln cap="flat" cmpd="sng" w="9525">
            <a:solidFill>
              <a:srgbClr val="666666"/>
            </a:solidFill>
            <a:prstDash val="solid"/>
            <a:round/>
            <a:headEnd len="sm" w="sm" type="none"/>
            <a:tailEnd len="sm" w="sm" type="none"/>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200">
                <a:solidFill>
                  <a:schemeClr val="dk1"/>
                </a:solidFill>
              </a:rPr>
              <a:t>85%</a:t>
            </a:r>
            <a:endParaRPr b="1" sz="1200">
              <a:solidFill>
                <a:schemeClr val="dk1"/>
              </a:solidFill>
            </a:endParaRPr>
          </a:p>
        </p:txBody>
      </p:sp>
      <p:cxnSp>
        <p:nvCxnSpPr>
          <p:cNvPr id="1093" name="Google Shape;1093;p43"/>
          <p:cNvCxnSpPr>
            <a:stCxn id="1079" idx="3"/>
            <a:endCxn id="1092" idx="1"/>
          </p:cNvCxnSpPr>
          <p:nvPr/>
        </p:nvCxnSpPr>
        <p:spPr>
          <a:xfrm>
            <a:off x="10597166" y="3703195"/>
            <a:ext cx="343500" cy="382800"/>
          </a:xfrm>
          <a:prstGeom prst="straightConnector1">
            <a:avLst/>
          </a:prstGeom>
          <a:noFill/>
          <a:ln cap="flat" cmpd="sng" w="12700">
            <a:solidFill>
              <a:srgbClr val="666666"/>
            </a:solidFill>
            <a:prstDash val="solid"/>
            <a:round/>
            <a:headEnd len="med" w="med" type="none"/>
            <a:tailEnd len="med" w="med" type="triangle"/>
          </a:ln>
        </p:spPr>
      </p:cxnSp>
      <p:cxnSp>
        <p:nvCxnSpPr>
          <p:cNvPr id="1094" name="Google Shape;1094;p43"/>
          <p:cNvCxnSpPr>
            <a:stCxn id="1068" idx="3"/>
            <a:endCxn id="1070"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pic>
        <p:nvPicPr>
          <p:cNvPr id="1095" name="Google Shape;1095;p43"/>
          <p:cNvPicPr preferRelativeResize="0"/>
          <p:nvPr/>
        </p:nvPicPr>
        <p:blipFill>
          <a:blip r:embed="rId12">
            <a:alphaModFix/>
          </a:blip>
          <a:stretch>
            <a:fillRect/>
          </a:stretch>
        </p:blipFill>
        <p:spPr>
          <a:xfrm>
            <a:off x="1435574" y="4483567"/>
            <a:ext cx="1119987" cy="633036"/>
          </a:xfrm>
          <a:prstGeom prst="rect">
            <a:avLst/>
          </a:prstGeom>
          <a:noFill/>
          <a:ln>
            <a:noFill/>
          </a:ln>
        </p:spPr>
      </p:pic>
      <p:cxnSp>
        <p:nvCxnSpPr>
          <p:cNvPr id="1096" name="Google Shape;1096;p43"/>
          <p:cNvCxnSpPr>
            <a:stCxn id="1067" idx="4"/>
            <a:endCxn id="1095" idx="1"/>
          </p:cNvCxnSpPr>
          <p:nvPr/>
        </p:nvCxnSpPr>
        <p:spPr>
          <a:xfrm>
            <a:off x="938399" y="1854750"/>
            <a:ext cx="497100" cy="2945400"/>
          </a:xfrm>
          <a:prstGeom prst="bentConnector3">
            <a:avLst>
              <a:gd fmla="val 67237" name="adj1"/>
            </a:avLst>
          </a:prstGeom>
          <a:noFill/>
          <a:ln cap="flat" cmpd="sng" w="12700">
            <a:solidFill>
              <a:srgbClr val="666666"/>
            </a:solidFill>
            <a:prstDash val="solid"/>
            <a:round/>
            <a:headEnd len="med" w="med" type="none"/>
            <a:tailEnd len="med" w="med" type="triangle"/>
          </a:ln>
        </p:spPr>
      </p:cxnSp>
      <p:sp>
        <p:nvSpPr>
          <p:cNvPr id="1097" name="Google Shape;1097;p43"/>
          <p:cNvSpPr txBox="1"/>
          <p:nvPr/>
        </p:nvSpPr>
        <p:spPr>
          <a:xfrm>
            <a:off x="3052736" y="1229200"/>
            <a:ext cx="10161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X</a:t>
            </a:r>
            <a:endParaRPr b="1" sz="1866"/>
          </a:p>
          <a:p>
            <a:pPr indent="0" lvl="0" marL="0" rtl="0" algn="ctr">
              <a:spcBef>
                <a:spcPts val="0"/>
              </a:spcBef>
              <a:spcAft>
                <a:spcPts val="0"/>
              </a:spcAft>
              <a:buNone/>
            </a:pPr>
            <a:r>
              <a:rPr b="1" lang="en" sz="1333">
                <a:solidFill>
                  <a:srgbClr val="38761D"/>
                </a:solidFill>
              </a:rPr>
              <a:t>(Feature)</a:t>
            </a:r>
            <a:endParaRPr b="1" sz="1333">
              <a:solidFill>
                <a:srgbClr val="38761D"/>
              </a:solidFill>
            </a:endParaRPr>
          </a:p>
        </p:txBody>
      </p:sp>
      <p:sp>
        <p:nvSpPr>
          <p:cNvPr id="1098" name="Google Shape;1098;p43"/>
          <p:cNvSpPr txBox="1"/>
          <p:nvPr/>
        </p:nvSpPr>
        <p:spPr>
          <a:xfrm>
            <a:off x="3612729" y="1229200"/>
            <a:ext cx="10161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Y</a:t>
            </a:r>
            <a:endParaRPr b="1" sz="1866"/>
          </a:p>
        </p:txBody>
      </p:sp>
      <p:sp>
        <p:nvSpPr>
          <p:cNvPr id="1099" name="Google Shape;1099;p43"/>
          <p:cNvSpPr txBox="1"/>
          <p:nvPr/>
        </p:nvSpPr>
        <p:spPr>
          <a:xfrm>
            <a:off x="4888210" y="2591167"/>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chemeClr val="accent5"/>
                </a:solidFill>
              </a:rPr>
              <a:t>Train</a:t>
            </a:r>
            <a:endParaRPr b="1" sz="1733">
              <a:solidFill>
                <a:schemeClr val="accent5"/>
              </a:solidFill>
            </a:endParaRPr>
          </a:p>
        </p:txBody>
      </p:sp>
      <p:sp>
        <p:nvSpPr>
          <p:cNvPr id="1100" name="Google Shape;1100;p43"/>
          <p:cNvSpPr txBox="1"/>
          <p:nvPr/>
        </p:nvSpPr>
        <p:spPr>
          <a:xfrm>
            <a:off x="4888210" y="3483833"/>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rgbClr val="4A86E8"/>
                </a:solidFill>
              </a:rPr>
              <a:t>Test</a:t>
            </a:r>
            <a:endParaRPr b="1" sz="1733">
              <a:solidFill>
                <a:srgbClr val="4A86E8"/>
              </a:solidFill>
            </a:endParaRPr>
          </a:p>
        </p:txBody>
      </p:sp>
      <p:sp>
        <p:nvSpPr>
          <p:cNvPr id="1101" name="Google Shape;1101;p43"/>
          <p:cNvSpPr txBox="1"/>
          <p:nvPr/>
        </p:nvSpPr>
        <p:spPr>
          <a:xfrm>
            <a:off x="3585736" y="935000"/>
            <a:ext cx="10701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rgbClr val="FF9900"/>
                </a:solidFill>
              </a:rPr>
              <a:t>(Label)</a:t>
            </a:r>
            <a:endParaRPr b="1" sz="1866">
              <a:solidFill>
                <a:srgbClr val="FF9900"/>
              </a:solidFill>
            </a:endParaRPr>
          </a:p>
        </p:txBody>
      </p:sp>
      <p:sp>
        <p:nvSpPr>
          <p:cNvPr id="1102" name="Google Shape;1102;p43"/>
          <p:cNvSpPr txBox="1"/>
          <p:nvPr/>
        </p:nvSpPr>
        <p:spPr>
          <a:xfrm>
            <a:off x="4669898" y="1684950"/>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Data Exploration</a:t>
            </a:r>
            <a:endParaRPr b="1" sz="1333">
              <a:solidFill>
                <a:schemeClr val="dk1"/>
              </a:solidFill>
            </a:endParaRPr>
          </a:p>
        </p:txBody>
      </p:sp>
      <p:sp>
        <p:nvSpPr>
          <p:cNvPr id="1103" name="Google Shape;1103;p43"/>
          <p:cNvSpPr txBox="1"/>
          <p:nvPr/>
        </p:nvSpPr>
        <p:spPr>
          <a:xfrm>
            <a:off x="6088577" y="2924133"/>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Model </a:t>
            </a:r>
            <a:endParaRPr b="1" sz="1333">
              <a:solidFill>
                <a:schemeClr val="dk1"/>
              </a:solidFill>
            </a:endParaRPr>
          </a:p>
          <a:p>
            <a:pPr indent="0" lvl="0" marL="0" rtl="0" algn="ctr">
              <a:spcBef>
                <a:spcPts val="0"/>
              </a:spcBef>
              <a:spcAft>
                <a:spcPts val="0"/>
              </a:spcAft>
              <a:buNone/>
            </a:pPr>
            <a:r>
              <a:rPr b="1" lang="en" sz="1333">
                <a:solidFill>
                  <a:schemeClr val="dk1"/>
                </a:solidFill>
              </a:rPr>
              <a:t>Training</a:t>
            </a:r>
            <a:endParaRPr b="1" sz="1333">
              <a:solidFill>
                <a:schemeClr val="dk1"/>
              </a:solidFill>
            </a:endParaRPr>
          </a:p>
        </p:txBody>
      </p:sp>
      <p:sp>
        <p:nvSpPr>
          <p:cNvPr id="1104" name="Google Shape;1104;p43"/>
          <p:cNvSpPr txBox="1"/>
          <p:nvPr/>
        </p:nvSpPr>
        <p:spPr>
          <a:xfrm>
            <a:off x="7761158" y="3478000"/>
            <a:ext cx="8250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Predict</a:t>
            </a:r>
            <a:endParaRPr b="1" sz="1333">
              <a:solidFill>
                <a:schemeClr val="dk1"/>
              </a:solidFill>
            </a:endParaRPr>
          </a:p>
        </p:txBody>
      </p:sp>
      <p:sp>
        <p:nvSpPr>
          <p:cNvPr id="1105" name="Google Shape;1105;p43"/>
          <p:cNvSpPr txBox="1"/>
          <p:nvPr/>
        </p:nvSpPr>
        <p:spPr>
          <a:xfrm>
            <a:off x="1337932" y="4982900"/>
            <a:ext cx="13173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New Data</a:t>
            </a:r>
            <a:endParaRPr b="1" sz="1333">
              <a:solidFill>
                <a:schemeClr val="dk1"/>
              </a:solidFill>
            </a:endParaRPr>
          </a:p>
        </p:txBody>
      </p:sp>
      <p:grpSp>
        <p:nvGrpSpPr>
          <p:cNvPr id="1106" name="Google Shape;1106;p43"/>
          <p:cNvGrpSpPr/>
          <p:nvPr/>
        </p:nvGrpSpPr>
        <p:grpSpPr>
          <a:xfrm>
            <a:off x="1572473" y="1970784"/>
            <a:ext cx="599850" cy="533587"/>
            <a:chOff x="1179650" y="1478125"/>
            <a:chExt cx="450000" cy="400200"/>
          </a:xfrm>
        </p:grpSpPr>
        <p:sp>
          <p:nvSpPr>
            <p:cNvPr id="1107" name="Google Shape;1107;p4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08" name="Google Shape;1108;p4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a:t>
              </a:r>
              <a:endParaRPr b="1" sz="1866">
                <a:solidFill>
                  <a:schemeClr val="dk1"/>
                </a:solidFill>
              </a:endParaRPr>
            </a:p>
          </p:txBody>
        </p:sp>
      </p:grpSp>
      <p:grpSp>
        <p:nvGrpSpPr>
          <p:cNvPr id="1109" name="Google Shape;1109;p43"/>
          <p:cNvGrpSpPr/>
          <p:nvPr/>
        </p:nvGrpSpPr>
        <p:grpSpPr>
          <a:xfrm>
            <a:off x="3052836" y="478384"/>
            <a:ext cx="599850" cy="533587"/>
            <a:chOff x="1179650" y="1478125"/>
            <a:chExt cx="450000" cy="400200"/>
          </a:xfrm>
        </p:grpSpPr>
        <p:sp>
          <p:nvSpPr>
            <p:cNvPr id="1110" name="Google Shape;1110;p4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11" name="Google Shape;1111;p4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2</a:t>
              </a:r>
              <a:endParaRPr b="1" sz="1866">
                <a:solidFill>
                  <a:schemeClr val="dk1"/>
                </a:solidFill>
              </a:endParaRPr>
            </a:p>
          </p:txBody>
        </p:sp>
      </p:grpSp>
      <p:grpSp>
        <p:nvGrpSpPr>
          <p:cNvPr id="1112" name="Google Shape;1112;p43"/>
          <p:cNvGrpSpPr/>
          <p:nvPr/>
        </p:nvGrpSpPr>
        <p:grpSpPr>
          <a:xfrm>
            <a:off x="4669898" y="742367"/>
            <a:ext cx="599850" cy="533587"/>
            <a:chOff x="1179650" y="1478125"/>
            <a:chExt cx="450000" cy="400200"/>
          </a:xfrm>
        </p:grpSpPr>
        <p:sp>
          <p:nvSpPr>
            <p:cNvPr id="1113" name="Google Shape;1113;p4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14" name="Google Shape;1114;p4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3</a:t>
              </a:r>
              <a:endParaRPr b="1" sz="1866">
                <a:solidFill>
                  <a:schemeClr val="dk1"/>
                </a:solidFill>
              </a:endParaRPr>
            </a:p>
          </p:txBody>
        </p:sp>
      </p:grpSp>
      <p:grpSp>
        <p:nvGrpSpPr>
          <p:cNvPr id="1115" name="Google Shape;1115;p43"/>
          <p:cNvGrpSpPr/>
          <p:nvPr/>
        </p:nvGrpSpPr>
        <p:grpSpPr>
          <a:xfrm>
            <a:off x="3312805" y="2424667"/>
            <a:ext cx="599850" cy="533587"/>
            <a:chOff x="1179650" y="1478125"/>
            <a:chExt cx="450000" cy="400200"/>
          </a:xfrm>
        </p:grpSpPr>
        <p:sp>
          <p:nvSpPr>
            <p:cNvPr id="1116" name="Google Shape;1116;p4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17" name="Google Shape;1117;p4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4</a:t>
              </a:r>
              <a:endParaRPr b="1" sz="1866">
                <a:solidFill>
                  <a:schemeClr val="dk1"/>
                </a:solidFill>
              </a:endParaRPr>
            </a:p>
          </p:txBody>
        </p:sp>
      </p:grpSp>
      <p:grpSp>
        <p:nvGrpSpPr>
          <p:cNvPr id="1118" name="Google Shape;1118;p43"/>
          <p:cNvGrpSpPr/>
          <p:nvPr/>
        </p:nvGrpSpPr>
        <p:grpSpPr>
          <a:xfrm>
            <a:off x="6585519" y="2072701"/>
            <a:ext cx="599850" cy="533587"/>
            <a:chOff x="1179650" y="1478125"/>
            <a:chExt cx="450000" cy="400200"/>
          </a:xfrm>
        </p:grpSpPr>
        <p:sp>
          <p:nvSpPr>
            <p:cNvPr id="1119" name="Google Shape;1119;p4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20" name="Google Shape;1120;p4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5</a:t>
              </a:r>
              <a:endParaRPr b="1" sz="1866">
                <a:solidFill>
                  <a:schemeClr val="dk1"/>
                </a:solidFill>
              </a:endParaRPr>
            </a:p>
          </p:txBody>
        </p:sp>
      </p:grpSp>
      <p:grpSp>
        <p:nvGrpSpPr>
          <p:cNvPr id="1121" name="Google Shape;1121;p43"/>
          <p:cNvGrpSpPr/>
          <p:nvPr/>
        </p:nvGrpSpPr>
        <p:grpSpPr>
          <a:xfrm>
            <a:off x="7663399" y="2985667"/>
            <a:ext cx="599850" cy="533587"/>
            <a:chOff x="1179650" y="1478125"/>
            <a:chExt cx="450000" cy="400200"/>
          </a:xfrm>
        </p:grpSpPr>
        <p:sp>
          <p:nvSpPr>
            <p:cNvPr id="1122" name="Google Shape;1122;p4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23" name="Google Shape;1123;p4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6</a:t>
              </a:r>
              <a:endParaRPr b="1" sz="1866">
                <a:solidFill>
                  <a:schemeClr val="dk1"/>
                </a:solidFill>
              </a:endParaRPr>
            </a:p>
          </p:txBody>
        </p:sp>
      </p:grpSp>
      <p:grpSp>
        <p:nvGrpSpPr>
          <p:cNvPr id="1124" name="Google Shape;1124;p43"/>
          <p:cNvGrpSpPr/>
          <p:nvPr/>
        </p:nvGrpSpPr>
        <p:grpSpPr>
          <a:xfrm>
            <a:off x="10340846" y="2801901"/>
            <a:ext cx="599850" cy="533587"/>
            <a:chOff x="1179650" y="1478125"/>
            <a:chExt cx="450000" cy="400200"/>
          </a:xfrm>
        </p:grpSpPr>
        <p:sp>
          <p:nvSpPr>
            <p:cNvPr id="1125" name="Google Shape;1125;p4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26" name="Google Shape;1126;p4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7</a:t>
              </a:r>
              <a:endParaRPr b="1" sz="1866">
                <a:solidFill>
                  <a:schemeClr val="dk1"/>
                </a:solidFill>
              </a:endParaRPr>
            </a:p>
          </p:txBody>
        </p:sp>
      </p:grpSp>
      <p:grpSp>
        <p:nvGrpSpPr>
          <p:cNvPr id="1127" name="Google Shape;1127;p43"/>
          <p:cNvGrpSpPr/>
          <p:nvPr/>
        </p:nvGrpSpPr>
        <p:grpSpPr>
          <a:xfrm>
            <a:off x="1695643" y="3996967"/>
            <a:ext cx="599850" cy="533587"/>
            <a:chOff x="1179650" y="1478125"/>
            <a:chExt cx="450000" cy="400200"/>
          </a:xfrm>
        </p:grpSpPr>
        <p:sp>
          <p:nvSpPr>
            <p:cNvPr id="1128" name="Google Shape;1128;p43"/>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29" name="Google Shape;1129;p43"/>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8</a:t>
              </a:r>
              <a:endParaRPr b="1" sz="1866">
                <a:solidFill>
                  <a:schemeClr val="dk1"/>
                </a:solidFill>
              </a:endParaRPr>
            </a:p>
          </p:txBody>
        </p:sp>
      </p:grpSp>
      <p:sp>
        <p:nvSpPr>
          <p:cNvPr id="1130" name="Google Shape;1130;p43"/>
          <p:cNvSpPr txBox="1"/>
          <p:nvPr/>
        </p:nvSpPr>
        <p:spPr>
          <a:xfrm>
            <a:off x="1135882" y="5326233"/>
            <a:ext cx="6726600" cy="892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i="1" lang="en" sz="1400">
                <a:solidFill>
                  <a:srgbClr val="999988"/>
                </a:solidFill>
                <a:highlight>
                  <a:srgbClr val="F8F8F8"/>
                </a:highlight>
                <a:latin typeface="Courier New"/>
                <a:ea typeface="Courier New"/>
                <a:cs typeface="Courier New"/>
                <a:sym typeface="Courier New"/>
              </a:rPr>
              <a:t># step 8 - load new data</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iris_new = pd.read_csv(</a:t>
            </a:r>
            <a:r>
              <a:rPr lang="en" sz="1400">
                <a:solidFill>
                  <a:srgbClr val="DD1144"/>
                </a:solidFill>
                <a:highlight>
                  <a:srgbClr val="F8F8F8"/>
                </a:highlight>
                <a:latin typeface="Courier New"/>
                <a:ea typeface="Courier New"/>
                <a:cs typeface="Courier New"/>
                <a:sym typeface="Courier New"/>
              </a:rPr>
              <a:t>'iris_new.csv'</a:t>
            </a:r>
            <a:r>
              <a:rPr lang="en" sz="1400">
                <a:solidFill>
                  <a:srgbClr val="333333"/>
                </a:solidFill>
                <a:highlight>
                  <a:srgbClr val="F8F8F8"/>
                </a:highlight>
                <a:latin typeface="Courier New"/>
                <a:ea typeface="Courier New"/>
                <a:cs typeface="Courier New"/>
                <a:sym typeface="Courier New"/>
              </a:rPr>
              <a:t>)</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400">
              <a:solidFill>
                <a:srgbClr val="333333"/>
              </a:solidFill>
              <a:highlight>
                <a:srgbClr val="F8F8F8"/>
              </a:highlight>
              <a:latin typeface="Courier New"/>
              <a:ea typeface="Courier New"/>
              <a:cs typeface="Courier New"/>
              <a:sym typeface="Courier New"/>
            </a:endParaRPr>
          </a:p>
        </p:txBody>
      </p:sp>
      <p:sp>
        <p:nvSpPr>
          <p:cNvPr id="1131" name="Google Shape;1131;p43"/>
          <p:cNvSpPr txBox="1"/>
          <p:nvPr>
            <p:ph idx="4294967295" type="title"/>
          </p:nvPr>
        </p:nvSpPr>
        <p:spPr>
          <a:xfrm>
            <a:off x="8344126" y="199250"/>
            <a:ext cx="35793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8</a:t>
            </a:r>
            <a:r>
              <a:rPr lang="en" sz="2800">
                <a:solidFill>
                  <a:schemeClr val="accent6"/>
                </a:solidFill>
              </a:rPr>
              <a:t>. Read New Data</a:t>
            </a:r>
            <a:endParaRPr sz="2800">
              <a:solidFill>
                <a:schemeClr val="accent6"/>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44"/>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1137" name="Google Shape;1137;p44"/>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1138" name="Google Shape;1138;p44"/>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1139" name="Google Shape;1139;p44"/>
          <p:cNvPicPr preferRelativeResize="0"/>
          <p:nvPr/>
        </p:nvPicPr>
        <p:blipFill>
          <a:blip r:embed="rId4">
            <a:alphaModFix/>
          </a:blip>
          <a:stretch>
            <a:fillRect/>
          </a:stretch>
        </p:blipFill>
        <p:spPr>
          <a:xfrm>
            <a:off x="1435574" y="860767"/>
            <a:ext cx="1119998" cy="1149211"/>
          </a:xfrm>
          <a:prstGeom prst="rect">
            <a:avLst/>
          </a:prstGeom>
          <a:noFill/>
          <a:ln>
            <a:noFill/>
          </a:ln>
        </p:spPr>
      </p:pic>
      <p:pic>
        <p:nvPicPr>
          <p:cNvPr id="1140" name="Google Shape;1140;p44"/>
          <p:cNvPicPr preferRelativeResize="0"/>
          <p:nvPr/>
        </p:nvPicPr>
        <p:blipFill>
          <a:blip r:embed="rId5">
            <a:alphaModFix/>
          </a:blip>
          <a:stretch>
            <a:fillRect/>
          </a:stretch>
        </p:blipFill>
        <p:spPr>
          <a:xfrm>
            <a:off x="4877446" y="2373200"/>
            <a:ext cx="1129517" cy="857049"/>
          </a:xfrm>
          <a:prstGeom prst="rect">
            <a:avLst/>
          </a:prstGeom>
          <a:noFill/>
          <a:ln>
            <a:noFill/>
          </a:ln>
        </p:spPr>
      </p:pic>
      <p:pic>
        <p:nvPicPr>
          <p:cNvPr id="1141" name="Google Shape;1141;p44"/>
          <p:cNvPicPr preferRelativeResize="0"/>
          <p:nvPr/>
        </p:nvPicPr>
        <p:blipFill>
          <a:blip r:embed="rId6">
            <a:alphaModFix/>
          </a:blip>
          <a:stretch>
            <a:fillRect/>
          </a:stretch>
        </p:blipFill>
        <p:spPr>
          <a:xfrm>
            <a:off x="4877446" y="3483700"/>
            <a:ext cx="1129517" cy="438995"/>
          </a:xfrm>
          <a:prstGeom prst="rect">
            <a:avLst/>
          </a:prstGeom>
          <a:noFill/>
          <a:ln>
            <a:noFill/>
          </a:ln>
        </p:spPr>
      </p:pic>
      <p:pic>
        <p:nvPicPr>
          <p:cNvPr id="1142" name="Google Shape;1142;p44"/>
          <p:cNvPicPr preferRelativeResize="0"/>
          <p:nvPr/>
        </p:nvPicPr>
        <p:blipFill>
          <a:blip r:embed="rId7">
            <a:alphaModFix/>
          </a:blip>
          <a:stretch>
            <a:fillRect/>
          </a:stretch>
        </p:blipFill>
        <p:spPr>
          <a:xfrm>
            <a:off x="4825692" y="1058700"/>
            <a:ext cx="1119988" cy="753443"/>
          </a:xfrm>
          <a:prstGeom prst="rect">
            <a:avLst/>
          </a:prstGeom>
          <a:noFill/>
          <a:ln>
            <a:noFill/>
          </a:ln>
        </p:spPr>
      </p:pic>
      <p:pic>
        <p:nvPicPr>
          <p:cNvPr id="1143" name="Google Shape;1143;p44"/>
          <p:cNvPicPr preferRelativeResize="0"/>
          <p:nvPr/>
        </p:nvPicPr>
        <p:blipFill>
          <a:blip r:embed="rId8">
            <a:alphaModFix/>
          </a:blip>
          <a:stretch>
            <a:fillRect/>
          </a:stretch>
        </p:blipFill>
        <p:spPr>
          <a:xfrm>
            <a:off x="3052736" y="858267"/>
            <a:ext cx="1119986" cy="1154221"/>
          </a:xfrm>
          <a:prstGeom prst="rect">
            <a:avLst/>
          </a:prstGeom>
          <a:noFill/>
          <a:ln>
            <a:noFill/>
          </a:ln>
        </p:spPr>
      </p:pic>
      <p:pic>
        <p:nvPicPr>
          <p:cNvPr id="1144" name="Google Shape;1144;p44"/>
          <p:cNvPicPr preferRelativeResize="0"/>
          <p:nvPr/>
        </p:nvPicPr>
        <p:blipFill>
          <a:blip r:embed="rId9">
            <a:alphaModFix/>
          </a:blip>
          <a:stretch>
            <a:fillRect/>
          </a:stretch>
        </p:blipFill>
        <p:spPr>
          <a:xfrm>
            <a:off x="6519369" y="2508914"/>
            <a:ext cx="732150" cy="585711"/>
          </a:xfrm>
          <a:prstGeom prst="rect">
            <a:avLst/>
          </a:prstGeom>
          <a:noFill/>
          <a:ln>
            <a:noFill/>
          </a:ln>
        </p:spPr>
      </p:pic>
      <p:sp>
        <p:nvSpPr>
          <p:cNvPr id="1145" name="Google Shape;1145;p44"/>
          <p:cNvSpPr/>
          <p:nvPr/>
        </p:nvSpPr>
        <p:spPr>
          <a:xfrm>
            <a:off x="7866532" y="25018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46" name="Google Shape;1146;p44"/>
          <p:cNvSpPr txBox="1"/>
          <p:nvPr/>
        </p:nvSpPr>
        <p:spPr>
          <a:xfrm>
            <a:off x="7866532" y="2535033"/>
            <a:ext cx="5997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933">
                <a:solidFill>
                  <a:schemeClr val="dk1"/>
                </a:solidFill>
              </a:rPr>
              <a:t>KNN</a:t>
            </a:r>
            <a:endParaRPr sz="933">
              <a:solidFill>
                <a:schemeClr val="dk1"/>
              </a:solidFill>
            </a:endParaRPr>
          </a:p>
          <a:p>
            <a:pPr indent="0" lvl="0" marL="0" rtl="0" algn="ctr">
              <a:spcBef>
                <a:spcPts val="0"/>
              </a:spcBef>
              <a:spcAft>
                <a:spcPts val="0"/>
              </a:spcAft>
              <a:buNone/>
            </a:pPr>
            <a:r>
              <a:rPr lang="en" sz="933">
                <a:solidFill>
                  <a:schemeClr val="dk1"/>
                </a:solidFill>
              </a:rPr>
              <a:t>Model</a:t>
            </a:r>
            <a:endParaRPr sz="933">
              <a:solidFill>
                <a:schemeClr val="dk1"/>
              </a:solidFill>
            </a:endParaRPr>
          </a:p>
        </p:txBody>
      </p:sp>
      <p:sp>
        <p:nvSpPr>
          <p:cNvPr id="1147" name="Google Shape;1147;p44"/>
          <p:cNvSpPr/>
          <p:nvPr/>
        </p:nvSpPr>
        <p:spPr>
          <a:xfrm>
            <a:off x="7658384" y="3483650"/>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1148" name="Google Shape;1148;p44"/>
          <p:cNvPicPr preferRelativeResize="0"/>
          <p:nvPr/>
        </p:nvPicPr>
        <p:blipFill>
          <a:blip r:embed="rId10">
            <a:alphaModFix/>
          </a:blip>
          <a:stretch>
            <a:fillRect/>
          </a:stretch>
        </p:blipFill>
        <p:spPr>
          <a:xfrm>
            <a:off x="9221026" y="3483700"/>
            <a:ext cx="1376140" cy="438990"/>
          </a:xfrm>
          <a:prstGeom prst="rect">
            <a:avLst/>
          </a:prstGeom>
          <a:noFill/>
          <a:ln>
            <a:noFill/>
          </a:ln>
        </p:spPr>
      </p:pic>
      <p:pic>
        <p:nvPicPr>
          <p:cNvPr id="1149" name="Google Shape;1149;p44"/>
          <p:cNvPicPr preferRelativeResize="0"/>
          <p:nvPr/>
        </p:nvPicPr>
        <p:blipFill>
          <a:blip r:embed="rId11">
            <a:alphaModFix/>
          </a:blip>
          <a:stretch>
            <a:fillRect/>
          </a:stretch>
        </p:blipFill>
        <p:spPr>
          <a:xfrm>
            <a:off x="10940529" y="2983885"/>
            <a:ext cx="599850" cy="580003"/>
          </a:xfrm>
          <a:prstGeom prst="rect">
            <a:avLst/>
          </a:prstGeom>
          <a:noFill/>
          <a:ln>
            <a:noFill/>
          </a:ln>
        </p:spPr>
      </p:pic>
      <p:cxnSp>
        <p:nvCxnSpPr>
          <p:cNvPr id="1150" name="Google Shape;1150;p44"/>
          <p:cNvCxnSpPr>
            <a:stCxn id="1136" idx="4"/>
            <a:endCxn id="1139"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1151" name="Google Shape;1151;p44"/>
          <p:cNvCxnSpPr>
            <a:stCxn id="1139" idx="3"/>
            <a:endCxn id="1143" idx="1"/>
          </p:cNvCxnSpPr>
          <p:nvPr/>
        </p:nvCxnSpPr>
        <p:spPr>
          <a:xfrm>
            <a:off x="2555572" y="1435372"/>
            <a:ext cx="497100" cy="0"/>
          </a:xfrm>
          <a:prstGeom prst="straightConnector1">
            <a:avLst/>
          </a:prstGeom>
          <a:noFill/>
          <a:ln cap="flat" cmpd="sng" w="12700">
            <a:solidFill>
              <a:srgbClr val="666666"/>
            </a:solidFill>
            <a:prstDash val="solid"/>
            <a:round/>
            <a:headEnd len="med" w="med" type="none"/>
            <a:tailEnd len="med" w="med" type="triangle"/>
          </a:ln>
        </p:spPr>
      </p:cxnSp>
      <p:cxnSp>
        <p:nvCxnSpPr>
          <p:cNvPr id="1152" name="Google Shape;1152;p44"/>
          <p:cNvCxnSpPr>
            <a:stCxn id="1143" idx="3"/>
            <a:endCxn id="1142" idx="1"/>
          </p:cNvCxnSpPr>
          <p:nvPr/>
        </p:nvCxnSpPr>
        <p:spPr>
          <a:xfrm>
            <a:off x="4172722" y="1435377"/>
            <a:ext cx="653100" cy="0"/>
          </a:xfrm>
          <a:prstGeom prst="straightConnector1">
            <a:avLst/>
          </a:prstGeom>
          <a:noFill/>
          <a:ln cap="flat" cmpd="sng" w="12700">
            <a:solidFill>
              <a:srgbClr val="666666"/>
            </a:solidFill>
            <a:prstDash val="solid"/>
            <a:round/>
            <a:headEnd len="med" w="med" type="none"/>
            <a:tailEnd len="med" w="med" type="triangle"/>
          </a:ln>
        </p:spPr>
      </p:cxnSp>
      <p:cxnSp>
        <p:nvCxnSpPr>
          <p:cNvPr id="1153" name="Google Shape;1153;p44"/>
          <p:cNvCxnSpPr>
            <a:stCxn id="1143" idx="2"/>
            <a:endCxn id="1140" idx="1"/>
          </p:cNvCxnSpPr>
          <p:nvPr/>
        </p:nvCxnSpPr>
        <p:spPr>
          <a:xfrm flipH="1" rot="-5400000">
            <a:off x="3850479" y="1774737"/>
            <a:ext cx="789300" cy="1264800"/>
          </a:xfrm>
          <a:prstGeom prst="bentConnector2">
            <a:avLst/>
          </a:prstGeom>
          <a:noFill/>
          <a:ln cap="flat" cmpd="sng" w="12700">
            <a:solidFill>
              <a:srgbClr val="666666"/>
            </a:solidFill>
            <a:prstDash val="solid"/>
            <a:round/>
            <a:headEnd len="med" w="med" type="none"/>
            <a:tailEnd len="med" w="med" type="triangle"/>
          </a:ln>
        </p:spPr>
      </p:cxnSp>
      <p:cxnSp>
        <p:nvCxnSpPr>
          <p:cNvPr id="1154" name="Google Shape;1154;p44"/>
          <p:cNvCxnSpPr>
            <a:stCxn id="1143" idx="2"/>
            <a:endCxn id="1141" idx="1"/>
          </p:cNvCxnSpPr>
          <p:nvPr/>
        </p:nvCxnSpPr>
        <p:spPr>
          <a:xfrm flipH="1" rot="-5400000">
            <a:off x="3399729" y="2225487"/>
            <a:ext cx="1690800" cy="1264800"/>
          </a:xfrm>
          <a:prstGeom prst="bentConnector2">
            <a:avLst/>
          </a:prstGeom>
          <a:noFill/>
          <a:ln cap="flat" cmpd="sng" w="12700">
            <a:solidFill>
              <a:srgbClr val="666666"/>
            </a:solidFill>
            <a:prstDash val="solid"/>
            <a:round/>
            <a:headEnd len="med" w="med" type="none"/>
            <a:tailEnd len="med" w="med" type="triangle"/>
          </a:ln>
        </p:spPr>
      </p:cxnSp>
      <p:cxnSp>
        <p:nvCxnSpPr>
          <p:cNvPr id="1155" name="Google Shape;1155;p44"/>
          <p:cNvCxnSpPr>
            <a:stCxn id="1140" idx="3"/>
            <a:endCxn id="1144" idx="1"/>
          </p:cNvCxnSpPr>
          <p:nvPr/>
        </p:nvCxnSpPr>
        <p:spPr>
          <a:xfrm>
            <a:off x="6006963" y="2801724"/>
            <a:ext cx="512400" cy="0"/>
          </a:xfrm>
          <a:prstGeom prst="straightConnector1">
            <a:avLst/>
          </a:prstGeom>
          <a:noFill/>
          <a:ln cap="flat" cmpd="sng" w="12700">
            <a:solidFill>
              <a:srgbClr val="666666"/>
            </a:solidFill>
            <a:prstDash val="solid"/>
            <a:round/>
            <a:headEnd len="med" w="med" type="none"/>
            <a:tailEnd len="med" w="med" type="triangle"/>
          </a:ln>
        </p:spPr>
      </p:cxnSp>
      <p:cxnSp>
        <p:nvCxnSpPr>
          <p:cNvPr id="1156" name="Google Shape;1156;p44"/>
          <p:cNvCxnSpPr>
            <a:stCxn id="1144" idx="3"/>
            <a:endCxn id="1146" idx="1"/>
          </p:cNvCxnSpPr>
          <p:nvPr/>
        </p:nvCxnSpPr>
        <p:spPr>
          <a:xfrm>
            <a:off x="7251519" y="2801769"/>
            <a:ext cx="615000" cy="0"/>
          </a:xfrm>
          <a:prstGeom prst="straightConnector1">
            <a:avLst/>
          </a:prstGeom>
          <a:noFill/>
          <a:ln cap="flat" cmpd="sng" w="12700">
            <a:solidFill>
              <a:srgbClr val="666666"/>
            </a:solidFill>
            <a:prstDash val="solid"/>
            <a:round/>
            <a:headEnd len="med" w="med" type="none"/>
            <a:tailEnd len="med" w="med" type="triangle"/>
          </a:ln>
        </p:spPr>
      </p:cxnSp>
      <p:cxnSp>
        <p:nvCxnSpPr>
          <p:cNvPr id="1157" name="Google Shape;1157;p44"/>
          <p:cNvCxnSpPr>
            <a:stCxn id="1146" idx="2"/>
            <a:endCxn id="1147" idx="0"/>
          </p:cNvCxnSpPr>
          <p:nvPr/>
        </p:nvCxnSpPr>
        <p:spPr>
          <a:xfrm>
            <a:off x="8166382" y="3068433"/>
            <a:ext cx="0" cy="415200"/>
          </a:xfrm>
          <a:prstGeom prst="straightConnector1">
            <a:avLst/>
          </a:prstGeom>
          <a:noFill/>
          <a:ln cap="flat" cmpd="sng" w="12700">
            <a:solidFill>
              <a:srgbClr val="666666"/>
            </a:solidFill>
            <a:prstDash val="solid"/>
            <a:round/>
            <a:headEnd len="med" w="med" type="none"/>
            <a:tailEnd len="med" w="med" type="triangle"/>
          </a:ln>
        </p:spPr>
      </p:cxnSp>
      <p:cxnSp>
        <p:nvCxnSpPr>
          <p:cNvPr id="1158" name="Google Shape;1158;p44"/>
          <p:cNvCxnSpPr>
            <a:stCxn id="1141" idx="3"/>
            <a:endCxn id="1147" idx="1"/>
          </p:cNvCxnSpPr>
          <p:nvPr/>
        </p:nvCxnSpPr>
        <p:spPr>
          <a:xfrm>
            <a:off x="6006964" y="3703198"/>
            <a:ext cx="1651500" cy="0"/>
          </a:xfrm>
          <a:prstGeom prst="straightConnector1">
            <a:avLst/>
          </a:prstGeom>
          <a:noFill/>
          <a:ln cap="flat" cmpd="sng" w="12700">
            <a:solidFill>
              <a:srgbClr val="666666"/>
            </a:solidFill>
            <a:prstDash val="solid"/>
            <a:round/>
            <a:headEnd len="med" w="med" type="none"/>
            <a:tailEnd len="med" w="med" type="triangle"/>
          </a:ln>
        </p:spPr>
      </p:cxnSp>
      <p:cxnSp>
        <p:nvCxnSpPr>
          <p:cNvPr id="1159" name="Google Shape;1159;p44"/>
          <p:cNvCxnSpPr>
            <a:stCxn id="1147" idx="3"/>
            <a:endCxn id="1148" idx="1"/>
          </p:cNvCxnSpPr>
          <p:nvPr/>
        </p:nvCxnSpPr>
        <p:spPr>
          <a:xfrm>
            <a:off x="8674484" y="3703250"/>
            <a:ext cx="546600" cy="0"/>
          </a:xfrm>
          <a:prstGeom prst="straightConnector1">
            <a:avLst/>
          </a:prstGeom>
          <a:noFill/>
          <a:ln cap="flat" cmpd="sng" w="12700">
            <a:solidFill>
              <a:srgbClr val="666666"/>
            </a:solidFill>
            <a:prstDash val="solid"/>
            <a:round/>
            <a:headEnd len="med" w="med" type="none"/>
            <a:tailEnd len="med" w="med" type="triangle"/>
          </a:ln>
        </p:spPr>
      </p:cxnSp>
      <p:cxnSp>
        <p:nvCxnSpPr>
          <p:cNvPr id="1160" name="Google Shape;1160;p44"/>
          <p:cNvCxnSpPr>
            <a:stCxn id="1148" idx="3"/>
            <a:endCxn id="1149" idx="1"/>
          </p:cNvCxnSpPr>
          <p:nvPr/>
        </p:nvCxnSpPr>
        <p:spPr>
          <a:xfrm flipH="1" rot="10800000">
            <a:off x="10597166" y="3273895"/>
            <a:ext cx="343500" cy="429300"/>
          </a:xfrm>
          <a:prstGeom prst="straightConnector1">
            <a:avLst/>
          </a:prstGeom>
          <a:noFill/>
          <a:ln cap="flat" cmpd="sng" w="12700">
            <a:solidFill>
              <a:srgbClr val="666666"/>
            </a:solidFill>
            <a:prstDash val="solid"/>
            <a:round/>
            <a:headEnd len="med" w="med" type="none"/>
            <a:tailEnd len="med" w="med" type="triangle"/>
          </a:ln>
        </p:spPr>
      </p:cxnSp>
      <p:sp>
        <p:nvSpPr>
          <p:cNvPr id="1161" name="Google Shape;1161;p44"/>
          <p:cNvSpPr txBox="1"/>
          <p:nvPr/>
        </p:nvSpPr>
        <p:spPr>
          <a:xfrm>
            <a:off x="10940529" y="3870467"/>
            <a:ext cx="599700" cy="430800"/>
          </a:xfrm>
          <a:prstGeom prst="rect">
            <a:avLst/>
          </a:prstGeom>
          <a:noFill/>
          <a:ln cap="flat" cmpd="sng" w="9525">
            <a:solidFill>
              <a:srgbClr val="666666"/>
            </a:solidFill>
            <a:prstDash val="solid"/>
            <a:round/>
            <a:headEnd len="sm" w="sm" type="none"/>
            <a:tailEnd len="sm" w="sm" type="none"/>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200">
                <a:solidFill>
                  <a:schemeClr val="dk1"/>
                </a:solidFill>
              </a:rPr>
              <a:t>85%</a:t>
            </a:r>
            <a:endParaRPr b="1" sz="1200">
              <a:solidFill>
                <a:schemeClr val="dk1"/>
              </a:solidFill>
            </a:endParaRPr>
          </a:p>
        </p:txBody>
      </p:sp>
      <p:cxnSp>
        <p:nvCxnSpPr>
          <p:cNvPr id="1162" name="Google Shape;1162;p44"/>
          <p:cNvCxnSpPr>
            <a:stCxn id="1148" idx="3"/>
            <a:endCxn id="1161" idx="1"/>
          </p:cNvCxnSpPr>
          <p:nvPr/>
        </p:nvCxnSpPr>
        <p:spPr>
          <a:xfrm>
            <a:off x="10597166" y="3703195"/>
            <a:ext cx="343500" cy="382800"/>
          </a:xfrm>
          <a:prstGeom prst="straightConnector1">
            <a:avLst/>
          </a:prstGeom>
          <a:noFill/>
          <a:ln cap="flat" cmpd="sng" w="12700">
            <a:solidFill>
              <a:srgbClr val="666666"/>
            </a:solidFill>
            <a:prstDash val="solid"/>
            <a:round/>
            <a:headEnd len="med" w="med" type="none"/>
            <a:tailEnd len="med" w="med" type="triangle"/>
          </a:ln>
        </p:spPr>
      </p:cxnSp>
      <p:cxnSp>
        <p:nvCxnSpPr>
          <p:cNvPr id="1163" name="Google Shape;1163;p44"/>
          <p:cNvCxnSpPr>
            <a:stCxn id="1137" idx="3"/>
            <a:endCxn id="1139"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pic>
        <p:nvPicPr>
          <p:cNvPr id="1164" name="Google Shape;1164;p44"/>
          <p:cNvPicPr preferRelativeResize="0"/>
          <p:nvPr/>
        </p:nvPicPr>
        <p:blipFill>
          <a:blip r:embed="rId12">
            <a:alphaModFix/>
          </a:blip>
          <a:stretch>
            <a:fillRect/>
          </a:stretch>
        </p:blipFill>
        <p:spPr>
          <a:xfrm>
            <a:off x="1435574" y="4483567"/>
            <a:ext cx="1119987" cy="633036"/>
          </a:xfrm>
          <a:prstGeom prst="rect">
            <a:avLst/>
          </a:prstGeom>
          <a:noFill/>
          <a:ln>
            <a:noFill/>
          </a:ln>
        </p:spPr>
      </p:pic>
      <p:cxnSp>
        <p:nvCxnSpPr>
          <p:cNvPr id="1165" name="Google Shape;1165;p44"/>
          <p:cNvCxnSpPr>
            <a:stCxn id="1136" idx="4"/>
            <a:endCxn id="1164" idx="1"/>
          </p:cNvCxnSpPr>
          <p:nvPr/>
        </p:nvCxnSpPr>
        <p:spPr>
          <a:xfrm>
            <a:off x="938399" y="1854750"/>
            <a:ext cx="497100" cy="2945400"/>
          </a:xfrm>
          <a:prstGeom prst="bentConnector3">
            <a:avLst>
              <a:gd fmla="val 67237" name="adj1"/>
            </a:avLst>
          </a:prstGeom>
          <a:noFill/>
          <a:ln cap="flat" cmpd="sng" w="12700">
            <a:solidFill>
              <a:srgbClr val="666666"/>
            </a:solidFill>
            <a:prstDash val="solid"/>
            <a:round/>
            <a:headEnd len="med" w="med" type="none"/>
            <a:tailEnd len="med" w="med" type="triangle"/>
          </a:ln>
        </p:spPr>
      </p:cxnSp>
      <p:pic>
        <p:nvPicPr>
          <p:cNvPr id="1166" name="Google Shape;1166;p44"/>
          <p:cNvPicPr preferRelativeResize="0"/>
          <p:nvPr/>
        </p:nvPicPr>
        <p:blipFill>
          <a:blip r:embed="rId13">
            <a:alphaModFix/>
          </a:blip>
          <a:stretch>
            <a:fillRect/>
          </a:stretch>
        </p:blipFill>
        <p:spPr>
          <a:xfrm>
            <a:off x="4877613" y="4471333"/>
            <a:ext cx="1016145" cy="657505"/>
          </a:xfrm>
          <a:prstGeom prst="rect">
            <a:avLst/>
          </a:prstGeom>
          <a:noFill/>
          <a:ln>
            <a:noFill/>
          </a:ln>
        </p:spPr>
      </p:pic>
      <p:cxnSp>
        <p:nvCxnSpPr>
          <p:cNvPr id="1167" name="Google Shape;1167;p44"/>
          <p:cNvCxnSpPr>
            <a:stCxn id="1164" idx="3"/>
            <a:endCxn id="1166" idx="1"/>
          </p:cNvCxnSpPr>
          <p:nvPr/>
        </p:nvCxnSpPr>
        <p:spPr>
          <a:xfrm>
            <a:off x="2555561" y="4800085"/>
            <a:ext cx="2322000" cy="0"/>
          </a:xfrm>
          <a:prstGeom prst="straightConnector1">
            <a:avLst/>
          </a:prstGeom>
          <a:noFill/>
          <a:ln cap="flat" cmpd="sng" w="12700">
            <a:solidFill>
              <a:srgbClr val="666666"/>
            </a:solidFill>
            <a:prstDash val="solid"/>
            <a:round/>
            <a:headEnd len="med" w="med" type="none"/>
            <a:tailEnd len="med" w="med" type="triangle"/>
          </a:ln>
        </p:spPr>
      </p:cxnSp>
      <p:sp>
        <p:nvSpPr>
          <p:cNvPr id="1168" name="Google Shape;1168;p44"/>
          <p:cNvSpPr txBox="1"/>
          <p:nvPr/>
        </p:nvSpPr>
        <p:spPr>
          <a:xfrm>
            <a:off x="3052736" y="1229200"/>
            <a:ext cx="10161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X</a:t>
            </a:r>
            <a:endParaRPr b="1" sz="1866"/>
          </a:p>
          <a:p>
            <a:pPr indent="0" lvl="0" marL="0" rtl="0" algn="ctr">
              <a:spcBef>
                <a:spcPts val="0"/>
              </a:spcBef>
              <a:spcAft>
                <a:spcPts val="0"/>
              </a:spcAft>
              <a:buNone/>
            </a:pPr>
            <a:r>
              <a:rPr b="1" lang="en" sz="1333">
                <a:solidFill>
                  <a:srgbClr val="38761D"/>
                </a:solidFill>
              </a:rPr>
              <a:t>(Feature)</a:t>
            </a:r>
            <a:endParaRPr b="1" sz="1333">
              <a:solidFill>
                <a:srgbClr val="38761D"/>
              </a:solidFill>
            </a:endParaRPr>
          </a:p>
        </p:txBody>
      </p:sp>
      <p:sp>
        <p:nvSpPr>
          <p:cNvPr id="1169" name="Google Shape;1169;p44"/>
          <p:cNvSpPr txBox="1"/>
          <p:nvPr/>
        </p:nvSpPr>
        <p:spPr>
          <a:xfrm>
            <a:off x="3612729" y="1229200"/>
            <a:ext cx="10161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Y</a:t>
            </a:r>
            <a:endParaRPr b="1" sz="1866"/>
          </a:p>
        </p:txBody>
      </p:sp>
      <p:sp>
        <p:nvSpPr>
          <p:cNvPr id="1170" name="Google Shape;1170;p44"/>
          <p:cNvSpPr txBox="1"/>
          <p:nvPr/>
        </p:nvSpPr>
        <p:spPr>
          <a:xfrm>
            <a:off x="4888210" y="2591167"/>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chemeClr val="accent5"/>
                </a:solidFill>
              </a:rPr>
              <a:t>Train</a:t>
            </a:r>
            <a:endParaRPr b="1" sz="1733">
              <a:solidFill>
                <a:schemeClr val="accent5"/>
              </a:solidFill>
            </a:endParaRPr>
          </a:p>
        </p:txBody>
      </p:sp>
      <p:sp>
        <p:nvSpPr>
          <p:cNvPr id="1171" name="Google Shape;1171;p44"/>
          <p:cNvSpPr txBox="1"/>
          <p:nvPr/>
        </p:nvSpPr>
        <p:spPr>
          <a:xfrm>
            <a:off x="4888210" y="3483833"/>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rgbClr val="4A86E8"/>
                </a:solidFill>
              </a:rPr>
              <a:t>Test</a:t>
            </a:r>
            <a:endParaRPr b="1" sz="1733">
              <a:solidFill>
                <a:srgbClr val="4A86E8"/>
              </a:solidFill>
            </a:endParaRPr>
          </a:p>
        </p:txBody>
      </p:sp>
      <p:sp>
        <p:nvSpPr>
          <p:cNvPr id="1172" name="Google Shape;1172;p44"/>
          <p:cNvSpPr txBox="1"/>
          <p:nvPr/>
        </p:nvSpPr>
        <p:spPr>
          <a:xfrm>
            <a:off x="3585736" y="935000"/>
            <a:ext cx="10701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rgbClr val="FF9900"/>
                </a:solidFill>
              </a:rPr>
              <a:t>(Label)</a:t>
            </a:r>
            <a:endParaRPr b="1" sz="1866">
              <a:solidFill>
                <a:srgbClr val="FF9900"/>
              </a:solidFill>
            </a:endParaRPr>
          </a:p>
        </p:txBody>
      </p:sp>
      <p:sp>
        <p:nvSpPr>
          <p:cNvPr id="1173" name="Google Shape;1173;p44"/>
          <p:cNvSpPr txBox="1"/>
          <p:nvPr/>
        </p:nvSpPr>
        <p:spPr>
          <a:xfrm>
            <a:off x="4669898" y="1684950"/>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Data Exploration</a:t>
            </a:r>
            <a:endParaRPr b="1" sz="1333">
              <a:solidFill>
                <a:schemeClr val="dk1"/>
              </a:solidFill>
            </a:endParaRPr>
          </a:p>
        </p:txBody>
      </p:sp>
      <p:sp>
        <p:nvSpPr>
          <p:cNvPr id="1174" name="Google Shape;1174;p44"/>
          <p:cNvSpPr txBox="1"/>
          <p:nvPr/>
        </p:nvSpPr>
        <p:spPr>
          <a:xfrm>
            <a:off x="6088577" y="2924133"/>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Model </a:t>
            </a:r>
            <a:endParaRPr b="1" sz="1333">
              <a:solidFill>
                <a:schemeClr val="dk1"/>
              </a:solidFill>
            </a:endParaRPr>
          </a:p>
          <a:p>
            <a:pPr indent="0" lvl="0" marL="0" rtl="0" algn="ctr">
              <a:spcBef>
                <a:spcPts val="0"/>
              </a:spcBef>
              <a:spcAft>
                <a:spcPts val="0"/>
              </a:spcAft>
              <a:buNone/>
            </a:pPr>
            <a:r>
              <a:rPr b="1" lang="en" sz="1333">
                <a:solidFill>
                  <a:schemeClr val="dk1"/>
                </a:solidFill>
              </a:rPr>
              <a:t>Training</a:t>
            </a:r>
            <a:endParaRPr b="1" sz="1333">
              <a:solidFill>
                <a:schemeClr val="dk1"/>
              </a:solidFill>
            </a:endParaRPr>
          </a:p>
        </p:txBody>
      </p:sp>
      <p:sp>
        <p:nvSpPr>
          <p:cNvPr id="1175" name="Google Shape;1175;p44"/>
          <p:cNvSpPr txBox="1"/>
          <p:nvPr/>
        </p:nvSpPr>
        <p:spPr>
          <a:xfrm>
            <a:off x="7761158" y="3478000"/>
            <a:ext cx="8250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Predict</a:t>
            </a:r>
            <a:endParaRPr b="1" sz="1333">
              <a:solidFill>
                <a:schemeClr val="dk1"/>
              </a:solidFill>
            </a:endParaRPr>
          </a:p>
        </p:txBody>
      </p:sp>
      <p:sp>
        <p:nvSpPr>
          <p:cNvPr id="1176" name="Google Shape;1176;p44"/>
          <p:cNvSpPr txBox="1"/>
          <p:nvPr/>
        </p:nvSpPr>
        <p:spPr>
          <a:xfrm>
            <a:off x="1337932" y="4982900"/>
            <a:ext cx="13173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New Data</a:t>
            </a:r>
            <a:endParaRPr b="1" sz="1333">
              <a:solidFill>
                <a:schemeClr val="dk1"/>
              </a:solidFill>
            </a:endParaRPr>
          </a:p>
        </p:txBody>
      </p:sp>
      <p:sp>
        <p:nvSpPr>
          <p:cNvPr id="1177" name="Google Shape;1177;p44"/>
          <p:cNvSpPr txBox="1"/>
          <p:nvPr/>
        </p:nvSpPr>
        <p:spPr>
          <a:xfrm>
            <a:off x="4737648" y="4982900"/>
            <a:ext cx="13173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Prepared</a:t>
            </a:r>
            <a:endParaRPr b="1" sz="1333">
              <a:solidFill>
                <a:schemeClr val="dk1"/>
              </a:solidFill>
            </a:endParaRPr>
          </a:p>
        </p:txBody>
      </p:sp>
      <p:grpSp>
        <p:nvGrpSpPr>
          <p:cNvPr id="1178" name="Google Shape;1178;p44"/>
          <p:cNvGrpSpPr/>
          <p:nvPr/>
        </p:nvGrpSpPr>
        <p:grpSpPr>
          <a:xfrm>
            <a:off x="1572473" y="1970784"/>
            <a:ext cx="599850" cy="533587"/>
            <a:chOff x="1179650" y="1478125"/>
            <a:chExt cx="450000" cy="400200"/>
          </a:xfrm>
        </p:grpSpPr>
        <p:sp>
          <p:nvSpPr>
            <p:cNvPr id="1179" name="Google Shape;1179;p4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80" name="Google Shape;1180;p4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a:t>
              </a:r>
              <a:endParaRPr b="1" sz="1866">
                <a:solidFill>
                  <a:schemeClr val="dk1"/>
                </a:solidFill>
              </a:endParaRPr>
            </a:p>
          </p:txBody>
        </p:sp>
      </p:grpSp>
      <p:grpSp>
        <p:nvGrpSpPr>
          <p:cNvPr id="1181" name="Google Shape;1181;p44"/>
          <p:cNvGrpSpPr/>
          <p:nvPr/>
        </p:nvGrpSpPr>
        <p:grpSpPr>
          <a:xfrm>
            <a:off x="3052836" y="478384"/>
            <a:ext cx="599850" cy="533587"/>
            <a:chOff x="1179650" y="1478125"/>
            <a:chExt cx="450000" cy="400200"/>
          </a:xfrm>
        </p:grpSpPr>
        <p:sp>
          <p:nvSpPr>
            <p:cNvPr id="1182" name="Google Shape;1182;p4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83" name="Google Shape;1183;p4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2</a:t>
              </a:r>
              <a:endParaRPr b="1" sz="1866">
                <a:solidFill>
                  <a:schemeClr val="dk1"/>
                </a:solidFill>
              </a:endParaRPr>
            </a:p>
          </p:txBody>
        </p:sp>
      </p:grpSp>
      <p:grpSp>
        <p:nvGrpSpPr>
          <p:cNvPr id="1184" name="Google Shape;1184;p44"/>
          <p:cNvGrpSpPr/>
          <p:nvPr/>
        </p:nvGrpSpPr>
        <p:grpSpPr>
          <a:xfrm>
            <a:off x="4669898" y="742367"/>
            <a:ext cx="599850" cy="533587"/>
            <a:chOff x="1179650" y="1478125"/>
            <a:chExt cx="450000" cy="400200"/>
          </a:xfrm>
        </p:grpSpPr>
        <p:sp>
          <p:nvSpPr>
            <p:cNvPr id="1185" name="Google Shape;1185;p4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86" name="Google Shape;1186;p4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3</a:t>
              </a:r>
              <a:endParaRPr b="1" sz="1866">
                <a:solidFill>
                  <a:schemeClr val="dk1"/>
                </a:solidFill>
              </a:endParaRPr>
            </a:p>
          </p:txBody>
        </p:sp>
      </p:grpSp>
      <p:grpSp>
        <p:nvGrpSpPr>
          <p:cNvPr id="1187" name="Google Shape;1187;p44"/>
          <p:cNvGrpSpPr/>
          <p:nvPr/>
        </p:nvGrpSpPr>
        <p:grpSpPr>
          <a:xfrm>
            <a:off x="3312805" y="2424667"/>
            <a:ext cx="599850" cy="533587"/>
            <a:chOff x="1179650" y="1478125"/>
            <a:chExt cx="450000" cy="400200"/>
          </a:xfrm>
        </p:grpSpPr>
        <p:sp>
          <p:nvSpPr>
            <p:cNvPr id="1188" name="Google Shape;1188;p4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89" name="Google Shape;1189;p4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4</a:t>
              </a:r>
              <a:endParaRPr b="1" sz="1866">
                <a:solidFill>
                  <a:schemeClr val="dk1"/>
                </a:solidFill>
              </a:endParaRPr>
            </a:p>
          </p:txBody>
        </p:sp>
      </p:grpSp>
      <p:grpSp>
        <p:nvGrpSpPr>
          <p:cNvPr id="1190" name="Google Shape;1190;p44"/>
          <p:cNvGrpSpPr/>
          <p:nvPr/>
        </p:nvGrpSpPr>
        <p:grpSpPr>
          <a:xfrm>
            <a:off x="6585519" y="2072701"/>
            <a:ext cx="599850" cy="533587"/>
            <a:chOff x="1179650" y="1478125"/>
            <a:chExt cx="450000" cy="400200"/>
          </a:xfrm>
        </p:grpSpPr>
        <p:sp>
          <p:nvSpPr>
            <p:cNvPr id="1191" name="Google Shape;1191;p4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92" name="Google Shape;1192;p4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5</a:t>
              </a:r>
              <a:endParaRPr b="1" sz="1866">
                <a:solidFill>
                  <a:schemeClr val="dk1"/>
                </a:solidFill>
              </a:endParaRPr>
            </a:p>
          </p:txBody>
        </p:sp>
      </p:grpSp>
      <p:grpSp>
        <p:nvGrpSpPr>
          <p:cNvPr id="1193" name="Google Shape;1193;p44"/>
          <p:cNvGrpSpPr/>
          <p:nvPr/>
        </p:nvGrpSpPr>
        <p:grpSpPr>
          <a:xfrm>
            <a:off x="7663399" y="2985667"/>
            <a:ext cx="599850" cy="533587"/>
            <a:chOff x="1179650" y="1478125"/>
            <a:chExt cx="450000" cy="400200"/>
          </a:xfrm>
        </p:grpSpPr>
        <p:sp>
          <p:nvSpPr>
            <p:cNvPr id="1194" name="Google Shape;1194;p4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95" name="Google Shape;1195;p4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6</a:t>
              </a:r>
              <a:endParaRPr b="1" sz="1866">
                <a:solidFill>
                  <a:schemeClr val="dk1"/>
                </a:solidFill>
              </a:endParaRPr>
            </a:p>
          </p:txBody>
        </p:sp>
      </p:grpSp>
      <p:grpSp>
        <p:nvGrpSpPr>
          <p:cNvPr id="1196" name="Google Shape;1196;p44"/>
          <p:cNvGrpSpPr/>
          <p:nvPr/>
        </p:nvGrpSpPr>
        <p:grpSpPr>
          <a:xfrm>
            <a:off x="10340846" y="2801901"/>
            <a:ext cx="599850" cy="533587"/>
            <a:chOff x="1179650" y="1478125"/>
            <a:chExt cx="450000" cy="400200"/>
          </a:xfrm>
        </p:grpSpPr>
        <p:sp>
          <p:nvSpPr>
            <p:cNvPr id="1197" name="Google Shape;1197;p4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198" name="Google Shape;1198;p4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7</a:t>
              </a:r>
              <a:endParaRPr b="1" sz="1866">
                <a:solidFill>
                  <a:schemeClr val="dk1"/>
                </a:solidFill>
              </a:endParaRPr>
            </a:p>
          </p:txBody>
        </p:sp>
      </p:grpSp>
      <p:grpSp>
        <p:nvGrpSpPr>
          <p:cNvPr id="1199" name="Google Shape;1199;p44"/>
          <p:cNvGrpSpPr/>
          <p:nvPr/>
        </p:nvGrpSpPr>
        <p:grpSpPr>
          <a:xfrm>
            <a:off x="1695643" y="3996967"/>
            <a:ext cx="599850" cy="533587"/>
            <a:chOff x="1179650" y="1478125"/>
            <a:chExt cx="450000" cy="400200"/>
          </a:xfrm>
        </p:grpSpPr>
        <p:sp>
          <p:nvSpPr>
            <p:cNvPr id="1200" name="Google Shape;1200;p4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01" name="Google Shape;1201;p4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8</a:t>
              </a:r>
              <a:endParaRPr b="1" sz="1866">
                <a:solidFill>
                  <a:schemeClr val="dk1"/>
                </a:solidFill>
              </a:endParaRPr>
            </a:p>
          </p:txBody>
        </p:sp>
      </p:grpSp>
      <p:grpSp>
        <p:nvGrpSpPr>
          <p:cNvPr id="1202" name="Google Shape;1202;p44"/>
          <p:cNvGrpSpPr/>
          <p:nvPr/>
        </p:nvGrpSpPr>
        <p:grpSpPr>
          <a:xfrm>
            <a:off x="4290277" y="4302067"/>
            <a:ext cx="599850" cy="533587"/>
            <a:chOff x="1179650" y="1478125"/>
            <a:chExt cx="450000" cy="400200"/>
          </a:xfrm>
        </p:grpSpPr>
        <p:sp>
          <p:nvSpPr>
            <p:cNvPr id="1203" name="Google Shape;1203;p44"/>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04" name="Google Shape;1204;p44"/>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9</a:t>
              </a:r>
              <a:endParaRPr b="1" sz="1866">
                <a:solidFill>
                  <a:schemeClr val="dk1"/>
                </a:solidFill>
              </a:endParaRPr>
            </a:p>
          </p:txBody>
        </p:sp>
      </p:grpSp>
      <p:sp>
        <p:nvSpPr>
          <p:cNvPr id="1205" name="Google Shape;1205;p44"/>
          <p:cNvSpPr txBox="1"/>
          <p:nvPr/>
        </p:nvSpPr>
        <p:spPr>
          <a:xfrm>
            <a:off x="1138182" y="5326533"/>
            <a:ext cx="7663200" cy="892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i="1" lang="en" sz="1400">
                <a:solidFill>
                  <a:srgbClr val="999988"/>
                </a:solidFill>
                <a:highlight>
                  <a:srgbClr val="F8F8F8"/>
                </a:highlight>
                <a:latin typeface="Courier New"/>
                <a:ea typeface="Courier New"/>
                <a:cs typeface="Courier New"/>
                <a:sym typeface="Courier New"/>
              </a:rPr>
              <a:t># step 9 - prepare new data</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new_prepared = iris_new.loc[:, iris_new.columns.drop(</a:t>
            </a:r>
            <a:r>
              <a:rPr lang="en" sz="1400">
                <a:solidFill>
                  <a:srgbClr val="DD1144"/>
                </a:solidFill>
                <a:highlight>
                  <a:srgbClr val="F8F8F8"/>
                </a:highlight>
                <a:latin typeface="Courier New"/>
                <a:ea typeface="Courier New"/>
                <a:cs typeface="Courier New"/>
                <a:sym typeface="Courier New"/>
              </a:rPr>
              <a:t>'Species'</a:t>
            </a:r>
            <a:r>
              <a:rPr lang="en" sz="1400">
                <a:solidFill>
                  <a:srgbClr val="333333"/>
                </a:solidFill>
                <a:highlight>
                  <a:srgbClr val="F8F8F8"/>
                </a:highlight>
                <a:latin typeface="Courier New"/>
                <a:ea typeface="Courier New"/>
                <a:cs typeface="Courier New"/>
                <a:sym typeface="Courier New"/>
              </a:rPr>
              <a:t>)]</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400">
              <a:solidFill>
                <a:srgbClr val="333333"/>
              </a:solidFill>
              <a:highlight>
                <a:srgbClr val="F8F8F8"/>
              </a:highlight>
              <a:latin typeface="Courier New"/>
              <a:ea typeface="Courier New"/>
              <a:cs typeface="Courier New"/>
              <a:sym typeface="Courier New"/>
            </a:endParaRPr>
          </a:p>
        </p:txBody>
      </p:sp>
      <p:sp>
        <p:nvSpPr>
          <p:cNvPr id="1206" name="Google Shape;1206;p44"/>
          <p:cNvSpPr txBox="1"/>
          <p:nvPr>
            <p:ph idx="4294967295" type="title"/>
          </p:nvPr>
        </p:nvSpPr>
        <p:spPr>
          <a:xfrm>
            <a:off x="8344126" y="199250"/>
            <a:ext cx="35793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9</a:t>
            </a:r>
            <a:r>
              <a:rPr lang="en" sz="2800">
                <a:solidFill>
                  <a:schemeClr val="accent6"/>
                </a:solidFill>
              </a:rPr>
              <a:t>. Prepare</a:t>
            </a:r>
            <a:r>
              <a:rPr lang="en" sz="2800">
                <a:solidFill>
                  <a:schemeClr val="accent6"/>
                </a:solidFill>
              </a:rPr>
              <a:t> New Data</a:t>
            </a:r>
            <a:endParaRPr sz="2800">
              <a:solidFill>
                <a:schemeClr val="accent6"/>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45"/>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1212" name="Google Shape;1212;p45"/>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1213" name="Google Shape;1213;p45"/>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1214" name="Google Shape;1214;p45"/>
          <p:cNvPicPr preferRelativeResize="0"/>
          <p:nvPr/>
        </p:nvPicPr>
        <p:blipFill>
          <a:blip r:embed="rId4">
            <a:alphaModFix/>
          </a:blip>
          <a:stretch>
            <a:fillRect/>
          </a:stretch>
        </p:blipFill>
        <p:spPr>
          <a:xfrm>
            <a:off x="1435574" y="860767"/>
            <a:ext cx="1119998" cy="1149211"/>
          </a:xfrm>
          <a:prstGeom prst="rect">
            <a:avLst/>
          </a:prstGeom>
          <a:noFill/>
          <a:ln>
            <a:noFill/>
          </a:ln>
        </p:spPr>
      </p:pic>
      <p:pic>
        <p:nvPicPr>
          <p:cNvPr id="1215" name="Google Shape;1215;p45"/>
          <p:cNvPicPr preferRelativeResize="0"/>
          <p:nvPr/>
        </p:nvPicPr>
        <p:blipFill>
          <a:blip r:embed="rId5">
            <a:alphaModFix/>
          </a:blip>
          <a:stretch>
            <a:fillRect/>
          </a:stretch>
        </p:blipFill>
        <p:spPr>
          <a:xfrm>
            <a:off x="4877446" y="2373200"/>
            <a:ext cx="1129517" cy="857049"/>
          </a:xfrm>
          <a:prstGeom prst="rect">
            <a:avLst/>
          </a:prstGeom>
          <a:noFill/>
          <a:ln>
            <a:noFill/>
          </a:ln>
        </p:spPr>
      </p:pic>
      <p:pic>
        <p:nvPicPr>
          <p:cNvPr id="1216" name="Google Shape;1216;p45"/>
          <p:cNvPicPr preferRelativeResize="0"/>
          <p:nvPr/>
        </p:nvPicPr>
        <p:blipFill>
          <a:blip r:embed="rId6">
            <a:alphaModFix/>
          </a:blip>
          <a:stretch>
            <a:fillRect/>
          </a:stretch>
        </p:blipFill>
        <p:spPr>
          <a:xfrm>
            <a:off x="4877446" y="3483700"/>
            <a:ext cx="1129517" cy="438995"/>
          </a:xfrm>
          <a:prstGeom prst="rect">
            <a:avLst/>
          </a:prstGeom>
          <a:noFill/>
          <a:ln>
            <a:noFill/>
          </a:ln>
        </p:spPr>
      </p:pic>
      <p:pic>
        <p:nvPicPr>
          <p:cNvPr id="1217" name="Google Shape;1217;p45"/>
          <p:cNvPicPr preferRelativeResize="0"/>
          <p:nvPr/>
        </p:nvPicPr>
        <p:blipFill>
          <a:blip r:embed="rId7">
            <a:alphaModFix/>
          </a:blip>
          <a:stretch>
            <a:fillRect/>
          </a:stretch>
        </p:blipFill>
        <p:spPr>
          <a:xfrm>
            <a:off x="4825692" y="1058700"/>
            <a:ext cx="1119988" cy="753443"/>
          </a:xfrm>
          <a:prstGeom prst="rect">
            <a:avLst/>
          </a:prstGeom>
          <a:noFill/>
          <a:ln>
            <a:noFill/>
          </a:ln>
        </p:spPr>
      </p:pic>
      <p:pic>
        <p:nvPicPr>
          <p:cNvPr id="1218" name="Google Shape;1218;p45"/>
          <p:cNvPicPr preferRelativeResize="0"/>
          <p:nvPr/>
        </p:nvPicPr>
        <p:blipFill>
          <a:blip r:embed="rId8">
            <a:alphaModFix/>
          </a:blip>
          <a:stretch>
            <a:fillRect/>
          </a:stretch>
        </p:blipFill>
        <p:spPr>
          <a:xfrm>
            <a:off x="3052736" y="858267"/>
            <a:ext cx="1119986" cy="1154221"/>
          </a:xfrm>
          <a:prstGeom prst="rect">
            <a:avLst/>
          </a:prstGeom>
          <a:noFill/>
          <a:ln>
            <a:noFill/>
          </a:ln>
        </p:spPr>
      </p:pic>
      <p:pic>
        <p:nvPicPr>
          <p:cNvPr id="1219" name="Google Shape;1219;p45"/>
          <p:cNvPicPr preferRelativeResize="0"/>
          <p:nvPr/>
        </p:nvPicPr>
        <p:blipFill>
          <a:blip r:embed="rId9">
            <a:alphaModFix/>
          </a:blip>
          <a:stretch>
            <a:fillRect/>
          </a:stretch>
        </p:blipFill>
        <p:spPr>
          <a:xfrm>
            <a:off x="6519369" y="2508914"/>
            <a:ext cx="732150" cy="585711"/>
          </a:xfrm>
          <a:prstGeom prst="rect">
            <a:avLst/>
          </a:prstGeom>
          <a:noFill/>
          <a:ln>
            <a:noFill/>
          </a:ln>
        </p:spPr>
      </p:pic>
      <p:sp>
        <p:nvSpPr>
          <p:cNvPr id="1220" name="Google Shape;1220;p45"/>
          <p:cNvSpPr/>
          <p:nvPr/>
        </p:nvSpPr>
        <p:spPr>
          <a:xfrm>
            <a:off x="7866532" y="25018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21" name="Google Shape;1221;p45"/>
          <p:cNvSpPr txBox="1"/>
          <p:nvPr/>
        </p:nvSpPr>
        <p:spPr>
          <a:xfrm>
            <a:off x="7866532" y="2535033"/>
            <a:ext cx="5997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933">
                <a:solidFill>
                  <a:schemeClr val="dk1"/>
                </a:solidFill>
              </a:rPr>
              <a:t>KNN</a:t>
            </a:r>
            <a:endParaRPr sz="933">
              <a:solidFill>
                <a:schemeClr val="dk1"/>
              </a:solidFill>
            </a:endParaRPr>
          </a:p>
          <a:p>
            <a:pPr indent="0" lvl="0" marL="0" rtl="0" algn="ctr">
              <a:spcBef>
                <a:spcPts val="0"/>
              </a:spcBef>
              <a:spcAft>
                <a:spcPts val="0"/>
              </a:spcAft>
              <a:buNone/>
            </a:pPr>
            <a:r>
              <a:rPr lang="en" sz="933">
                <a:solidFill>
                  <a:schemeClr val="dk1"/>
                </a:solidFill>
              </a:rPr>
              <a:t>Model</a:t>
            </a:r>
            <a:endParaRPr sz="933">
              <a:solidFill>
                <a:schemeClr val="dk1"/>
              </a:solidFill>
            </a:endParaRPr>
          </a:p>
        </p:txBody>
      </p:sp>
      <p:sp>
        <p:nvSpPr>
          <p:cNvPr id="1222" name="Google Shape;1222;p45"/>
          <p:cNvSpPr/>
          <p:nvPr/>
        </p:nvSpPr>
        <p:spPr>
          <a:xfrm>
            <a:off x="7658384" y="3483650"/>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1223" name="Google Shape;1223;p45"/>
          <p:cNvPicPr preferRelativeResize="0"/>
          <p:nvPr/>
        </p:nvPicPr>
        <p:blipFill>
          <a:blip r:embed="rId10">
            <a:alphaModFix/>
          </a:blip>
          <a:stretch>
            <a:fillRect/>
          </a:stretch>
        </p:blipFill>
        <p:spPr>
          <a:xfrm>
            <a:off x="9221026" y="3483700"/>
            <a:ext cx="1376140" cy="438990"/>
          </a:xfrm>
          <a:prstGeom prst="rect">
            <a:avLst/>
          </a:prstGeom>
          <a:noFill/>
          <a:ln>
            <a:noFill/>
          </a:ln>
        </p:spPr>
      </p:pic>
      <p:pic>
        <p:nvPicPr>
          <p:cNvPr id="1224" name="Google Shape;1224;p45"/>
          <p:cNvPicPr preferRelativeResize="0"/>
          <p:nvPr/>
        </p:nvPicPr>
        <p:blipFill>
          <a:blip r:embed="rId11">
            <a:alphaModFix/>
          </a:blip>
          <a:stretch>
            <a:fillRect/>
          </a:stretch>
        </p:blipFill>
        <p:spPr>
          <a:xfrm>
            <a:off x="10940529" y="2983885"/>
            <a:ext cx="599850" cy="580003"/>
          </a:xfrm>
          <a:prstGeom prst="rect">
            <a:avLst/>
          </a:prstGeom>
          <a:noFill/>
          <a:ln>
            <a:noFill/>
          </a:ln>
        </p:spPr>
      </p:pic>
      <p:cxnSp>
        <p:nvCxnSpPr>
          <p:cNvPr id="1225" name="Google Shape;1225;p45"/>
          <p:cNvCxnSpPr>
            <a:stCxn id="1211" idx="4"/>
            <a:endCxn id="1214"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1226" name="Google Shape;1226;p45"/>
          <p:cNvCxnSpPr>
            <a:stCxn id="1214" idx="3"/>
            <a:endCxn id="1218" idx="1"/>
          </p:cNvCxnSpPr>
          <p:nvPr/>
        </p:nvCxnSpPr>
        <p:spPr>
          <a:xfrm>
            <a:off x="2555572" y="1435372"/>
            <a:ext cx="497100" cy="0"/>
          </a:xfrm>
          <a:prstGeom prst="straightConnector1">
            <a:avLst/>
          </a:prstGeom>
          <a:noFill/>
          <a:ln cap="flat" cmpd="sng" w="12700">
            <a:solidFill>
              <a:srgbClr val="666666"/>
            </a:solidFill>
            <a:prstDash val="solid"/>
            <a:round/>
            <a:headEnd len="med" w="med" type="none"/>
            <a:tailEnd len="med" w="med" type="triangle"/>
          </a:ln>
        </p:spPr>
      </p:cxnSp>
      <p:cxnSp>
        <p:nvCxnSpPr>
          <p:cNvPr id="1227" name="Google Shape;1227;p45"/>
          <p:cNvCxnSpPr>
            <a:stCxn id="1218" idx="3"/>
            <a:endCxn id="1217" idx="1"/>
          </p:cNvCxnSpPr>
          <p:nvPr/>
        </p:nvCxnSpPr>
        <p:spPr>
          <a:xfrm>
            <a:off x="4172722" y="1435377"/>
            <a:ext cx="653100" cy="0"/>
          </a:xfrm>
          <a:prstGeom prst="straightConnector1">
            <a:avLst/>
          </a:prstGeom>
          <a:noFill/>
          <a:ln cap="flat" cmpd="sng" w="12700">
            <a:solidFill>
              <a:srgbClr val="666666"/>
            </a:solidFill>
            <a:prstDash val="solid"/>
            <a:round/>
            <a:headEnd len="med" w="med" type="none"/>
            <a:tailEnd len="med" w="med" type="triangle"/>
          </a:ln>
        </p:spPr>
      </p:cxnSp>
      <p:cxnSp>
        <p:nvCxnSpPr>
          <p:cNvPr id="1228" name="Google Shape;1228;p45"/>
          <p:cNvCxnSpPr>
            <a:stCxn id="1218" idx="2"/>
            <a:endCxn id="1215" idx="1"/>
          </p:cNvCxnSpPr>
          <p:nvPr/>
        </p:nvCxnSpPr>
        <p:spPr>
          <a:xfrm flipH="1" rot="-5400000">
            <a:off x="3850479" y="1774737"/>
            <a:ext cx="789300" cy="1264800"/>
          </a:xfrm>
          <a:prstGeom prst="bentConnector2">
            <a:avLst/>
          </a:prstGeom>
          <a:noFill/>
          <a:ln cap="flat" cmpd="sng" w="12700">
            <a:solidFill>
              <a:srgbClr val="666666"/>
            </a:solidFill>
            <a:prstDash val="solid"/>
            <a:round/>
            <a:headEnd len="med" w="med" type="none"/>
            <a:tailEnd len="med" w="med" type="triangle"/>
          </a:ln>
        </p:spPr>
      </p:cxnSp>
      <p:cxnSp>
        <p:nvCxnSpPr>
          <p:cNvPr id="1229" name="Google Shape;1229;p45"/>
          <p:cNvCxnSpPr>
            <a:stCxn id="1218" idx="2"/>
            <a:endCxn id="1216" idx="1"/>
          </p:cNvCxnSpPr>
          <p:nvPr/>
        </p:nvCxnSpPr>
        <p:spPr>
          <a:xfrm flipH="1" rot="-5400000">
            <a:off x="3399729" y="2225487"/>
            <a:ext cx="1690800" cy="1264800"/>
          </a:xfrm>
          <a:prstGeom prst="bentConnector2">
            <a:avLst/>
          </a:prstGeom>
          <a:noFill/>
          <a:ln cap="flat" cmpd="sng" w="12700">
            <a:solidFill>
              <a:srgbClr val="666666"/>
            </a:solidFill>
            <a:prstDash val="solid"/>
            <a:round/>
            <a:headEnd len="med" w="med" type="none"/>
            <a:tailEnd len="med" w="med" type="triangle"/>
          </a:ln>
        </p:spPr>
      </p:cxnSp>
      <p:cxnSp>
        <p:nvCxnSpPr>
          <p:cNvPr id="1230" name="Google Shape;1230;p45"/>
          <p:cNvCxnSpPr>
            <a:stCxn id="1215" idx="3"/>
            <a:endCxn id="1219" idx="1"/>
          </p:cNvCxnSpPr>
          <p:nvPr/>
        </p:nvCxnSpPr>
        <p:spPr>
          <a:xfrm>
            <a:off x="6006963" y="2801724"/>
            <a:ext cx="512400" cy="0"/>
          </a:xfrm>
          <a:prstGeom prst="straightConnector1">
            <a:avLst/>
          </a:prstGeom>
          <a:noFill/>
          <a:ln cap="flat" cmpd="sng" w="12700">
            <a:solidFill>
              <a:srgbClr val="666666"/>
            </a:solidFill>
            <a:prstDash val="solid"/>
            <a:round/>
            <a:headEnd len="med" w="med" type="none"/>
            <a:tailEnd len="med" w="med" type="triangle"/>
          </a:ln>
        </p:spPr>
      </p:cxnSp>
      <p:cxnSp>
        <p:nvCxnSpPr>
          <p:cNvPr id="1231" name="Google Shape;1231;p45"/>
          <p:cNvCxnSpPr>
            <a:stCxn id="1219" idx="3"/>
            <a:endCxn id="1221" idx="1"/>
          </p:cNvCxnSpPr>
          <p:nvPr/>
        </p:nvCxnSpPr>
        <p:spPr>
          <a:xfrm>
            <a:off x="7251519" y="2801769"/>
            <a:ext cx="615000" cy="0"/>
          </a:xfrm>
          <a:prstGeom prst="straightConnector1">
            <a:avLst/>
          </a:prstGeom>
          <a:noFill/>
          <a:ln cap="flat" cmpd="sng" w="12700">
            <a:solidFill>
              <a:srgbClr val="666666"/>
            </a:solidFill>
            <a:prstDash val="solid"/>
            <a:round/>
            <a:headEnd len="med" w="med" type="none"/>
            <a:tailEnd len="med" w="med" type="triangle"/>
          </a:ln>
        </p:spPr>
      </p:cxnSp>
      <p:cxnSp>
        <p:nvCxnSpPr>
          <p:cNvPr id="1232" name="Google Shape;1232;p45"/>
          <p:cNvCxnSpPr>
            <a:stCxn id="1221" idx="2"/>
            <a:endCxn id="1222" idx="0"/>
          </p:cNvCxnSpPr>
          <p:nvPr/>
        </p:nvCxnSpPr>
        <p:spPr>
          <a:xfrm>
            <a:off x="8166382" y="3068433"/>
            <a:ext cx="0" cy="415200"/>
          </a:xfrm>
          <a:prstGeom prst="straightConnector1">
            <a:avLst/>
          </a:prstGeom>
          <a:noFill/>
          <a:ln cap="flat" cmpd="sng" w="12700">
            <a:solidFill>
              <a:srgbClr val="666666"/>
            </a:solidFill>
            <a:prstDash val="solid"/>
            <a:round/>
            <a:headEnd len="med" w="med" type="none"/>
            <a:tailEnd len="med" w="med" type="triangle"/>
          </a:ln>
        </p:spPr>
      </p:cxnSp>
      <p:cxnSp>
        <p:nvCxnSpPr>
          <p:cNvPr id="1233" name="Google Shape;1233;p45"/>
          <p:cNvCxnSpPr>
            <a:stCxn id="1216" idx="3"/>
            <a:endCxn id="1222" idx="1"/>
          </p:cNvCxnSpPr>
          <p:nvPr/>
        </p:nvCxnSpPr>
        <p:spPr>
          <a:xfrm>
            <a:off x="6006964" y="3703198"/>
            <a:ext cx="1651500" cy="0"/>
          </a:xfrm>
          <a:prstGeom prst="straightConnector1">
            <a:avLst/>
          </a:prstGeom>
          <a:noFill/>
          <a:ln cap="flat" cmpd="sng" w="12700">
            <a:solidFill>
              <a:srgbClr val="666666"/>
            </a:solidFill>
            <a:prstDash val="solid"/>
            <a:round/>
            <a:headEnd len="med" w="med" type="none"/>
            <a:tailEnd len="med" w="med" type="triangle"/>
          </a:ln>
        </p:spPr>
      </p:cxnSp>
      <p:cxnSp>
        <p:nvCxnSpPr>
          <p:cNvPr id="1234" name="Google Shape;1234;p45"/>
          <p:cNvCxnSpPr>
            <a:stCxn id="1222" idx="3"/>
            <a:endCxn id="1223" idx="1"/>
          </p:cNvCxnSpPr>
          <p:nvPr/>
        </p:nvCxnSpPr>
        <p:spPr>
          <a:xfrm>
            <a:off x="8674484" y="3703250"/>
            <a:ext cx="546600" cy="0"/>
          </a:xfrm>
          <a:prstGeom prst="straightConnector1">
            <a:avLst/>
          </a:prstGeom>
          <a:noFill/>
          <a:ln cap="flat" cmpd="sng" w="12700">
            <a:solidFill>
              <a:srgbClr val="666666"/>
            </a:solidFill>
            <a:prstDash val="solid"/>
            <a:round/>
            <a:headEnd len="med" w="med" type="none"/>
            <a:tailEnd len="med" w="med" type="triangle"/>
          </a:ln>
        </p:spPr>
      </p:cxnSp>
      <p:cxnSp>
        <p:nvCxnSpPr>
          <p:cNvPr id="1235" name="Google Shape;1235;p45"/>
          <p:cNvCxnSpPr>
            <a:stCxn id="1223" idx="3"/>
            <a:endCxn id="1224" idx="1"/>
          </p:cNvCxnSpPr>
          <p:nvPr/>
        </p:nvCxnSpPr>
        <p:spPr>
          <a:xfrm flipH="1" rot="10800000">
            <a:off x="10597166" y="3273895"/>
            <a:ext cx="343500" cy="429300"/>
          </a:xfrm>
          <a:prstGeom prst="straightConnector1">
            <a:avLst/>
          </a:prstGeom>
          <a:noFill/>
          <a:ln cap="flat" cmpd="sng" w="12700">
            <a:solidFill>
              <a:srgbClr val="666666"/>
            </a:solidFill>
            <a:prstDash val="solid"/>
            <a:round/>
            <a:headEnd len="med" w="med" type="none"/>
            <a:tailEnd len="med" w="med" type="triangle"/>
          </a:ln>
        </p:spPr>
      </p:cxnSp>
      <p:sp>
        <p:nvSpPr>
          <p:cNvPr id="1236" name="Google Shape;1236;p45"/>
          <p:cNvSpPr txBox="1"/>
          <p:nvPr/>
        </p:nvSpPr>
        <p:spPr>
          <a:xfrm>
            <a:off x="10940529" y="3870467"/>
            <a:ext cx="599700" cy="430800"/>
          </a:xfrm>
          <a:prstGeom prst="rect">
            <a:avLst/>
          </a:prstGeom>
          <a:noFill/>
          <a:ln cap="flat" cmpd="sng" w="9525">
            <a:solidFill>
              <a:srgbClr val="666666"/>
            </a:solidFill>
            <a:prstDash val="solid"/>
            <a:round/>
            <a:headEnd len="sm" w="sm" type="none"/>
            <a:tailEnd len="sm" w="sm" type="none"/>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200">
                <a:solidFill>
                  <a:schemeClr val="dk1"/>
                </a:solidFill>
              </a:rPr>
              <a:t>85%</a:t>
            </a:r>
            <a:endParaRPr b="1" sz="1200">
              <a:solidFill>
                <a:schemeClr val="dk1"/>
              </a:solidFill>
            </a:endParaRPr>
          </a:p>
        </p:txBody>
      </p:sp>
      <p:cxnSp>
        <p:nvCxnSpPr>
          <p:cNvPr id="1237" name="Google Shape;1237;p45"/>
          <p:cNvCxnSpPr>
            <a:stCxn id="1223" idx="3"/>
            <a:endCxn id="1236" idx="1"/>
          </p:cNvCxnSpPr>
          <p:nvPr/>
        </p:nvCxnSpPr>
        <p:spPr>
          <a:xfrm>
            <a:off x="10597166" y="3703195"/>
            <a:ext cx="343500" cy="382800"/>
          </a:xfrm>
          <a:prstGeom prst="straightConnector1">
            <a:avLst/>
          </a:prstGeom>
          <a:noFill/>
          <a:ln cap="flat" cmpd="sng" w="12700">
            <a:solidFill>
              <a:srgbClr val="666666"/>
            </a:solidFill>
            <a:prstDash val="solid"/>
            <a:round/>
            <a:headEnd len="med" w="med" type="none"/>
            <a:tailEnd len="med" w="med" type="triangle"/>
          </a:ln>
        </p:spPr>
      </p:cxnSp>
      <p:cxnSp>
        <p:nvCxnSpPr>
          <p:cNvPr id="1238" name="Google Shape;1238;p45"/>
          <p:cNvCxnSpPr>
            <a:stCxn id="1212" idx="3"/>
            <a:endCxn id="1214"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pic>
        <p:nvPicPr>
          <p:cNvPr id="1239" name="Google Shape;1239;p45"/>
          <p:cNvPicPr preferRelativeResize="0"/>
          <p:nvPr/>
        </p:nvPicPr>
        <p:blipFill>
          <a:blip r:embed="rId12">
            <a:alphaModFix/>
          </a:blip>
          <a:stretch>
            <a:fillRect/>
          </a:stretch>
        </p:blipFill>
        <p:spPr>
          <a:xfrm>
            <a:off x="1435574" y="4483567"/>
            <a:ext cx="1119987" cy="633036"/>
          </a:xfrm>
          <a:prstGeom prst="rect">
            <a:avLst/>
          </a:prstGeom>
          <a:noFill/>
          <a:ln>
            <a:noFill/>
          </a:ln>
        </p:spPr>
      </p:pic>
      <p:cxnSp>
        <p:nvCxnSpPr>
          <p:cNvPr id="1240" name="Google Shape;1240;p45"/>
          <p:cNvCxnSpPr>
            <a:stCxn id="1211" idx="4"/>
            <a:endCxn id="1239" idx="1"/>
          </p:cNvCxnSpPr>
          <p:nvPr/>
        </p:nvCxnSpPr>
        <p:spPr>
          <a:xfrm>
            <a:off x="938399" y="1854750"/>
            <a:ext cx="497100" cy="2945400"/>
          </a:xfrm>
          <a:prstGeom prst="bentConnector3">
            <a:avLst>
              <a:gd fmla="val 67237" name="adj1"/>
            </a:avLst>
          </a:prstGeom>
          <a:noFill/>
          <a:ln cap="flat" cmpd="sng" w="12700">
            <a:solidFill>
              <a:srgbClr val="666666"/>
            </a:solidFill>
            <a:prstDash val="solid"/>
            <a:round/>
            <a:headEnd len="med" w="med" type="none"/>
            <a:tailEnd len="med" w="med" type="triangle"/>
          </a:ln>
        </p:spPr>
      </p:cxnSp>
      <p:pic>
        <p:nvPicPr>
          <p:cNvPr id="1241" name="Google Shape;1241;p45"/>
          <p:cNvPicPr preferRelativeResize="0"/>
          <p:nvPr/>
        </p:nvPicPr>
        <p:blipFill>
          <a:blip r:embed="rId13">
            <a:alphaModFix/>
          </a:blip>
          <a:stretch>
            <a:fillRect/>
          </a:stretch>
        </p:blipFill>
        <p:spPr>
          <a:xfrm>
            <a:off x="4877613" y="4471333"/>
            <a:ext cx="1016145" cy="657505"/>
          </a:xfrm>
          <a:prstGeom prst="rect">
            <a:avLst/>
          </a:prstGeom>
          <a:noFill/>
          <a:ln>
            <a:noFill/>
          </a:ln>
        </p:spPr>
      </p:pic>
      <p:cxnSp>
        <p:nvCxnSpPr>
          <p:cNvPr id="1242" name="Google Shape;1242;p45"/>
          <p:cNvCxnSpPr>
            <a:stCxn id="1239" idx="3"/>
            <a:endCxn id="1241" idx="1"/>
          </p:cNvCxnSpPr>
          <p:nvPr/>
        </p:nvCxnSpPr>
        <p:spPr>
          <a:xfrm>
            <a:off x="2555561" y="4800085"/>
            <a:ext cx="2322000" cy="0"/>
          </a:xfrm>
          <a:prstGeom prst="straightConnector1">
            <a:avLst/>
          </a:prstGeom>
          <a:noFill/>
          <a:ln cap="flat" cmpd="sng" w="12700">
            <a:solidFill>
              <a:srgbClr val="666666"/>
            </a:solidFill>
            <a:prstDash val="solid"/>
            <a:round/>
            <a:headEnd len="med" w="med" type="none"/>
            <a:tailEnd len="med" w="med" type="triangle"/>
          </a:ln>
        </p:spPr>
      </p:cxnSp>
      <p:sp>
        <p:nvSpPr>
          <p:cNvPr id="1243" name="Google Shape;1243;p45"/>
          <p:cNvSpPr/>
          <p:nvPr/>
        </p:nvSpPr>
        <p:spPr>
          <a:xfrm>
            <a:off x="7649453" y="4580550"/>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cxnSp>
        <p:nvCxnSpPr>
          <p:cNvPr id="1244" name="Google Shape;1244;p45"/>
          <p:cNvCxnSpPr>
            <a:stCxn id="1241" idx="3"/>
            <a:endCxn id="1243" idx="1"/>
          </p:cNvCxnSpPr>
          <p:nvPr/>
        </p:nvCxnSpPr>
        <p:spPr>
          <a:xfrm>
            <a:off x="5893758" y="4800086"/>
            <a:ext cx="1755600" cy="0"/>
          </a:xfrm>
          <a:prstGeom prst="straightConnector1">
            <a:avLst/>
          </a:prstGeom>
          <a:noFill/>
          <a:ln cap="flat" cmpd="sng" w="12700">
            <a:solidFill>
              <a:srgbClr val="666666"/>
            </a:solidFill>
            <a:prstDash val="solid"/>
            <a:round/>
            <a:headEnd len="med" w="med" type="none"/>
            <a:tailEnd len="med" w="med" type="triangle"/>
          </a:ln>
        </p:spPr>
      </p:cxnSp>
      <p:cxnSp>
        <p:nvCxnSpPr>
          <p:cNvPr id="1245" name="Google Shape;1245;p45"/>
          <p:cNvCxnSpPr>
            <a:stCxn id="1221" idx="3"/>
            <a:endCxn id="1243" idx="0"/>
          </p:cNvCxnSpPr>
          <p:nvPr/>
        </p:nvCxnSpPr>
        <p:spPr>
          <a:xfrm flipH="1">
            <a:off x="8157532" y="2801733"/>
            <a:ext cx="308700" cy="1778700"/>
          </a:xfrm>
          <a:prstGeom prst="bentConnector4">
            <a:avLst>
              <a:gd fmla="val -77138" name="adj1"/>
              <a:gd fmla="val 57500" name="adj2"/>
            </a:avLst>
          </a:prstGeom>
          <a:noFill/>
          <a:ln cap="flat" cmpd="sng" w="12700">
            <a:solidFill>
              <a:schemeClr val="dk2"/>
            </a:solidFill>
            <a:prstDash val="solid"/>
            <a:round/>
            <a:headEnd len="med" w="med" type="none"/>
            <a:tailEnd len="med" w="med" type="triangle"/>
          </a:ln>
        </p:spPr>
      </p:cxnSp>
      <p:sp>
        <p:nvSpPr>
          <p:cNvPr id="1246" name="Google Shape;1246;p45"/>
          <p:cNvSpPr txBox="1"/>
          <p:nvPr/>
        </p:nvSpPr>
        <p:spPr>
          <a:xfrm>
            <a:off x="3052736" y="1229200"/>
            <a:ext cx="10161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X</a:t>
            </a:r>
            <a:endParaRPr b="1" sz="1866"/>
          </a:p>
          <a:p>
            <a:pPr indent="0" lvl="0" marL="0" rtl="0" algn="ctr">
              <a:spcBef>
                <a:spcPts val="0"/>
              </a:spcBef>
              <a:spcAft>
                <a:spcPts val="0"/>
              </a:spcAft>
              <a:buNone/>
            </a:pPr>
            <a:r>
              <a:rPr b="1" lang="en" sz="1333">
                <a:solidFill>
                  <a:srgbClr val="38761D"/>
                </a:solidFill>
              </a:rPr>
              <a:t>(Feature)</a:t>
            </a:r>
            <a:endParaRPr b="1" sz="1333">
              <a:solidFill>
                <a:srgbClr val="38761D"/>
              </a:solidFill>
            </a:endParaRPr>
          </a:p>
        </p:txBody>
      </p:sp>
      <p:sp>
        <p:nvSpPr>
          <p:cNvPr id="1247" name="Google Shape;1247;p45"/>
          <p:cNvSpPr txBox="1"/>
          <p:nvPr/>
        </p:nvSpPr>
        <p:spPr>
          <a:xfrm>
            <a:off x="3612729" y="1229200"/>
            <a:ext cx="10161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Y</a:t>
            </a:r>
            <a:endParaRPr b="1" sz="1866"/>
          </a:p>
        </p:txBody>
      </p:sp>
      <p:sp>
        <p:nvSpPr>
          <p:cNvPr id="1248" name="Google Shape;1248;p45"/>
          <p:cNvSpPr txBox="1"/>
          <p:nvPr/>
        </p:nvSpPr>
        <p:spPr>
          <a:xfrm>
            <a:off x="4888210" y="2591167"/>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chemeClr val="accent5"/>
                </a:solidFill>
              </a:rPr>
              <a:t>Train</a:t>
            </a:r>
            <a:endParaRPr b="1" sz="1733">
              <a:solidFill>
                <a:schemeClr val="accent5"/>
              </a:solidFill>
            </a:endParaRPr>
          </a:p>
        </p:txBody>
      </p:sp>
      <p:sp>
        <p:nvSpPr>
          <p:cNvPr id="1249" name="Google Shape;1249;p45"/>
          <p:cNvSpPr txBox="1"/>
          <p:nvPr/>
        </p:nvSpPr>
        <p:spPr>
          <a:xfrm>
            <a:off x="4888210" y="3483833"/>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rgbClr val="4A86E8"/>
                </a:solidFill>
              </a:rPr>
              <a:t>Test</a:t>
            </a:r>
            <a:endParaRPr b="1" sz="1733">
              <a:solidFill>
                <a:srgbClr val="4A86E8"/>
              </a:solidFill>
            </a:endParaRPr>
          </a:p>
        </p:txBody>
      </p:sp>
      <p:sp>
        <p:nvSpPr>
          <p:cNvPr id="1250" name="Google Shape;1250;p45"/>
          <p:cNvSpPr txBox="1"/>
          <p:nvPr/>
        </p:nvSpPr>
        <p:spPr>
          <a:xfrm>
            <a:off x="3585736" y="935000"/>
            <a:ext cx="10701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rgbClr val="FF9900"/>
                </a:solidFill>
              </a:rPr>
              <a:t>(Label)</a:t>
            </a:r>
            <a:endParaRPr b="1" sz="1866">
              <a:solidFill>
                <a:srgbClr val="FF9900"/>
              </a:solidFill>
            </a:endParaRPr>
          </a:p>
        </p:txBody>
      </p:sp>
      <p:sp>
        <p:nvSpPr>
          <p:cNvPr id="1251" name="Google Shape;1251;p45"/>
          <p:cNvSpPr txBox="1"/>
          <p:nvPr/>
        </p:nvSpPr>
        <p:spPr>
          <a:xfrm>
            <a:off x="4669898" y="1684950"/>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Data Exploration</a:t>
            </a:r>
            <a:endParaRPr b="1" sz="1333">
              <a:solidFill>
                <a:schemeClr val="dk1"/>
              </a:solidFill>
            </a:endParaRPr>
          </a:p>
        </p:txBody>
      </p:sp>
      <p:sp>
        <p:nvSpPr>
          <p:cNvPr id="1252" name="Google Shape;1252;p45"/>
          <p:cNvSpPr txBox="1"/>
          <p:nvPr/>
        </p:nvSpPr>
        <p:spPr>
          <a:xfrm>
            <a:off x="6088577" y="2924133"/>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Model </a:t>
            </a:r>
            <a:endParaRPr b="1" sz="1333">
              <a:solidFill>
                <a:schemeClr val="dk1"/>
              </a:solidFill>
            </a:endParaRPr>
          </a:p>
          <a:p>
            <a:pPr indent="0" lvl="0" marL="0" rtl="0" algn="ctr">
              <a:spcBef>
                <a:spcPts val="0"/>
              </a:spcBef>
              <a:spcAft>
                <a:spcPts val="0"/>
              </a:spcAft>
              <a:buNone/>
            </a:pPr>
            <a:r>
              <a:rPr b="1" lang="en" sz="1333">
                <a:solidFill>
                  <a:schemeClr val="dk1"/>
                </a:solidFill>
              </a:rPr>
              <a:t>Training</a:t>
            </a:r>
            <a:endParaRPr b="1" sz="1333">
              <a:solidFill>
                <a:schemeClr val="dk1"/>
              </a:solidFill>
            </a:endParaRPr>
          </a:p>
        </p:txBody>
      </p:sp>
      <p:sp>
        <p:nvSpPr>
          <p:cNvPr id="1253" name="Google Shape;1253;p45"/>
          <p:cNvSpPr txBox="1"/>
          <p:nvPr/>
        </p:nvSpPr>
        <p:spPr>
          <a:xfrm>
            <a:off x="7761158" y="3478000"/>
            <a:ext cx="8250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Predict</a:t>
            </a:r>
            <a:endParaRPr b="1" sz="1333">
              <a:solidFill>
                <a:schemeClr val="dk1"/>
              </a:solidFill>
            </a:endParaRPr>
          </a:p>
        </p:txBody>
      </p:sp>
      <p:sp>
        <p:nvSpPr>
          <p:cNvPr id="1254" name="Google Shape;1254;p45"/>
          <p:cNvSpPr txBox="1"/>
          <p:nvPr/>
        </p:nvSpPr>
        <p:spPr>
          <a:xfrm>
            <a:off x="7744962" y="4574333"/>
            <a:ext cx="8250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Predict</a:t>
            </a:r>
            <a:endParaRPr b="1" sz="1333">
              <a:solidFill>
                <a:schemeClr val="dk1"/>
              </a:solidFill>
            </a:endParaRPr>
          </a:p>
        </p:txBody>
      </p:sp>
      <p:sp>
        <p:nvSpPr>
          <p:cNvPr id="1255" name="Google Shape;1255;p45"/>
          <p:cNvSpPr txBox="1"/>
          <p:nvPr/>
        </p:nvSpPr>
        <p:spPr>
          <a:xfrm>
            <a:off x="1337932" y="4982900"/>
            <a:ext cx="13173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New Data</a:t>
            </a:r>
            <a:endParaRPr b="1" sz="1333">
              <a:solidFill>
                <a:schemeClr val="dk1"/>
              </a:solidFill>
            </a:endParaRPr>
          </a:p>
        </p:txBody>
      </p:sp>
      <p:sp>
        <p:nvSpPr>
          <p:cNvPr id="1256" name="Google Shape;1256;p45"/>
          <p:cNvSpPr txBox="1"/>
          <p:nvPr/>
        </p:nvSpPr>
        <p:spPr>
          <a:xfrm>
            <a:off x="4737648" y="4982900"/>
            <a:ext cx="13173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Prepared</a:t>
            </a:r>
            <a:endParaRPr b="1" sz="1333">
              <a:solidFill>
                <a:schemeClr val="dk1"/>
              </a:solidFill>
            </a:endParaRPr>
          </a:p>
        </p:txBody>
      </p:sp>
      <p:grpSp>
        <p:nvGrpSpPr>
          <p:cNvPr id="1257" name="Google Shape;1257;p45"/>
          <p:cNvGrpSpPr/>
          <p:nvPr/>
        </p:nvGrpSpPr>
        <p:grpSpPr>
          <a:xfrm>
            <a:off x="1572473" y="1970784"/>
            <a:ext cx="599850" cy="533587"/>
            <a:chOff x="1179650" y="1478125"/>
            <a:chExt cx="450000" cy="400200"/>
          </a:xfrm>
        </p:grpSpPr>
        <p:sp>
          <p:nvSpPr>
            <p:cNvPr id="1258" name="Google Shape;1258;p4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59" name="Google Shape;1259;p4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a:t>
              </a:r>
              <a:endParaRPr b="1" sz="1866">
                <a:solidFill>
                  <a:schemeClr val="dk1"/>
                </a:solidFill>
              </a:endParaRPr>
            </a:p>
          </p:txBody>
        </p:sp>
      </p:grpSp>
      <p:grpSp>
        <p:nvGrpSpPr>
          <p:cNvPr id="1260" name="Google Shape;1260;p45"/>
          <p:cNvGrpSpPr/>
          <p:nvPr/>
        </p:nvGrpSpPr>
        <p:grpSpPr>
          <a:xfrm>
            <a:off x="3052836" y="478384"/>
            <a:ext cx="599850" cy="533587"/>
            <a:chOff x="1179650" y="1478125"/>
            <a:chExt cx="450000" cy="400200"/>
          </a:xfrm>
        </p:grpSpPr>
        <p:sp>
          <p:nvSpPr>
            <p:cNvPr id="1261" name="Google Shape;1261;p4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62" name="Google Shape;1262;p4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2</a:t>
              </a:r>
              <a:endParaRPr b="1" sz="1866">
                <a:solidFill>
                  <a:schemeClr val="dk1"/>
                </a:solidFill>
              </a:endParaRPr>
            </a:p>
          </p:txBody>
        </p:sp>
      </p:grpSp>
      <p:grpSp>
        <p:nvGrpSpPr>
          <p:cNvPr id="1263" name="Google Shape;1263;p45"/>
          <p:cNvGrpSpPr/>
          <p:nvPr/>
        </p:nvGrpSpPr>
        <p:grpSpPr>
          <a:xfrm>
            <a:off x="4669898" y="742367"/>
            <a:ext cx="599850" cy="533587"/>
            <a:chOff x="1179650" y="1478125"/>
            <a:chExt cx="450000" cy="400200"/>
          </a:xfrm>
        </p:grpSpPr>
        <p:sp>
          <p:nvSpPr>
            <p:cNvPr id="1264" name="Google Shape;1264;p4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65" name="Google Shape;1265;p4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3</a:t>
              </a:r>
              <a:endParaRPr b="1" sz="1866">
                <a:solidFill>
                  <a:schemeClr val="dk1"/>
                </a:solidFill>
              </a:endParaRPr>
            </a:p>
          </p:txBody>
        </p:sp>
      </p:grpSp>
      <p:grpSp>
        <p:nvGrpSpPr>
          <p:cNvPr id="1266" name="Google Shape;1266;p45"/>
          <p:cNvGrpSpPr/>
          <p:nvPr/>
        </p:nvGrpSpPr>
        <p:grpSpPr>
          <a:xfrm>
            <a:off x="3312805" y="2424667"/>
            <a:ext cx="599850" cy="533587"/>
            <a:chOff x="1179650" y="1478125"/>
            <a:chExt cx="450000" cy="400200"/>
          </a:xfrm>
        </p:grpSpPr>
        <p:sp>
          <p:nvSpPr>
            <p:cNvPr id="1267" name="Google Shape;1267;p4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68" name="Google Shape;1268;p4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4</a:t>
              </a:r>
              <a:endParaRPr b="1" sz="1866">
                <a:solidFill>
                  <a:schemeClr val="dk1"/>
                </a:solidFill>
              </a:endParaRPr>
            </a:p>
          </p:txBody>
        </p:sp>
      </p:grpSp>
      <p:grpSp>
        <p:nvGrpSpPr>
          <p:cNvPr id="1269" name="Google Shape;1269;p45"/>
          <p:cNvGrpSpPr/>
          <p:nvPr/>
        </p:nvGrpSpPr>
        <p:grpSpPr>
          <a:xfrm>
            <a:off x="6585519" y="2072701"/>
            <a:ext cx="599850" cy="533587"/>
            <a:chOff x="1179650" y="1478125"/>
            <a:chExt cx="450000" cy="400200"/>
          </a:xfrm>
        </p:grpSpPr>
        <p:sp>
          <p:nvSpPr>
            <p:cNvPr id="1270" name="Google Shape;1270;p4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71" name="Google Shape;1271;p4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5</a:t>
              </a:r>
              <a:endParaRPr b="1" sz="1866">
                <a:solidFill>
                  <a:schemeClr val="dk1"/>
                </a:solidFill>
              </a:endParaRPr>
            </a:p>
          </p:txBody>
        </p:sp>
      </p:grpSp>
      <p:grpSp>
        <p:nvGrpSpPr>
          <p:cNvPr id="1272" name="Google Shape;1272;p45"/>
          <p:cNvGrpSpPr/>
          <p:nvPr/>
        </p:nvGrpSpPr>
        <p:grpSpPr>
          <a:xfrm>
            <a:off x="7663399" y="2985667"/>
            <a:ext cx="599850" cy="533587"/>
            <a:chOff x="1179650" y="1478125"/>
            <a:chExt cx="450000" cy="400200"/>
          </a:xfrm>
        </p:grpSpPr>
        <p:sp>
          <p:nvSpPr>
            <p:cNvPr id="1273" name="Google Shape;1273;p4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74" name="Google Shape;1274;p4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6</a:t>
              </a:r>
              <a:endParaRPr b="1" sz="1866">
                <a:solidFill>
                  <a:schemeClr val="dk1"/>
                </a:solidFill>
              </a:endParaRPr>
            </a:p>
          </p:txBody>
        </p:sp>
      </p:grpSp>
      <p:grpSp>
        <p:nvGrpSpPr>
          <p:cNvPr id="1275" name="Google Shape;1275;p45"/>
          <p:cNvGrpSpPr/>
          <p:nvPr/>
        </p:nvGrpSpPr>
        <p:grpSpPr>
          <a:xfrm>
            <a:off x="10340846" y="2801901"/>
            <a:ext cx="599850" cy="533587"/>
            <a:chOff x="1179650" y="1478125"/>
            <a:chExt cx="450000" cy="400200"/>
          </a:xfrm>
        </p:grpSpPr>
        <p:sp>
          <p:nvSpPr>
            <p:cNvPr id="1276" name="Google Shape;1276;p4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77" name="Google Shape;1277;p4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7</a:t>
              </a:r>
              <a:endParaRPr b="1" sz="1866">
                <a:solidFill>
                  <a:schemeClr val="dk1"/>
                </a:solidFill>
              </a:endParaRPr>
            </a:p>
          </p:txBody>
        </p:sp>
      </p:grpSp>
      <p:grpSp>
        <p:nvGrpSpPr>
          <p:cNvPr id="1278" name="Google Shape;1278;p45"/>
          <p:cNvGrpSpPr/>
          <p:nvPr/>
        </p:nvGrpSpPr>
        <p:grpSpPr>
          <a:xfrm>
            <a:off x="1695643" y="3996967"/>
            <a:ext cx="599850" cy="533587"/>
            <a:chOff x="1179650" y="1478125"/>
            <a:chExt cx="450000" cy="400200"/>
          </a:xfrm>
        </p:grpSpPr>
        <p:sp>
          <p:nvSpPr>
            <p:cNvPr id="1279" name="Google Shape;1279;p4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80" name="Google Shape;1280;p4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8</a:t>
              </a:r>
              <a:endParaRPr b="1" sz="1866">
                <a:solidFill>
                  <a:schemeClr val="dk1"/>
                </a:solidFill>
              </a:endParaRPr>
            </a:p>
          </p:txBody>
        </p:sp>
      </p:grpSp>
      <p:grpSp>
        <p:nvGrpSpPr>
          <p:cNvPr id="1281" name="Google Shape;1281;p45"/>
          <p:cNvGrpSpPr/>
          <p:nvPr/>
        </p:nvGrpSpPr>
        <p:grpSpPr>
          <a:xfrm>
            <a:off x="4290277" y="4302067"/>
            <a:ext cx="599850" cy="533587"/>
            <a:chOff x="1179650" y="1478125"/>
            <a:chExt cx="450000" cy="400200"/>
          </a:xfrm>
        </p:grpSpPr>
        <p:sp>
          <p:nvSpPr>
            <p:cNvPr id="1282" name="Google Shape;1282;p4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83" name="Google Shape;1283;p4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9</a:t>
              </a:r>
              <a:endParaRPr b="1" sz="1866">
                <a:solidFill>
                  <a:schemeClr val="dk1"/>
                </a:solidFill>
              </a:endParaRPr>
            </a:p>
          </p:txBody>
        </p:sp>
      </p:grpSp>
      <p:grpSp>
        <p:nvGrpSpPr>
          <p:cNvPr id="1284" name="Google Shape;1284;p45"/>
          <p:cNvGrpSpPr/>
          <p:nvPr/>
        </p:nvGrpSpPr>
        <p:grpSpPr>
          <a:xfrm>
            <a:off x="8215794" y="4094651"/>
            <a:ext cx="599850" cy="533587"/>
            <a:chOff x="1179650" y="1478125"/>
            <a:chExt cx="450000" cy="400200"/>
          </a:xfrm>
        </p:grpSpPr>
        <p:sp>
          <p:nvSpPr>
            <p:cNvPr id="1285" name="Google Shape;1285;p45"/>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286" name="Google Shape;1286;p45"/>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10</a:t>
              </a:r>
              <a:endParaRPr b="1" sz="1866">
                <a:solidFill>
                  <a:schemeClr val="dk1"/>
                </a:solidFill>
              </a:endParaRPr>
            </a:p>
          </p:txBody>
        </p:sp>
      </p:grpSp>
      <p:pic>
        <p:nvPicPr>
          <p:cNvPr id="1287" name="Google Shape;1287;p45"/>
          <p:cNvPicPr preferRelativeResize="0"/>
          <p:nvPr/>
        </p:nvPicPr>
        <p:blipFill>
          <a:blip r:embed="rId14">
            <a:alphaModFix/>
          </a:blip>
          <a:stretch>
            <a:fillRect/>
          </a:stretch>
        </p:blipFill>
        <p:spPr>
          <a:xfrm>
            <a:off x="9221026" y="4471404"/>
            <a:ext cx="1264883" cy="657346"/>
          </a:xfrm>
          <a:prstGeom prst="rect">
            <a:avLst/>
          </a:prstGeom>
          <a:noFill/>
          <a:ln>
            <a:noFill/>
          </a:ln>
        </p:spPr>
      </p:pic>
      <p:sp>
        <p:nvSpPr>
          <p:cNvPr id="1288" name="Google Shape;1288;p45"/>
          <p:cNvSpPr txBox="1"/>
          <p:nvPr/>
        </p:nvSpPr>
        <p:spPr>
          <a:xfrm>
            <a:off x="9093258" y="4576500"/>
            <a:ext cx="13173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Prediction</a:t>
            </a:r>
            <a:endParaRPr b="1" sz="1333">
              <a:solidFill>
                <a:schemeClr val="dk1"/>
              </a:solidFill>
            </a:endParaRPr>
          </a:p>
        </p:txBody>
      </p:sp>
      <p:cxnSp>
        <p:nvCxnSpPr>
          <p:cNvPr id="1289" name="Google Shape;1289;p45"/>
          <p:cNvCxnSpPr/>
          <p:nvPr/>
        </p:nvCxnSpPr>
        <p:spPr>
          <a:xfrm>
            <a:off x="8665598" y="4800150"/>
            <a:ext cx="555600" cy="0"/>
          </a:xfrm>
          <a:prstGeom prst="straightConnector1">
            <a:avLst/>
          </a:prstGeom>
          <a:noFill/>
          <a:ln cap="flat" cmpd="sng" w="12700">
            <a:solidFill>
              <a:srgbClr val="666666"/>
            </a:solidFill>
            <a:prstDash val="solid"/>
            <a:round/>
            <a:headEnd len="med" w="med" type="none"/>
            <a:tailEnd len="med" w="med" type="triangle"/>
          </a:ln>
        </p:spPr>
      </p:cxnSp>
      <p:sp>
        <p:nvSpPr>
          <p:cNvPr id="1290" name="Google Shape;1290;p45"/>
          <p:cNvSpPr txBox="1"/>
          <p:nvPr/>
        </p:nvSpPr>
        <p:spPr>
          <a:xfrm>
            <a:off x="1144647" y="5326233"/>
            <a:ext cx="6996600" cy="892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i="1" lang="en" sz="1400">
                <a:solidFill>
                  <a:srgbClr val="999988"/>
                </a:solidFill>
                <a:highlight>
                  <a:srgbClr val="F8F8F8"/>
                </a:highlight>
                <a:latin typeface="Courier New"/>
                <a:ea typeface="Courier New"/>
                <a:cs typeface="Courier New"/>
                <a:sym typeface="Courier New"/>
              </a:rPr>
              <a:t># step 10 - make predictions on new data</a:t>
            </a:r>
            <a:endParaRPr sz="14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new_prediction = knn.predict(new_prepared)</a:t>
            </a:r>
            <a:endParaRPr sz="1400">
              <a:solidFill>
                <a:srgbClr val="333333"/>
              </a:solidFill>
              <a:highlight>
                <a:srgbClr val="F8F8F8"/>
              </a:highlight>
              <a:latin typeface="Courier New"/>
              <a:ea typeface="Courier New"/>
              <a:cs typeface="Courier New"/>
              <a:sym typeface="Courier New"/>
            </a:endParaRPr>
          </a:p>
          <a:p>
            <a:pPr indent="0" lvl="0" marL="0" marR="101583" rtl="0" algn="l">
              <a:lnSpc>
                <a:spcPct val="115000"/>
              </a:lnSpc>
              <a:spcBef>
                <a:spcPts val="0"/>
              </a:spcBef>
              <a:spcAft>
                <a:spcPts val="0"/>
              </a:spcAft>
              <a:buNone/>
            </a:pPr>
            <a:r>
              <a:rPr lang="en" sz="1400">
                <a:solidFill>
                  <a:srgbClr val="333333"/>
                </a:solidFill>
                <a:highlight>
                  <a:srgbClr val="F8F8F8"/>
                </a:highlight>
                <a:latin typeface="Courier New"/>
                <a:ea typeface="Courier New"/>
                <a:cs typeface="Courier New"/>
                <a:sym typeface="Courier New"/>
              </a:rPr>
              <a:t>print(new_prediction)</a:t>
            </a:r>
            <a:endParaRPr sz="1400"/>
          </a:p>
        </p:txBody>
      </p:sp>
      <p:sp>
        <p:nvSpPr>
          <p:cNvPr id="1291" name="Google Shape;1291;p45"/>
          <p:cNvSpPr txBox="1"/>
          <p:nvPr>
            <p:ph idx="4294967295" type="title"/>
          </p:nvPr>
        </p:nvSpPr>
        <p:spPr>
          <a:xfrm>
            <a:off x="7962375" y="199250"/>
            <a:ext cx="39612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10</a:t>
            </a:r>
            <a:r>
              <a:rPr lang="en" sz="2800">
                <a:solidFill>
                  <a:schemeClr val="accent6"/>
                </a:solidFill>
              </a:rPr>
              <a:t>. Generate Prediction</a:t>
            </a:r>
            <a:endParaRPr sz="2800">
              <a:solidFill>
                <a:schemeClr val="accent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46"/>
          <p:cNvSpPr/>
          <p:nvPr/>
        </p:nvSpPr>
        <p:spPr>
          <a:xfrm>
            <a:off x="206248" y="1504050"/>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1297" name="Google Shape;1297;p46"/>
          <p:cNvPicPr preferRelativeResize="0"/>
          <p:nvPr/>
        </p:nvPicPr>
        <p:blipFill>
          <a:blip r:embed="rId3">
            <a:alphaModFix/>
          </a:blip>
          <a:stretch>
            <a:fillRect/>
          </a:stretch>
        </p:blipFill>
        <p:spPr>
          <a:xfrm>
            <a:off x="338382" y="860769"/>
            <a:ext cx="599916" cy="599916"/>
          </a:xfrm>
          <a:prstGeom prst="rect">
            <a:avLst/>
          </a:prstGeom>
          <a:noFill/>
          <a:ln>
            <a:noFill/>
          </a:ln>
        </p:spPr>
      </p:pic>
      <p:sp>
        <p:nvSpPr>
          <p:cNvPr id="1298" name="Google Shape;1298;p46"/>
          <p:cNvSpPr/>
          <p:nvPr/>
        </p:nvSpPr>
        <p:spPr>
          <a:xfrm>
            <a:off x="1144647" y="698633"/>
            <a:ext cx="10969800" cy="4627500"/>
          </a:xfrm>
          <a:prstGeom prst="rect">
            <a:avLst/>
          </a:prstGeom>
          <a:solidFill>
            <a:schemeClr val="lt1"/>
          </a:solidFill>
          <a:ln cap="flat" cmpd="sng" w="127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pic>
        <p:nvPicPr>
          <p:cNvPr id="1299" name="Google Shape;1299;p46"/>
          <p:cNvPicPr preferRelativeResize="0"/>
          <p:nvPr/>
        </p:nvPicPr>
        <p:blipFill>
          <a:blip r:embed="rId4">
            <a:alphaModFix/>
          </a:blip>
          <a:stretch>
            <a:fillRect/>
          </a:stretch>
        </p:blipFill>
        <p:spPr>
          <a:xfrm>
            <a:off x="1435574" y="860767"/>
            <a:ext cx="1119998" cy="1149211"/>
          </a:xfrm>
          <a:prstGeom prst="rect">
            <a:avLst/>
          </a:prstGeom>
          <a:noFill/>
          <a:ln>
            <a:noFill/>
          </a:ln>
        </p:spPr>
      </p:pic>
      <p:pic>
        <p:nvPicPr>
          <p:cNvPr id="1300" name="Google Shape;1300;p46"/>
          <p:cNvPicPr preferRelativeResize="0"/>
          <p:nvPr/>
        </p:nvPicPr>
        <p:blipFill>
          <a:blip r:embed="rId5">
            <a:alphaModFix/>
          </a:blip>
          <a:stretch>
            <a:fillRect/>
          </a:stretch>
        </p:blipFill>
        <p:spPr>
          <a:xfrm>
            <a:off x="4877446" y="2373200"/>
            <a:ext cx="1129517" cy="857049"/>
          </a:xfrm>
          <a:prstGeom prst="rect">
            <a:avLst/>
          </a:prstGeom>
          <a:noFill/>
          <a:ln>
            <a:noFill/>
          </a:ln>
        </p:spPr>
      </p:pic>
      <p:pic>
        <p:nvPicPr>
          <p:cNvPr id="1301" name="Google Shape;1301;p46"/>
          <p:cNvPicPr preferRelativeResize="0"/>
          <p:nvPr/>
        </p:nvPicPr>
        <p:blipFill>
          <a:blip r:embed="rId6">
            <a:alphaModFix/>
          </a:blip>
          <a:stretch>
            <a:fillRect/>
          </a:stretch>
        </p:blipFill>
        <p:spPr>
          <a:xfrm>
            <a:off x="4877446" y="3483700"/>
            <a:ext cx="1129517" cy="438995"/>
          </a:xfrm>
          <a:prstGeom prst="rect">
            <a:avLst/>
          </a:prstGeom>
          <a:noFill/>
          <a:ln>
            <a:noFill/>
          </a:ln>
        </p:spPr>
      </p:pic>
      <p:pic>
        <p:nvPicPr>
          <p:cNvPr id="1302" name="Google Shape;1302;p46"/>
          <p:cNvPicPr preferRelativeResize="0"/>
          <p:nvPr/>
        </p:nvPicPr>
        <p:blipFill>
          <a:blip r:embed="rId7">
            <a:alphaModFix/>
          </a:blip>
          <a:stretch>
            <a:fillRect/>
          </a:stretch>
        </p:blipFill>
        <p:spPr>
          <a:xfrm>
            <a:off x="4825692" y="1058700"/>
            <a:ext cx="1119988" cy="753443"/>
          </a:xfrm>
          <a:prstGeom prst="rect">
            <a:avLst/>
          </a:prstGeom>
          <a:noFill/>
          <a:ln>
            <a:noFill/>
          </a:ln>
        </p:spPr>
      </p:pic>
      <p:pic>
        <p:nvPicPr>
          <p:cNvPr id="1303" name="Google Shape;1303;p46"/>
          <p:cNvPicPr preferRelativeResize="0"/>
          <p:nvPr/>
        </p:nvPicPr>
        <p:blipFill>
          <a:blip r:embed="rId8">
            <a:alphaModFix/>
          </a:blip>
          <a:stretch>
            <a:fillRect/>
          </a:stretch>
        </p:blipFill>
        <p:spPr>
          <a:xfrm>
            <a:off x="3052736" y="858267"/>
            <a:ext cx="1119986" cy="1154221"/>
          </a:xfrm>
          <a:prstGeom prst="rect">
            <a:avLst/>
          </a:prstGeom>
          <a:noFill/>
          <a:ln>
            <a:noFill/>
          </a:ln>
        </p:spPr>
      </p:pic>
      <p:pic>
        <p:nvPicPr>
          <p:cNvPr id="1304" name="Google Shape;1304;p46"/>
          <p:cNvPicPr preferRelativeResize="0"/>
          <p:nvPr/>
        </p:nvPicPr>
        <p:blipFill>
          <a:blip r:embed="rId9">
            <a:alphaModFix/>
          </a:blip>
          <a:stretch>
            <a:fillRect/>
          </a:stretch>
        </p:blipFill>
        <p:spPr>
          <a:xfrm>
            <a:off x="6519369" y="2508914"/>
            <a:ext cx="732150" cy="585711"/>
          </a:xfrm>
          <a:prstGeom prst="rect">
            <a:avLst/>
          </a:prstGeom>
          <a:noFill/>
          <a:ln>
            <a:noFill/>
          </a:ln>
        </p:spPr>
      </p:pic>
      <p:sp>
        <p:nvSpPr>
          <p:cNvPr id="1305" name="Google Shape;1305;p46"/>
          <p:cNvSpPr/>
          <p:nvPr/>
        </p:nvSpPr>
        <p:spPr>
          <a:xfrm>
            <a:off x="7866532" y="2501833"/>
            <a:ext cx="599700" cy="600000"/>
          </a:xfrm>
          <a:prstGeom prst="ellipse">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06" name="Google Shape;1306;p46"/>
          <p:cNvSpPr txBox="1"/>
          <p:nvPr/>
        </p:nvSpPr>
        <p:spPr>
          <a:xfrm>
            <a:off x="7866532" y="2535033"/>
            <a:ext cx="5997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lang="en" sz="933">
                <a:solidFill>
                  <a:schemeClr val="dk1"/>
                </a:solidFill>
              </a:rPr>
              <a:t>KNN</a:t>
            </a:r>
            <a:endParaRPr sz="933">
              <a:solidFill>
                <a:schemeClr val="dk1"/>
              </a:solidFill>
            </a:endParaRPr>
          </a:p>
          <a:p>
            <a:pPr indent="0" lvl="0" marL="0" rtl="0" algn="ctr">
              <a:spcBef>
                <a:spcPts val="0"/>
              </a:spcBef>
              <a:spcAft>
                <a:spcPts val="0"/>
              </a:spcAft>
              <a:buNone/>
            </a:pPr>
            <a:r>
              <a:rPr lang="en" sz="933">
                <a:solidFill>
                  <a:schemeClr val="dk1"/>
                </a:solidFill>
              </a:rPr>
              <a:t>Model</a:t>
            </a:r>
            <a:endParaRPr sz="933">
              <a:solidFill>
                <a:schemeClr val="dk1"/>
              </a:solidFill>
            </a:endParaRPr>
          </a:p>
        </p:txBody>
      </p:sp>
      <p:sp>
        <p:nvSpPr>
          <p:cNvPr id="1307" name="Google Shape;1307;p46"/>
          <p:cNvSpPr/>
          <p:nvPr/>
        </p:nvSpPr>
        <p:spPr>
          <a:xfrm>
            <a:off x="7658384" y="3483650"/>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1308" name="Google Shape;1308;p46"/>
          <p:cNvPicPr preferRelativeResize="0"/>
          <p:nvPr/>
        </p:nvPicPr>
        <p:blipFill>
          <a:blip r:embed="rId10">
            <a:alphaModFix/>
          </a:blip>
          <a:stretch>
            <a:fillRect/>
          </a:stretch>
        </p:blipFill>
        <p:spPr>
          <a:xfrm>
            <a:off x="9221026" y="3483700"/>
            <a:ext cx="1376140" cy="438990"/>
          </a:xfrm>
          <a:prstGeom prst="rect">
            <a:avLst/>
          </a:prstGeom>
          <a:noFill/>
          <a:ln>
            <a:noFill/>
          </a:ln>
        </p:spPr>
      </p:pic>
      <p:pic>
        <p:nvPicPr>
          <p:cNvPr id="1309" name="Google Shape;1309;p46"/>
          <p:cNvPicPr preferRelativeResize="0"/>
          <p:nvPr/>
        </p:nvPicPr>
        <p:blipFill>
          <a:blip r:embed="rId11">
            <a:alphaModFix/>
          </a:blip>
          <a:stretch>
            <a:fillRect/>
          </a:stretch>
        </p:blipFill>
        <p:spPr>
          <a:xfrm>
            <a:off x="10940529" y="2983885"/>
            <a:ext cx="599850" cy="580003"/>
          </a:xfrm>
          <a:prstGeom prst="rect">
            <a:avLst/>
          </a:prstGeom>
          <a:noFill/>
          <a:ln>
            <a:noFill/>
          </a:ln>
        </p:spPr>
      </p:pic>
      <p:cxnSp>
        <p:nvCxnSpPr>
          <p:cNvPr id="1310" name="Google Shape;1310;p46"/>
          <p:cNvCxnSpPr>
            <a:stCxn id="1296" idx="4"/>
            <a:endCxn id="1299" idx="1"/>
          </p:cNvCxnSpPr>
          <p:nvPr/>
        </p:nvCxnSpPr>
        <p:spPr>
          <a:xfrm flipH="1" rot="10800000">
            <a:off x="938399" y="1435350"/>
            <a:ext cx="497100" cy="419400"/>
          </a:xfrm>
          <a:prstGeom prst="straightConnector1">
            <a:avLst/>
          </a:prstGeom>
          <a:noFill/>
          <a:ln cap="flat" cmpd="sng" w="12700">
            <a:solidFill>
              <a:srgbClr val="666666"/>
            </a:solidFill>
            <a:prstDash val="solid"/>
            <a:round/>
            <a:headEnd len="med" w="med" type="none"/>
            <a:tailEnd len="med" w="med" type="triangle"/>
          </a:ln>
        </p:spPr>
      </p:cxnSp>
      <p:cxnSp>
        <p:nvCxnSpPr>
          <p:cNvPr id="1311" name="Google Shape;1311;p46"/>
          <p:cNvCxnSpPr>
            <a:stCxn id="1299" idx="3"/>
            <a:endCxn id="1303" idx="1"/>
          </p:cNvCxnSpPr>
          <p:nvPr/>
        </p:nvCxnSpPr>
        <p:spPr>
          <a:xfrm>
            <a:off x="2555572" y="1435372"/>
            <a:ext cx="497100" cy="0"/>
          </a:xfrm>
          <a:prstGeom prst="straightConnector1">
            <a:avLst/>
          </a:prstGeom>
          <a:noFill/>
          <a:ln cap="flat" cmpd="sng" w="12700">
            <a:solidFill>
              <a:srgbClr val="666666"/>
            </a:solidFill>
            <a:prstDash val="solid"/>
            <a:round/>
            <a:headEnd len="med" w="med" type="none"/>
            <a:tailEnd len="med" w="med" type="triangle"/>
          </a:ln>
        </p:spPr>
      </p:cxnSp>
      <p:cxnSp>
        <p:nvCxnSpPr>
          <p:cNvPr id="1312" name="Google Shape;1312;p46"/>
          <p:cNvCxnSpPr>
            <a:stCxn id="1303" idx="3"/>
            <a:endCxn id="1302" idx="1"/>
          </p:cNvCxnSpPr>
          <p:nvPr/>
        </p:nvCxnSpPr>
        <p:spPr>
          <a:xfrm>
            <a:off x="4172722" y="1435377"/>
            <a:ext cx="653100" cy="0"/>
          </a:xfrm>
          <a:prstGeom prst="straightConnector1">
            <a:avLst/>
          </a:prstGeom>
          <a:noFill/>
          <a:ln cap="flat" cmpd="sng" w="12700">
            <a:solidFill>
              <a:srgbClr val="666666"/>
            </a:solidFill>
            <a:prstDash val="solid"/>
            <a:round/>
            <a:headEnd len="med" w="med" type="none"/>
            <a:tailEnd len="med" w="med" type="triangle"/>
          </a:ln>
        </p:spPr>
      </p:cxnSp>
      <p:cxnSp>
        <p:nvCxnSpPr>
          <p:cNvPr id="1313" name="Google Shape;1313;p46"/>
          <p:cNvCxnSpPr>
            <a:stCxn id="1303" idx="2"/>
            <a:endCxn id="1300" idx="1"/>
          </p:cNvCxnSpPr>
          <p:nvPr/>
        </p:nvCxnSpPr>
        <p:spPr>
          <a:xfrm flipH="1" rot="-5400000">
            <a:off x="3850479" y="1774737"/>
            <a:ext cx="789300" cy="1264800"/>
          </a:xfrm>
          <a:prstGeom prst="bentConnector2">
            <a:avLst/>
          </a:prstGeom>
          <a:noFill/>
          <a:ln cap="flat" cmpd="sng" w="12700">
            <a:solidFill>
              <a:srgbClr val="666666"/>
            </a:solidFill>
            <a:prstDash val="solid"/>
            <a:round/>
            <a:headEnd len="med" w="med" type="none"/>
            <a:tailEnd len="med" w="med" type="triangle"/>
          </a:ln>
        </p:spPr>
      </p:cxnSp>
      <p:cxnSp>
        <p:nvCxnSpPr>
          <p:cNvPr id="1314" name="Google Shape;1314;p46"/>
          <p:cNvCxnSpPr>
            <a:stCxn id="1303" idx="2"/>
            <a:endCxn id="1301" idx="1"/>
          </p:cNvCxnSpPr>
          <p:nvPr/>
        </p:nvCxnSpPr>
        <p:spPr>
          <a:xfrm flipH="1" rot="-5400000">
            <a:off x="3399729" y="2225487"/>
            <a:ext cx="1690800" cy="1264800"/>
          </a:xfrm>
          <a:prstGeom prst="bentConnector2">
            <a:avLst/>
          </a:prstGeom>
          <a:noFill/>
          <a:ln cap="flat" cmpd="sng" w="12700">
            <a:solidFill>
              <a:srgbClr val="666666"/>
            </a:solidFill>
            <a:prstDash val="solid"/>
            <a:round/>
            <a:headEnd len="med" w="med" type="none"/>
            <a:tailEnd len="med" w="med" type="triangle"/>
          </a:ln>
        </p:spPr>
      </p:cxnSp>
      <p:cxnSp>
        <p:nvCxnSpPr>
          <p:cNvPr id="1315" name="Google Shape;1315;p46"/>
          <p:cNvCxnSpPr>
            <a:stCxn id="1300" idx="3"/>
            <a:endCxn id="1304" idx="1"/>
          </p:cNvCxnSpPr>
          <p:nvPr/>
        </p:nvCxnSpPr>
        <p:spPr>
          <a:xfrm>
            <a:off x="6006963" y="2801724"/>
            <a:ext cx="512400" cy="0"/>
          </a:xfrm>
          <a:prstGeom prst="straightConnector1">
            <a:avLst/>
          </a:prstGeom>
          <a:noFill/>
          <a:ln cap="flat" cmpd="sng" w="12700">
            <a:solidFill>
              <a:srgbClr val="666666"/>
            </a:solidFill>
            <a:prstDash val="solid"/>
            <a:round/>
            <a:headEnd len="med" w="med" type="none"/>
            <a:tailEnd len="med" w="med" type="triangle"/>
          </a:ln>
        </p:spPr>
      </p:cxnSp>
      <p:cxnSp>
        <p:nvCxnSpPr>
          <p:cNvPr id="1316" name="Google Shape;1316;p46"/>
          <p:cNvCxnSpPr>
            <a:stCxn id="1304" idx="3"/>
            <a:endCxn id="1306" idx="1"/>
          </p:cNvCxnSpPr>
          <p:nvPr/>
        </p:nvCxnSpPr>
        <p:spPr>
          <a:xfrm>
            <a:off x="7251519" y="2801769"/>
            <a:ext cx="615000" cy="0"/>
          </a:xfrm>
          <a:prstGeom prst="straightConnector1">
            <a:avLst/>
          </a:prstGeom>
          <a:noFill/>
          <a:ln cap="flat" cmpd="sng" w="12700">
            <a:solidFill>
              <a:srgbClr val="666666"/>
            </a:solidFill>
            <a:prstDash val="solid"/>
            <a:round/>
            <a:headEnd len="med" w="med" type="none"/>
            <a:tailEnd len="med" w="med" type="triangle"/>
          </a:ln>
        </p:spPr>
      </p:cxnSp>
      <p:cxnSp>
        <p:nvCxnSpPr>
          <p:cNvPr id="1317" name="Google Shape;1317;p46"/>
          <p:cNvCxnSpPr>
            <a:stCxn id="1306" idx="2"/>
            <a:endCxn id="1307" idx="0"/>
          </p:cNvCxnSpPr>
          <p:nvPr/>
        </p:nvCxnSpPr>
        <p:spPr>
          <a:xfrm>
            <a:off x="8166382" y="3068433"/>
            <a:ext cx="0" cy="415200"/>
          </a:xfrm>
          <a:prstGeom prst="straightConnector1">
            <a:avLst/>
          </a:prstGeom>
          <a:noFill/>
          <a:ln cap="flat" cmpd="sng" w="12700">
            <a:solidFill>
              <a:srgbClr val="666666"/>
            </a:solidFill>
            <a:prstDash val="solid"/>
            <a:round/>
            <a:headEnd len="med" w="med" type="none"/>
            <a:tailEnd len="med" w="med" type="triangle"/>
          </a:ln>
        </p:spPr>
      </p:cxnSp>
      <p:cxnSp>
        <p:nvCxnSpPr>
          <p:cNvPr id="1318" name="Google Shape;1318;p46"/>
          <p:cNvCxnSpPr>
            <a:stCxn id="1301" idx="3"/>
            <a:endCxn id="1307" idx="1"/>
          </p:cNvCxnSpPr>
          <p:nvPr/>
        </p:nvCxnSpPr>
        <p:spPr>
          <a:xfrm>
            <a:off x="6006964" y="3703198"/>
            <a:ext cx="1651500" cy="0"/>
          </a:xfrm>
          <a:prstGeom prst="straightConnector1">
            <a:avLst/>
          </a:prstGeom>
          <a:noFill/>
          <a:ln cap="flat" cmpd="sng" w="12700">
            <a:solidFill>
              <a:srgbClr val="666666"/>
            </a:solidFill>
            <a:prstDash val="solid"/>
            <a:round/>
            <a:headEnd len="med" w="med" type="none"/>
            <a:tailEnd len="med" w="med" type="triangle"/>
          </a:ln>
        </p:spPr>
      </p:cxnSp>
      <p:cxnSp>
        <p:nvCxnSpPr>
          <p:cNvPr id="1319" name="Google Shape;1319;p46"/>
          <p:cNvCxnSpPr>
            <a:stCxn id="1307" idx="3"/>
            <a:endCxn id="1308" idx="1"/>
          </p:cNvCxnSpPr>
          <p:nvPr/>
        </p:nvCxnSpPr>
        <p:spPr>
          <a:xfrm>
            <a:off x="8674484" y="3703250"/>
            <a:ext cx="546600" cy="0"/>
          </a:xfrm>
          <a:prstGeom prst="straightConnector1">
            <a:avLst/>
          </a:prstGeom>
          <a:noFill/>
          <a:ln cap="flat" cmpd="sng" w="12700">
            <a:solidFill>
              <a:srgbClr val="666666"/>
            </a:solidFill>
            <a:prstDash val="solid"/>
            <a:round/>
            <a:headEnd len="med" w="med" type="none"/>
            <a:tailEnd len="med" w="med" type="triangle"/>
          </a:ln>
        </p:spPr>
      </p:cxnSp>
      <p:cxnSp>
        <p:nvCxnSpPr>
          <p:cNvPr id="1320" name="Google Shape;1320;p46"/>
          <p:cNvCxnSpPr>
            <a:stCxn id="1308" idx="3"/>
            <a:endCxn id="1309" idx="1"/>
          </p:cNvCxnSpPr>
          <p:nvPr/>
        </p:nvCxnSpPr>
        <p:spPr>
          <a:xfrm flipH="1" rot="10800000">
            <a:off x="10597166" y="3273895"/>
            <a:ext cx="343500" cy="429300"/>
          </a:xfrm>
          <a:prstGeom prst="straightConnector1">
            <a:avLst/>
          </a:prstGeom>
          <a:noFill/>
          <a:ln cap="flat" cmpd="sng" w="12700">
            <a:solidFill>
              <a:srgbClr val="666666"/>
            </a:solidFill>
            <a:prstDash val="solid"/>
            <a:round/>
            <a:headEnd len="med" w="med" type="none"/>
            <a:tailEnd len="med" w="med" type="triangle"/>
          </a:ln>
        </p:spPr>
      </p:cxnSp>
      <p:sp>
        <p:nvSpPr>
          <p:cNvPr id="1321" name="Google Shape;1321;p46"/>
          <p:cNvSpPr txBox="1"/>
          <p:nvPr/>
        </p:nvSpPr>
        <p:spPr>
          <a:xfrm>
            <a:off x="10940529" y="3870467"/>
            <a:ext cx="599700" cy="430800"/>
          </a:xfrm>
          <a:prstGeom prst="rect">
            <a:avLst/>
          </a:prstGeom>
          <a:noFill/>
          <a:ln cap="flat" cmpd="sng" w="9525">
            <a:solidFill>
              <a:srgbClr val="666666"/>
            </a:solidFill>
            <a:prstDash val="solid"/>
            <a:round/>
            <a:headEnd len="sm" w="sm" type="none"/>
            <a:tailEnd len="sm" w="sm" type="none"/>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200">
                <a:solidFill>
                  <a:schemeClr val="dk1"/>
                </a:solidFill>
              </a:rPr>
              <a:t>85%</a:t>
            </a:r>
            <a:endParaRPr b="1" sz="1200">
              <a:solidFill>
                <a:schemeClr val="dk1"/>
              </a:solidFill>
            </a:endParaRPr>
          </a:p>
        </p:txBody>
      </p:sp>
      <p:cxnSp>
        <p:nvCxnSpPr>
          <p:cNvPr id="1322" name="Google Shape;1322;p46"/>
          <p:cNvCxnSpPr>
            <a:stCxn id="1308" idx="3"/>
            <a:endCxn id="1321" idx="1"/>
          </p:cNvCxnSpPr>
          <p:nvPr/>
        </p:nvCxnSpPr>
        <p:spPr>
          <a:xfrm>
            <a:off x="10597166" y="3703195"/>
            <a:ext cx="343500" cy="382800"/>
          </a:xfrm>
          <a:prstGeom prst="straightConnector1">
            <a:avLst/>
          </a:prstGeom>
          <a:noFill/>
          <a:ln cap="flat" cmpd="sng" w="12700">
            <a:solidFill>
              <a:srgbClr val="666666"/>
            </a:solidFill>
            <a:prstDash val="solid"/>
            <a:round/>
            <a:headEnd len="med" w="med" type="none"/>
            <a:tailEnd len="med" w="med" type="triangle"/>
          </a:ln>
        </p:spPr>
      </p:cxnSp>
      <p:cxnSp>
        <p:nvCxnSpPr>
          <p:cNvPr id="1323" name="Google Shape;1323;p46"/>
          <p:cNvCxnSpPr>
            <a:stCxn id="1297" idx="3"/>
            <a:endCxn id="1299" idx="1"/>
          </p:cNvCxnSpPr>
          <p:nvPr/>
        </p:nvCxnSpPr>
        <p:spPr>
          <a:xfrm>
            <a:off x="938298" y="1160727"/>
            <a:ext cx="497400" cy="274500"/>
          </a:xfrm>
          <a:prstGeom prst="straightConnector1">
            <a:avLst/>
          </a:prstGeom>
          <a:noFill/>
          <a:ln cap="flat" cmpd="sng" w="12700">
            <a:solidFill>
              <a:srgbClr val="666666"/>
            </a:solidFill>
            <a:prstDash val="solid"/>
            <a:round/>
            <a:headEnd len="med" w="med" type="none"/>
            <a:tailEnd len="med" w="med" type="triangle"/>
          </a:ln>
        </p:spPr>
      </p:cxnSp>
      <p:pic>
        <p:nvPicPr>
          <p:cNvPr id="1324" name="Google Shape;1324;p46"/>
          <p:cNvPicPr preferRelativeResize="0"/>
          <p:nvPr/>
        </p:nvPicPr>
        <p:blipFill>
          <a:blip r:embed="rId12">
            <a:alphaModFix/>
          </a:blip>
          <a:stretch>
            <a:fillRect/>
          </a:stretch>
        </p:blipFill>
        <p:spPr>
          <a:xfrm>
            <a:off x="1435574" y="4483567"/>
            <a:ext cx="1119987" cy="633036"/>
          </a:xfrm>
          <a:prstGeom prst="rect">
            <a:avLst/>
          </a:prstGeom>
          <a:noFill/>
          <a:ln>
            <a:noFill/>
          </a:ln>
        </p:spPr>
      </p:pic>
      <p:cxnSp>
        <p:nvCxnSpPr>
          <p:cNvPr id="1325" name="Google Shape;1325;p46"/>
          <p:cNvCxnSpPr>
            <a:stCxn id="1296" idx="4"/>
            <a:endCxn id="1324" idx="1"/>
          </p:cNvCxnSpPr>
          <p:nvPr/>
        </p:nvCxnSpPr>
        <p:spPr>
          <a:xfrm>
            <a:off x="938399" y="1854750"/>
            <a:ext cx="497100" cy="2945400"/>
          </a:xfrm>
          <a:prstGeom prst="bentConnector3">
            <a:avLst>
              <a:gd fmla="val 67237" name="adj1"/>
            </a:avLst>
          </a:prstGeom>
          <a:noFill/>
          <a:ln cap="flat" cmpd="sng" w="12700">
            <a:solidFill>
              <a:srgbClr val="666666"/>
            </a:solidFill>
            <a:prstDash val="solid"/>
            <a:round/>
            <a:headEnd len="med" w="med" type="none"/>
            <a:tailEnd len="med" w="med" type="triangle"/>
          </a:ln>
        </p:spPr>
      </p:cxnSp>
      <p:pic>
        <p:nvPicPr>
          <p:cNvPr id="1326" name="Google Shape;1326;p46"/>
          <p:cNvPicPr preferRelativeResize="0"/>
          <p:nvPr/>
        </p:nvPicPr>
        <p:blipFill>
          <a:blip r:embed="rId13">
            <a:alphaModFix/>
          </a:blip>
          <a:stretch>
            <a:fillRect/>
          </a:stretch>
        </p:blipFill>
        <p:spPr>
          <a:xfrm>
            <a:off x="4877613" y="4471333"/>
            <a:ext cx="1016145" cy="657505"/>
          </a:xfrm>
          <a:prstGeom prst="rect">
            <a:avLst/>
          </a:prstGeom>
          <a:noFill/>
          <a:ln>
            <a:noFill/>
          </a:ln>
        </p:spPr>
      </p:pic>
      <p:cxnSp>
        <p:nvCxnSpPr>
          <p:cNvPr id="1327" name="Google Shape;1327;p46"/>
          <p:cNvCxnSpPr>
            <a:stCxn id="1324" idx="3"/>
            <a:endCxn id="1326" idx="1"/>
          </p:cNvCxnSpPr>
          <p:nvPr/>
        </p:nvCxnSpPr>
        <p:spPr>
          <a:xfrm>
            <a:off x="2555561" y="4800085"/>
            <a:ext cx="2322000" cy="0"/>
          </a:xfrm>
          <a:prstGeom prst="straightConnector1">
            <a:avLst/>
          </a:prstGeom>
          <a:noFill/>
          <a:ln cap="flat" cmpd="sng" w="12700">
            <a:solidFill>
              <a:srgbClr val="666666"/>
            </a:solidFill>
            <a:prstDash val="solid"/>
            <a:round/>
            <a:headEnd len="med" w="med" type="none"/>
            <a:tailEnd len="med" w="med" type="triangle"/>
          </a:ln>
        </p:spPr>
      </p:cxnSp>
      <p:sp>
        <p:nvSpPr>
          <p:cNvPr id="1328" name="Google Shape;1328;p46"/>
          <p:cNvSpPr/>
          <p:nvPr/>
        </p:nvSpPr>
        <p:spPr>
          <a:xfrm>
            <a:off x="7649453" y="4580550"/>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cxnSp>
        <p:nvCxnSpPr>
          <p:cNvPr id="1329" name="Google Shape;1329;p46"/>
          <p:cNvCxnSpPr>
            <a:stCxn id="1326" idx="3"/>
            <a:endCxn id="1328" idx="1"/>
          </p:cNvCxnSpPr>
          <p:nvPr/>
        </p:nvCxnSpPr>
        <p:spPr>
          <a:xfrm>
            <a:off x="5893758" y="4800086"/>
            <a:ext cx="1755600" cy="0"/>
          </a:xfrm>
          <a:prstGeom prst="straightConnector1">
            <a:avLst/>
          </a:prstGeom>
          <a:noFill/>
          <a:ln cap="flat" cmpd="sng" w="12700">
            <a:solidFill>
              <a:srgbClr val="666666"/>
            </a:solidFill>
            <a:prstDash val="solid"/>
            <a:round/>
            <a:headEnd len="med" w="med" type="none"/>
            <a:tailEnd len="med" w="med" type="triangle"/>
          </a:ln>
        </p:spPr>
      </p:cxnSp>
      <p:cxnSp>
        <p:nvCxnSpPr>
          <p:cNvPr id="1330" name="Google Shape;1330;p46"/>
          <p:cNvCxnSpPr>
            <a:stCxn id="1328" idx="3"/>
            <a:endCxn id="1331" idx="1"/>
          </p:cNvCxnSpPr>
          <p:nvPr/>
        </p:nvCxnSpPr>
        <p:spPr>
          <a:xfrm>
            <a:off x="8665553" y="4800150"/>
            <a:ext cx="555600" cy="0"/>
          </a:xfrm>
          <a:prstGeom prst="straightConnector1">
            <a:avLst/>
          </a:prstGeom>
          <a:noFill/>
          <a:ln cap="flat" cmpd="sng" w="12700">
            <a:solidFill>
              <a:srgbClr val="666666"/>
            </a:solidFill>
            <a:prstDash val="solid"/>
            <a:round/>
            <a:headEnd len="med" w="med" type="none"/>
            <a:tailEnd len="med" w="med" type="triangle"/>
          </a:ln>
        </p:spPr>
      </p:cxnSp>
      <p:cxnSp>
        <p:nvCxnSpPr>
          <p:cNvPr id="1332" name="Google Shape;1332;p46"/>
          <p:cNvCxnSpPr>
            <a:stCxn id="1306" idx="3"/>
            <a:endCxn id="1328" idx="0"/>
          </p:cNvCxnSpPr>
          <p:nvPr/>
        </p:nvCxnSpPr>
        <p:spPr>
          <a:xfrm flipH="1">
            <a:off x="8157532" y="2801733"/>
            <a:ext cx="308700" cy="1778700"/>
          </a:xfrm>
          <a:prstGeom prst="bentConnector4">
            <a:avLst>
              <a:gd fmla="val -77138" name="adj1"/>
              <a:gd fmla="val 57500" name="adj2"/>
            </a:avLst>
          </a:prstGeom>
          <a:noFill/>
          <a:ln cap="flat" cmpd="sng" w="12700">
            <a:solidFill>
              <a:schemeClr val="dk2"/>
            </a:solidFill>
            <a:prstDash val="solid"/>
            <a:round/>
            <a:headEnd len="med" w="med" type="none"/>
            <a:tailEnd len="med" w="med" type="triangle"/>
          </a:ln>
        </p:spPr>
      </p:cxnSp>
      <p:pic>
        <p:nvPicPr>
          <p:cNvPr id="1331" name="Google Shape;1331;p46"/>
          <p:cNvPicPr preferRelativeResize="0"/>
          <p:nvPr/>
        </p:nvPicPr>
        <p:blipFill>
          <a:blip r:embed="rId14">
            <a:alphaModFix/>
          </a:blip>
          <a:stretch>
            <a:fillRect/>
          </a:stretch>
        </p:blipFill>
        <p:spPr>
          <a:xfrm>
            <a:off x="9221026" y="4471404"/>
            <a:ext cx="1264883" cy="657346"/>
          </a:xfrm>
          <a:prstGeom prst="rect">
            <a:avLst/>
          </a:prstGeom>
          <a:noFill/>
          <a:ln>
            <a:noFill/>
          </a:ln>
        </p:spPr>
      </p:pic>
      <p:sp>
        <p:nvSpPr>
          <p:cNvPr id="1333" name="Google Shape;1333;p46"/>
          <p:cNvSpPr/>
          <p:nvPr/>
        </p:nvSpPr>
        <p:spPr>
          <a:xfrm>
            <a:off x="10803397" y="5565600"/>
            <a:ext cx="1016100" cy="439200"/>
          </a:xfrm>
          <a:prstGeom prst="roundRect">
            <a:avLst>
              <a:gd fmla="val 16667" name="adj"/>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ctr">
              <a:spcBef>
                <a:spcPts val="0"/>
              </a:spcBef>
              <a:spcAft>
                <a:spcPts val="0"/>
              </a:spcAft>
              <a:buNone/>
            </a:pPr>
            <a:r>
              <a:rPr lang="en" sz="1066"/>
              <a:t>Business</a:t>
            </a:r>
            <a:br>
              <a:rPr lang="en" sz="1066"/>
            </a:br>
            <a:r>
              <a:rPr lang="en" sz="1066"/>
              <a:t>Use Cases</a:t>
            </a:r>
            <a:endParaRPr sz="1066"/>
          </a:p>
        </p:txBody>
      </p:sp>
      <p:sp>
        <p:nvSpPr>
          <p:cNvPr id="1334" name="Google Shape;1334;p46"/>
          <p:cNvSpPr txBox="1"/>
          <p:nvPr/>
        </p:nvSpPr>
        <p:spPr>
          <a:xfrm>
            <a:off x="3052736" y="1229200"/>
            <a:ext cx="1016100" cy="7386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X</a:t>
            </a:r>
            <a:endParaRPr b="1" sz="1866"/>
          </a:p>
          <a:p>
            <a:pPr indent="0" lvl="0" marL="0" rtl="0" algn="ctr">
              <a:spcBef>
                <a:spcPts val="0"/>
              </a:spcBef>
              <a:spcAft>
                <a:spcPts val="0"/>
              </a:spcAft>
              <a:buNone/>
            </a:pPr>
            <a:r>
              <a:rPr b="1" lang="en" sz="1333">
                <a:solidFill>
                  <a:srgbClr val="38761D"/>
                </a:solidFill>
              </a:rPr>
              <a:t>(Feature)</a:t>
            </a:r>
            <a:endParaRPr b="1" sz="1333">
              <a:solidFill>
                <a:srgbClr val="38761D"/>
              </a:solidFill>
            </a:endParaRPr>
          </a:p>
        </p:txBody>
      </p:sp>
      <p:sp>
        <p:nvSpPr>
          <p:cNvPr id="1335" name="Google Shape;1335;p46"/>
          <p:cNvSpPr txBox="1"/>
          <p:nvPr/>
        </p:nvSpPr>
        <p:spPr>
          <a:xfrm>
            <a:off x="3612729" y="1229200"/>
            <a:ext cx="1016100" cy="5334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t>Y</a:t>
            </a:r>
            <a:endParaRPr b="1" sz="1866"/>
          </a:p>
        </p:txBody>
      </p:sp>
      <p:sp>
        <p:nvSpPr>
          <p:cNvPr id="1336" name="Google Shape;1336;p46"/>
          <p:cNvSpPr txBox="1"/>
          <p:nvPr/>
        </p:nvSpPr>
        <p:spPr>
          <a:xfrm>
            <a:off x="4888210" y="2591167"/>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chemeClr val="accent5"/>
                </a:solidFill>
              </a:rPr>
              <a:t>Train</a:t>
            </a:r>
            <a:endParaRPr b="1" sz="1733">
              <a:solidFill>
                <a:schemeClr val="accent5"/>
              </a:solidFill>
            </a:endParaRPr>
          </a:p>
        </p:txBody>
      </p:sp>
      <p:sp>
        <p:nvSpPr>
          <p:cNvPr id="1337" name="Google Shape;1337;p46"/>
          <p:cNvSpPr txBox="1"/>
          <p:nvPr/>
        </p:nvSpPr>
        <p:spPr>
          <a:xfrm>
            <a:off x="4888210" y="3483833"/>
            <a:ext cx="1016100" cy="5130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733">
                <a:solidFill>
                  <a:srgbClr val="4A86E8"/>
                </a:solidFill>
              </a:rPr>
              <a:t>Test</a:t>
            </a:r>
            <a:endParaRPr b="1" sz="1733">
              <a:solidFill>
                <a:srgbClr val="4A86E8"/>
              </a:solidFill>
            </a:endParaRPr>
          </a:p>
        </p:txBody>
      </p:sp>
      <p:sp>
        <p:nvSpPr>
          <p:cNvPr id="1338" name="Google Shape;1338;p46"/>
          <p:cNvSpPr txBox="1"/>
          <p:nvPr/>
        </p:nvSpPr>
        <p:spPr>
          <a:xfrm>
            <a:off x="3585736" y="935000"/>
            <a:ext cx="10701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rgbClr val="FF9900"/>
                </a:solidFill>
              </a:rPr>
              <a:t>(Label)</a:t>
            </a:r>
            <a:endParaRPr b="1" sz="1866">
              <a:solidFill>
                <a:srgbClr val="FF9900"/>
              </a:solidFill>
            </a:endParaRPr>
          </a:p>
        </p:txBody>
      </p:sp>
      <p:sp>
        <p:nvSpPr>
          <p:cNvPr id="1339" name="Google Shape;1339;p46"/>
          <p:cNvSpPr txBox="1"/>
          <p:nvPr/>
        </p:nvSpPr>
        <p:spPr>
          <a:xfrm>
            <a:off x="4669898" y="1684950"/>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Data Exploration</a:t>
            </a:r>
            <a:endParaRPr b="1" sz="1333">
              <a:solidFill>
                <a:schemeClr val="dk1"/>
              </a:solidFill>
            </a:endParaRPr>
          </a:p>
        </p:txBody>
      </p:sp>
      <p:sp>
        <p:nvSpPr>
          <p:cNvPr id="1340" name="Google Shape;1340;p46"/>
          <p:cNvSpPr txBox="1"/>
          <p:nvPr/>
        </p:nvSpPr>
        <p:spPr>
          <a:xfrm>
            <a:off x="6088577" y="2924133"/>
            <a:ext cx="1493100" cy="6567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Model </a:t>
            </a:r>
            <a:endParaRPr b="1" sz="1333">
              <a:solidFill>
                <a:schemeClr val="dk1"/>
              </a:solidFill>
            </a:endParaRPr>
          </a:p>
          <a:p>
            <a:pPr indent="0" lvl="0" marL="0" rtl="0" algn="ctr">
              <a:spcBef>
                <a:spcPts val="0"/>
              </a:spcBef>
              <a:spcAft>
                <a:spcPts val="0"/>
              </a:spcAft>
              <a:buNone/>
            </a:pPr>
            <a:r>
              <a:rPr b="1" lang="en" sz="1333">
                <a:solidFill>
                  <a:schemeClr val="dk1"/>
                </a:solidFill>
              </a:rPr>
              <a:t>Training</a:t>
            </a:r>
            <a:endParaRPr b="1" sz="1333">
              <a:solidFill>
                <a:schemeClr val="dk1"/>
              </a:solidFill>
            </a:endParaRPr>
          </a:p>
        </p:txBody>
      </p:sp>
      <p:sp>
        <p:nvSpPr>
          <p:cNvPr id="1341" name="Google Shape;1341;p46"/>
          <p:cNvSpPr txBox="1"/>
          <p:nvPr/>
        </p:nvSpPr>
        <p:spPr>
          <a:xfrm>
            <a:off x="7761158" y="3478000"/>
            <a:ext cx="8250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Predict</a:t>
            </a:r>
            <a:endParaRPr b="1" sz="1333">
              <a:solidFill>
                <a:schemeClr val="dk1"/>
              </a:solidFill>
            </a:endParaRPr>
          </a:p>
        </p:txBody>
      </p:sp>
      <p:sp>
        <p:nvSpPr>
          <p:cNvPr id="1342" name="Google Shape;1342;p46"/>
          <p:cNvSpPr txBox="1"/>
          <p:nvPr/>
        </p:nvSpPr>
        <p:spPr>
          <a:xfrm>
            <a:off x="7744962" y="4574333"/>
            <a:ext cx="8250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Predict</a:t>
            </a:r>
            <a:endParaRPr b="1" sz="1333">
              <a:solidFill>
                <a:schemeClr val="dk1"/>
              </a:solidFill>
            </a:endParaRPr>
          </a:p>
        </p:txBody>
      </p:sp>
      <p:sp>
        <p:nvSpPr>
          <p:cNvPr id="1343" name="Google Shape;1343;p46"/>
          <p:cNvSpPr txBox="1"/>
          <p:nvPr/>
        </p:nvSpPr>
        <p:spPr>
          <a:xfrm>
            <a:off x="1337932" y="4982900"/>
            <a:ext cx="13173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New Data</a:t>
            </a:r>
            <a:endParaRPr b="1" sz="1333">
              <a:solidFill>
                <a:schemeClr val="dk1"/>
              </a:solidFill>
            </a:endParaRPr>
          </a:p>
        </p:txBody>
      </p:sp>
      <p:sp>
        <p:nvSpPr>
          <p:cNvPr id="1344" name="Google Shape;1344;p46"/>
          <p:cNvSpPr txBox="1"/>
          <p:nvPr/>
        </p:nvSpPr>
        <p:spPr>
          <a:xfrm>
            <a:off x="4737648" y="4982900"/>
            <a:ext cx="13173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Prepared</a:t>
            </a:r>
            <a:endParaRPr b="1" sz="1333">
              <a:solidFill>
                <a:schemeClr val="dk1"/>
              </a:solidFill>
            </a:endParaRPr>
          </a:p>
        </p:txBody>
      </p:sp>
      <p:sp>
        <p:nvSpPr>
          <p:cNvPr id="1345" name="Google Shape;1345;p46"/>
          <p:cNvSpPr txBox="1"/>
          <p:nvPr/>
        </p:nvSpPr>
        <p:spPr>
          <a:xfrm>
            <a:off x="9093258" y="4576500"/>
            <a:ext cx="1317300" cy="4515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333">
                <a:solidFill>
                  <a:schemeClr val="dk1"/>
                </a:solidFill>
              </a:rPr>
              <a:t>Prediction</a:t>
            </a:r>
            <a:endParaRPr b="1" sz="1333">
              <a:solidFill>
                <a:schemeClr val="dk1"/>
              </a:solidFill>
            </a:endParaRPr>
          </a:p>
        </p:txBody>
      </p:sp>
      <p:grpSp>
        <p:nvGrpSpPr>
          <p:cNvPr id="1346" name="Google Shape;1346;p46"/>
          <p:cNvGrpSpPr/>
          <p:nvPr/>
        </p:nvGrpSpPr>
        <p:grpSpPr>
          <a:xfrm>
            <a:off x="1572473" y="1970784"/>
            <a:ext cx="599850" cy="533587"/>
            <a:chOff x="1179650" y="1478125"/>
            <a:chExt cx="450000" cy="400200"/>
          </a:xfrm>
        </p:grpSpPr>
        <p:sp>
          <p:nvSpPr>
            <p:cNvPr id="1347" name="Google Shape;1347;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48" name="Google Shape;1348;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a:t>
              </a:r>
              <a:endParaRPr b="1" sz="1866">
                <a:solidFill>
                  <a:schemeClr val="dk1"/>
                </a:solidFill>
              </a:endParaRPr>
            </a:p>
          </p:txBody>
        </p:sp>
      </p:grpSp>
      <p:grpSp>
        <p:nvGrpSpPr>
          <p:cNvPr id="1349" name="Google Shape;1349;p46"/>
          <p:cNvGrpSpPr/>
          <p:nvPr/>
        </p:nvGrpSpPr>
        <p:grpSpPr>
          <a:xfrm>
            <a:off x="3052836" y="478384"/>
            <a:ext cx="599850" cy="533587"/>
            <a:chOff x="1179650" y="1478125"/>
            <a:chExt cx="450000" cy="400200"/>
          </a:xfrm>
        </p:grpSpPr>
        <p:sp>
          <p:nvSpPr>
            <p:cNvPr id="1350" name="Google Shape;1350;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51" name="Google Shape;1351;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2</a:t>
              </a:r>
              <a:endParaRPr b="1" sz="1866">
                <a:solidFill>
                  <a:schemeClr val="dk1"/>
                </a:solidFill>
              </a:endParaRPr>
            </a:p>
          </p:txBody>
        </p:sp>
      </p:grpSp>
      <p:grpSp>
        <p:nvGrpSpPr>
          <p:cNvPr id="1352" name="Google Shape;1352;p46"/>
          <p:cNvGrpSpPr/>
          <p:nvPr/>
        </p:nvGrpSpPr>
        <p:grpSpPr>
          <a:xfrm>
            <a:off x="4669898" y="742367"/>
            <a:ext cx="599850" cy="533587"/>
            <a:chOff x="1179650" y="1478125"/>
            <a:chExt cx="450000" cy="400200"/>
          </a:xfrm>
        </p:grpSpPr>
        <p:sp>
          <p:nvSpPr>
            <p:cNvPr id="1353" name="Google Shape;1353;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54" name="Google Shape;1354;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3</a:t>
              </a:r>
              <a:endParaRPr b="1" sz="1866">
                <a:solidFill>
                  <a:schemeClr val="dk1"/>
                </a:solidFill>
              </a:endParaRPr>
            </a:p>
          </p:txBody>
        </p:sp>
      </p:grpSp>
      <p:grpSp>
        <p:nvGrpSpPr>
          <p:cNvPr id="1355" name="Google Shape;1355;p46"/>
          <p:cNvGrpSpPr/>
          <p:nvPr/>
        </p:nvGrpSpPr>
        <p:grpSpPr>
          <a:xfrm>
            <a:off x="3312805" y="2424667"/>
            <a:ext cx="599850" cy="533587"/>
            <a:chOff x="1179650" y="1478125"/>
            <a:chExt cx="450000" cy="400200"/>
          </a:xfrm>
        </p:grpSpPr>
        <p:sp>
          <p:nvSpPr>
            <p:cNvPr id="1356" name="Google Shape;1356;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57" name="Google Shape;1357;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4</a:t>
              </a:r>
              <a:endParaRPr b="1" sz="1866">
                <a:solidFill>
                  <a:schemeClr val="dk1"/>
                </a:solidFill>
              </a:endParaRPr>
            </a:p>
          </p:txBody>
        </p:sp>
      </p:grpSp>
      <p:grpSp>
        <p:nvGrpSpPr>
          <p:cNvPr id="1358" name="Google Shape;1358;p46"/>
          <p:cNvGrpSpPr/>
          <p:nvPr/>
        </p:nvGrpSpPr>
        <p:grpSpPr>
          <a:xfrm>
            <a:off x="6585519" y="2072701"/>
            <a:ext cx="599850" cy="533587"/>
            <a:chOff x="1179650" y="1478125"/>
            <a:chExt cx="450000" cy="400200"/>
          </a:xfrm>
        </p:grpSpPr>
        <p:sp>
          <p:nvSpPr>
            <p:cNvPr id="1359" name="Google Shape;1359;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60" name="Google Shape;1360;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5</a:t>
              </a:r>
              <a:endParaRPr b="1" sz="1866">
                <a:solidFill>
                  <a:schemeClr val="dk1"/>
                </a:solidFill>
              </a:endParaRPr>
            </a:p>
          </p:txBody>
        </p:sp>
      </p:grpSp>
      <p:grpSp>
        <p:nvGrpSpPr>
          <p:cNvPr id="1361" name="Google Shape;1361;p46"/>
          <p:cNvGrpSpPr/>
          <p:nvPr/>
        </p:nvGrpSpPr>
        <p:grpSpPr>
          <a:xfrm>
            <a:off x="7663399" y="2985667"/>
            <a:ext cx="599850" cy="533587"/>
            <a:chOff x="1179650" y="1478125"/>
            <a:chExt cx="450000" cy="400200"/>
          </a:xfrm>
        </p:grpSpPr>
        <p:sp>
          <p:nvSpPr>
            <p:cNvPr id="1362" name="Google Shape;1362;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63" name="Google Shape;1363;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6</a:t>
              </a:r>
              <a:endParaRPr b="1" sz="1866">
                <a:solidFill>
                  <a:schemeClr val="dk1"/>
                </a:solidFill>
              </a:endParaRPr>
            </a:p>
          </p:txBody>
        </p:sp>
      </p:grpSp>
      <p:grpSp>
        <p:nvGrpSpPr>
          <p:cNvPr id="1364" name="Google Shape;1364;p46"/>
          <p:cNvGrpSpPr/>
          <p:nvPr/>
        </p:nvGrpSpPr>
        <p:grpSpPr>
          <a:xfrm>
            <a:off x="10340846" y="2801901"/>
            <a:ext cx="599850" cy="533587"/>
            <a:chOff x="1179650" y="1478125"/>
            <a:chExt cx="450000" cy="400200"/>
          </a:xfrm>
        </p:grpSpPr>
        <p:sp>
          <p:nvSpPr>
            <p:cNvPr id="1365" name="Google Shape;1365;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66" name="Google Shape;1366;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7</a:t>
              </a:r>
              <a:endParaRPr b="1" sz="1866">
                <a:solidFill>
                  <a:schemeClr val="dk1"/>
                </a:solidFill>
              </a:endParaRPr>
            </a:p>
          </p:txBody>
        </p:sp>
      </p:grpSp>
      <p:grpSp>
        <p:nvGrpSpPr>
          <p:cNvPr id="1367" name="Google Shape;1367;p46"/>
          <p:cNvGrpSpPr/>
          <p:nvPr/>
        </p:nvGrpSpPr>
        <p:grpSpPr>
          <a:xfrm>
            <a:off x="1695643" y="3996967"/>
            <a:ext cx="599850" cy="533587"/>
            <a:chOff x="1179650" y="1478125"/>
            <a:chExt cx="450000" cy="400200"/>
          </a:xfrm>
        </p:grpSpPr>
        <p:sp>
          <p:nvSpPr>
            <p:cNvPr id="1368" name="Google Shape;1368;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69" name="Google Shape;1369;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8</a:t>
              </a:r>
              <a:endParaRPr b="1" sz="1866">
                <a:solidFill>
                  <a:schemeClr val="dk1"/>
                </a:solidFill>
              </a:endParaRPr>
            </a:p>
          </p:txBody>
        </p:sp>
      </p:grpSp>
      <p:grpSp>
        <p:nvGrpSpPr>
          <p:cNvPr id="1370" name="Google Shape;1370;p46"/>
          <p:cNvGrpSpPr/>
          <p:nvPr/>
        </p:nvGrpSpPr>
        <p:grpSpPr>
          <a:xfrm>
            <a:off x="4290277" y="4302067"/>
            <a:ext cx="599850" cy="533587"/>
            <a:chOff x="1179650" y="1478125"/>
            <a:chExt cx="450000" cy="400200"/>
          </a:xfrm>
        </p:grpSpPr>
        <p:sp>
          <p:nvSpPr>
            <p:cNvPr id="1371" name="Google Shape;1371;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72" name="Google Shape;1372;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9</a:t>
              </a:r>
              <a:endParaRPr b="1" sz="1866">
                <a:solidFill>
                  <a:schemeClr val="dk1"/>
                </a:solidFill>
              </a:endParaRPr>
            </a:p>
          </p:txBody>
        </p:sp>
      </p:grpSp>
      <p:grpSp>
        <p:nvGrpSpPr>
          <p:cNvPr id="1373" name="Google Shape;1373;p46"/>
          <p:cNvGrpSpPr/>
          <p:nvPr/>
        </p:nvGrpSpPr>
        <p:grpSpPr>
          <a:xfrm>
            <a:off x="8215794" y="4094651"/>
            <a:ext cx="599850" cy="533587"/>
            <a:chOff x="1179650" y="1478125"/>
            <a:chExt cx="450000" cy="400200"/>
          </a:xfrm>
        </p:grpSpPr>
        <p:sp>
          <p:nvSpPr>
            <p:cNvPr id="1374" name="Google Shape;1374;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75" name="Google Shape;1375;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10</a:t>
              </a:r>
              <a:endParaRPr b="1" sz="1866">
                <a:solidFill>
                  <a:schemeClr val="dk1"/>
                </a:solidFill>
              </a:endParaRPr>
            </a:p>
          </p:txBody>
        </p:sp>
      </p:grpSp>
      <p:grpSp>
        <p:nvGrpSpPr>
          <p:cNvPr id="1376" name="Google Shape;1376;p46"/>
          <p:cNvGrpSpPr/>
          <p:nvPr/>
        </p:nvGrpSpPr>
        <p:grpSpPr>
          <a:xfrm>
            <a:off x="10940513" y="5929801"/>
            <a:ext cx="599850" cy="533587"/>
            <a:chOff x="1179650" y="1478125"/>
            <a:chExt cx="450000" cy="400200"/>
          </a:xfrm>
        </p:grpSpPr>
        <p:sp>
          <p:nvSpPr>
            <p:cNvPr id="1377" name="Google Shape;1377;p46"/>
            <p:cNvSpPr/>
            <p:nvPr/>
          </p:nvSpPr>
          <p:spPr>
            <a:xfrm>
              <a:off x="1272050" y="1545625"/>
              <a:ext cx="265200" cy="265200"/>
            </a:xfrm>
            <a:prstGeom prst="ellipse">
              <a:avLst/>
            </a:prstGeom>
            <a:solidFill>
              <a:srgbClr val="B6D7A8"/>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667"/>
            </a:p>
          </p:txBody>
        </p:sp>
        <p:sp>
          <p:nvSpPr>
            <p:cNvPr id="1378" name="Google Shape;1378;p46"/>
            <p:cNvSpPr txBox="1"/>
            <p:nvPr/>
          </p:nvSpPr>
          <p:spPr>
            <a:xfrm>
              <a:off x="1179650" y="1478125"/>
              <a:ext cx="450000" cy="400200"/>
            </a:xfrm>
            <a:prstGeom prst="rect">
              <a:avLst/>
            </a:prstGeom>
            <a:noFill/>
            <a:ln>
              <a:noFill/>
            </a:ln>
          </p:spPr>
          <p:txBody>
            <a:bodyPr anchorCtr="0" anchor="t" bIns="121875" lIns="121875" spcFirstLastPara="1" rIns="121875" wrap="square" tIns="121875">
              <a:spAutoFit/>
            </a:bodyPr>
            <a:lstStyle/>
            <a:p>
              <a:pPr indent="0" lvl="0" marL="0" rtl="0" algn="ctr">
                <a:spcBef>
                  <a:spcPts val="0"/>
                </a:spcBef>
                <a:spcAft>
                  <a:spcPts val="0"/>
                </a:spcAft>
                <a:buNone/>
              </a:pPr>
              <a:r>
                <a:rPr b="1" lang="en" sz="1866">
                  <a:solidFill>
                    <a:schemeClr val="dk1"/>
                  </a:solidFill>
                </a:rPr>
                <a:t>11</a:t>
              </a:r>
              <a:endParaRPr b="1" sz="1866">
                <a:solidFill>
                  <a:schemeClr val="dk1"/>
                </a:solidFill>
              </a:endParaRPr>
            </a:p>
          </p:txBody>
        </p:sp>
      </p:grpSp>
      <p:sp>
        <p:nvSpPr>
          <p:cNvPr id="1379" name="Google Shape;1379;p46"/>
          <p:cNvSpPr/>
          <p:nvPr/>
        </p:nvSpPr>
        <p:spPr>
          <a:xfrm>
            <a:off x="9487393" y="5434483"/>
            <a:ext cx="732150" cy="701400"/>
          </a:xfrm>
          <a:prstGeom prst="flowChartMagneticDisk">
            <a:avLst/>
          </a:prstGeom>
          <a:solidFill>
            <a:schemeClr val="lt2"/>
          </a:solidFill>
          <a:ln cap="flat" cmpd="sng" w="12700">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866"/>
          </a:p>
        </p:txBody>
      </p:sp>
      <p:cxnSp>
        <p:nvCxnSpPr>
          <p:cNvPr id="1380" name="Google Shape;1380;p46"/>
          <p:cNvCxnSpPr>
            <a:stCxn id="1331" idx="3"/>
            <a:endCxn id="1379" idx="2"/>
          </p:cNvCxnSpPr>
          <p:nvPr/>
        </p:nvCxnSpPr>
        <p:spPr>
          <a:xfrm flipH="1">
            <a:off x="9487509" y="4800077"/>
            <a:ext cx="998400" cy="985200"/>
          </a:xfrm>
          <a:prstGeom prst="bentConnector5">
            <a:avLst>
              <a:gd fmla="val -31788" name="adj1"/>
              <a:gd fmla="val 48877" name="adj2"/>
              <a:gd fmla="val 131785" name="adj3"/>
            </a:avLst>
          </a:prstGeom>
          <a:noFill/>
          <a:ln cap="flat" cmpd="sng" w="12700">
            <a:solidFill>
              <a:schemeClr val="dk2"/>
            </a:solidFill>
            <a:prstDash val="solid"/>
            <a:round/>
            <a:headEnd len="med" w="med" type="none"/>
            <a:tailEnd len="med" w="med" type="triangle"/>
          </a:ln>
        </p:spPr>
      </p:cxnSp>
      <p:cxnSp>
        <p:nvCxnSpPr>
          <p:cNvPr id="1381" name="Google Shape;1381;p46"/>
          <p:cNvCxnSpPr>
            <a:stCxn id="1379" idx="4"/>
          </p:cNvCxnSpPr>
          <p:nvPr/>
        </p:nvCxnSpPr>
        <p:spPr>
          <a:xfrm>
            <a:off x="10219543" y="5785183"/>
            <a:ext cx="583800" cy="0"/>
          </a:xfrm>
          <a:prstGeom prst="straightConnector1">
            <a:avLst/>
          </a:prstGeom>
          <a:noFill/>
          <a:ln cap="flat" cmpd="sng" w="12700">
            <a:solidFill>
              <a:srgbClr val="666666"/>
            </a:solidFill>
            <a:prstDash val="solid"/>
            <a:round/>
            <a:headEnd len="med" w="med" type="none"/>
            <a:tailEnd len="med" w="med" type="triangle"/>
          </a:ln>
        </p:spPr>
      </p:cxnSp>
      <p:sp>
        <p:nvSpPr>
          <p:cNvPr id="1382" name="Google Shape;1382;p46"/>
          <p:cNvSpPr txBox="1"/>
          <p:nvPr>
            <p:ph idx="4294967295" type="title"/>
          </p:nvPr>
        </p:nvSpPr>
        <p:spPr>
          <a:xfrm>
            <a:off x="7962375" y="199250"/>
            <a:ext cx="3961200" cy="4311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sz="2800">
                <a:solidFill>
                  <a:schemeClr val="accent6"/>
                </a:solidFill>
              </a:rPr>
              <a:t>11. </a:t>
            </a:r>
            <a:r>
              <a:rPr lang="en" sz="2800">
                <a:solidFill>
                  <a:schemeClr val="accent6"/>
                </a:solidFill>
              </a:rPr>
              <a:t>Business Use Cases</a:t>
            </a:r>
            <a:endParaRPr sz="2800">
              <a:solidFill>
                <a:schemeClr val="accent6"/>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47"/>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dk1"/>
                </a:solidFill>
              </a:rPr>
              <a:t>Machine Learning </a:t>
            </a:r>
            <a:endParaRPr/>
          </a:p>
        </p:txBody>
      </p:sp>
      <p:sp>
        <p:nvSpPr>
          <p:cNvPr id="1388" name="Google Shape;1388;p47"/>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389" name="Google Shape;1389;p47"/>
          <p:cNvSpPr txBox="1"/>
          <p:nvPr/>
        </p:nvSpPr>
        <p:spPr>
          <a:xfrm>
            <a:off x="878502" y="1719075"/>
            <a:ext cx="5534100" cy="4248300"/>
          </a:xfrm>
          <a:prstGeom prst="rect">
            <a:avLst/>
          </a:prstGeom>
          <a:noFill/>
          <a:ln cap="flat" cmpd="sng" w="9525">
            <a:solidFill>
              <a:schemeClr val="accent3"/>
            </a:solidFill>
            <a:prstDash val="solid"/>
            <a:round/>
            <a:headEnd len="sm" w="sm" type="none"/>
            <a:tailEnd len="sm" w="sm" type="none"/>
          </a:ln>
        </p:spPr>
        <p:txBody>
          <a:bodyPr anchorCtr="0" anchor="t" bIns="121875" lIns="121875" spcFirstLastPara="1" rIns="121875" wrap="square" tIns="121875">
            <a:spAutoFit/>
          </a:bodyPr>
          <a:lstStyle/>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%matplotlib inline</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b="1" lang="en" sz="1000">
                <a:solidFill>
                  <a:srgbClr val="333333"/>
                </a:solidFill>
                <a:highlight>
                  <a:srgbClr val="F8F8F8"/>
                </a:highlight>
                <a:latin typeface="Courier New"/>
                <a:ea typeface="Courier New"/>
                <a:cs typeface="Courier New"/>
                <a:sym typeface="Courier New"/>
              </a:rPr>
              <a:t>import</a:t>
            </a:r>
            <a:r>
              <a:rPr lang="en" sz="1000">
                <a:solidFill>
                  <a:srgbClr val="333333"/>
                </a:solidFill>
                <a:highlight>
                  <a:srgbClr val="F8F8F8"/>
                </a:highlight>
                <a:latin typeface="Courier New"/>
                <a:ea typeface="Courier New"/>
                <a:cs typeface="Courier New"/>
                <a:sym typeface="Courier New"/>
              </a:rPr>
              <a:t> matplotlib.pylab </a:t>
            </a:r>
            <a:r>
              <a:rPr b="1" lang="en" sz="1000">
                <a:solidFill>
                  <a:srgbClr val="333333"/>
                </a:solidFill>
                <a:highlight>
                  <a:srgbClr val="F8F8F8"/>
                </a:highlight>
                <a:latin typeface="Courier New"/>
                <a:ea typeface="Courier New"/>
                <a:cs typeface="Courier New"/>
                <a:sym typeface="Courier New"/>
              </a:rPr>
              <a:t>as</a:t>
            </a:r>
            <a:r>
              <a:rPr lang="en" sz="1000">
                <a:solidFill>
                  <a:srgbClr val="333333"/>
                </a:solidFill>
                <a:highlight>
                  <a:srgbClr val="F8F8F8"/>
                </a:highlight>
                <a:latin typeface="Courier New"/>
                <a:ea typeface="Courier New"/>
                <a:cs typeface="Courier New"/>
                <a:sym typeface="Courier New"/>
              </a:rPr>
              <a:t> plt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b="1" lang="en" sz="1000">
                <a:solidFill>
                  <a:srgbClr val="333333"/>
                </a:solidFill>
                <a:highlight>
                  <a:srgbClr val="F8F8F8"/>
                </a:highlight>
                <a:latin typeface="Courier New"/>
                <a:ea typeface="Courier New"/>
                <a:cs typeface="Courier New"/>
                <a:sym typeface="Courier New"/>
              </a:rPr>
              <a:t>import</a:t>
            </a:r>
            <a:r>
              <a:rPr lang="en" sz="1000">
                <a:solidFill>
                  <a:srgbClr val="333333"/>
                </a:solidFill>
                <a:highlight>
                  <a:srgbClr val="F8F8F8"/>
                </a:highlight>
                <a:latin typeface="Courier New"/>
                <a:ea typeface="Courier New"/>
                <a:cs typeface="Courier New"/>
                <a:sym typeface="Courier New"/>
              </a:rPr>
              <a:t> numpy </a:t>
            </a:r>
            <a:r>
              <a:rPr b="1" lang="en" sz="1000">
                <a:solidFill>
                  <a:srgbClr val="333333"/>
                </a:solidFill>
                <a:highlight>
                  <a:srgbClr val="F8F8F8"/>
                </a:highlight>
                <a:latin typeface="Courier New"/>
                <a:ea typeface="Courier New"/>
                <a:cs typeface="Courier New"/>
                <a:sym typeface="Courier New"/>
              </a:rPr>
              <a:t>as</a:t>
            </a:r>
            <a:r>
              <a:rPr lang="en" sz="1000">
                <a:solidFill>
                  <a:srgbClr val="333333"/>
                </a:solidFill>
                <a:highlight>
                  <a:srgbClr val="F8F8F8"/>
                </a:highlight>
                <a:latin typeface="Courier New"/>
                <a:ea typeface="Courier New"/>
                <a:cs typeface="Courier New"/>
                <a:sym typeface="Courier New"/>
              </a:rPr>
              <a:t> np</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b="1" lang="en" sz="1000">
                <a:solidFill>
                  <a:srgbClr val="333333"/>
                </a:solidFill>
                <a:highlight>
                  <a:srgbClr val="F8F8F8"/>
                </a:highlight>
                <a:latin typeface="Courier New"/>
                <a:ea typeface="Courier New"/>
                <a:cs typeface="Courier New"/>
                <a:sym typeface="Courier New"/>
              </a:rPr>
              <a:t>import</a:t>
            </a:r>
            <a:r>
              <a:rPr lang="en" sz="1000">
                <a:solidFill>
                  <a:srgbClr val="333333"/>
                </a:solidFill>
                <a:highlight>
                  <a:srgbClr val="F8F8F8"/>
                </a:highlight>
                <a:latin typeface="Courier New"/>
                <a:ea typeface="Courier New"/>
                <a:cs typeface="Courier New"/>
                <a:sym typeface="Courier New"/>
              </a:rPr>
              <a:t> pandas </a:t>
            </a:r>
            <a:r>
              <a:rPr b="1" lang="en" sz="1000">
                <a:solidFill>
                  <a:srgbClr val="333333"/>
                </a:solidFill>
                <a:highlight>
                  <a:srgbClr val="F8F8F8"/>
                </a:highlight>
                <a:latin typeface="Courier New"/>
                <a:ea typeface="Courier New"/>
                <a:cs typeface="Courier New"/>
                <a:sym typeface="Courier New"/>
              </a:rPr>
              <a:t>as</a:t>
            </a:r>
            <a:r>
              <a:rPr lang="en" sz="1000">
                <a:solidFill>
                  <a:srgbClr val="333333"/>
                </a:solidFill>
                <a:highlight>
                  <a:srgbClr val="F8F8F8"/>
                </a:highlight>
                <a:latin typeface="Courier New"/>
                <a:ea typeface="Courier New"/>
                <a:cs typeface="Courier New"/>
                <a:sym typeface="Courier New"/>
              </a:rPr>
              <a:t> pd</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i="1" lang="en" sz="1000">
                <a:solidFill>
                  <a:srgbClr val="999988"/>
                </a:solidFill>
                <a:highlight>
                  <a:srgbClr val="F8F8F8"/>
                </a:highlight>
                <a:latin typeface="Courier New"/>
                <a:ea typeface="Courier New"/>
                <a:cs typeface="Courier New"/>
                <a:sym typeface="Courier New"/>
              </a:rPr>
              <a:t># step 1 - load data</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iris = pd.read_csv(</a:t>
            </a:r>
            <a:r>
              <a:rPr lang="en" sz="1000">
                <a:solidFill>
                  <a:srgbClr val="DD1144"/>
                </a:solidFill>
                <a:highlight>
                  <a:srgbClr val="F8F8F8"/>
                </a:highlight>
                <a:latin typeface="Courier New"/>
                <a:ea typeface="Courier New"/>
                <a:cs typeface="Courier New"/>
                <a:sym typeface="Courier New"/>
              </a:rPr>
              <a:t>'https://s3.amazonaws.com/weclouddata/datasets/random/iris/iris.csv'</a:t>
            </a:r>
            <a:r>
              <a:rPr lang="en" sz="1000">
                <a:solidFill>
                  <a:srgbClr val="333333"/>
                </a:solidFill>
                <a:highlight>
                  <a:srgbClr val="F8F8F8"/>
                </a:highlight>
                <a:latin typeface="Courier New"/>
                <a:ea typeface="Courier New"/>
                <a:cs typeface="Courier New"/>
                <a:sym typeface="Courier New"/>
              </a:rPr>
              <a: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i="1" lang="en" sz="1000">
                <a:solidFill>
                  <a:srgbClr val="999988"/>
                </a:solidFill>
                <a:highlight>
                  <a:srgbClr val="F8F8F8"/>
                </a:highlight>
                <a:latin typeface="Courier New"/>
                <a:ea typeface="Courier New"/>
                <a:cs typeface="Courier New"/>
                <a:sym typeface="Courier New"/>
              </a:rPr>
              <a:t># step 2 - label data</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X = iris.loc[:, iris.columns.drop(</a:t>
            </a:r>
            <a:r>
              <a:rPr lang="en" sz="1000">
                <a:solidFill>
                  <a:srgbClr val="DD1144"/>
                </a:solidFill>
                <a:highlight>
                  <a:srgbClr val="F8F8F8"/>
                </a:highlight>
                <a:latin typeface="Courier New"/>
                <a:ea typeface="Courier New"/>
                <a:cs typeface="Courier New"/>
                <a:sym typeface="Courier New"/>
              </a:rPr>
              <a:t>'Species'</a:t>
            </a:r>
            <a:r>
              <a:rPr lang="en" sz="1000">
                <a:solidFill>
                  <a:srgbClr val="333333"/>
                </a:solidFill>
                <a:highlight>
                  <a:srgbClr val="F8F8F8"/>
                </a:highlight>
                <a:latin typeface="Courier New"/>
                <a:ea typeface="Courier New"/>
                <a:cs typeface="Courier New"/>
                <a:sym typeface="Courier New"/>
              </a:rPr>
              <a: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y = pd.Series(iris.Species).map({</a:t>
            </a:r>
            <a:r>
              <a:rPr lang="en" sz="1000">
                <a:solidFill>
                  <a:srgbClr val="DD1144"/>
                </a:solidFill>
                <a:highlight>
                  <a:srgbClr val="F8F8F8"/>
                </a:highlight>
                <a:latin typeface="Courier New"/>
                <a:ea typeface="Courier New"/>
                <a:cs typeface="Courier New"/>
                <a:sym typeface="Courier New"/>
              </a:rPr>
              <a:t>'setosa'</a:t>
            </a:r>
            <a:r>
              <a:rPr lang="en" sz="1000">
                <a:solidFill>
                  <a:srgbClr val="333333"/>
                </a:solidFill>
                <a:highlight>
                  <a:srgbClr val="F8F8F8"/>
                </a:highlight>
                <a:latin typeface="Courier New"/>
                <a:ea typeface="Courier New"/>
                <a:cs typeface="Courier New"/>
                <a:sym typeface="Courier New"/>
              </a:rPr>
              <a:t>: </a:t>
            </a:r>
            <a:r>
              <a:rPr lang="en" sz="1000">
                <a:solidFill>
                  <a:srgbClr val="008080"/>
                </a:solidFill>
                <a:highlight>
                  <a:srgbClr val="F8F8F8"/>
                </a:highlight>
                <a:latin typeface="Courier New"/>
                <a:ea typeface="Courier New"/>
                <a:cs typeface="Courier New"/>
                <a:sym typeface="Courier New"/>
              </a:rPr>
              <a:t>0</a:t>
            </a:r>
            <a:r>
              <a:rPr lang="en" sz="1000">
                <a:solidFill>
                  <a:srgbClr val="333333"/>
                </a:solidFill>
                <a:highlight>
                  <a:srgbClr val="F8F8F8"/>
                </a:highlight>
                <a:latin typeface="Courier New"/>
                <a:ea typeface="Courier New"/>
                <a:cs typeface="Courier New"/>
                <a:sym typeface="Courier New"/>
              </a:rPr>
              <a:t>, </a:t>
            </a:r>
            <a:r>
              <a:rPr lang="en" sz="1000">
                <a:solidFill>
                  <a:srgbClr val="DD1144"/>
                </a:solidFill>
                <a:highlight>
                  <a:srgbClr val="F8F8F8"/>
                </a:highlight>
                <a:latin typeface="Courier New"/>
                <a:ea typeface="Courier New"/>
                <a:cs typeface="Courier New"/>
                <a:sym typeface="Courier New"/>
              </a:rPr>
              <a:t>'versicolor'</a:t>
            </a:r>
            <a:r>
              <a:rPr lang="en" sz="1000">
                <a:solidFill>
                  <a:srgbClr val="333333"/>
                </a:solidFill>
                <a:highlight>
                  <a:srgbClr val="F8F8F8"/>
                </a:highlight>
                <a:latin typeface="Courier New"/>
                <a:ea typeface="Courier New"/>
                <a:cs typeface="Courier New"/>
                <a:sym typeface="Courier New"/>
              </a:rPr>
              <a:t>:</a:t>
            </a:r>
            <a:r>
              <a:rPr lang="en" sz="1000">
                <a:solidFill>
                  <a:srgbClr val="008080"/>
                </a:solidFill>
                <a:highlight>
                  <a:srgbClr val="F8F8F8"/>
                </a:highlight>
                <a:latin typeface="Courier New"/>
                <a:ea typeface="Courier New"/>
                <a:cs typeface="Courier New"/>
                <a:sym typeface="Courier New"/>
              </a:rPr>
              <a:t>0</a:t>
            </a:r>
            <a:r>
              <a:rPr lang="en" sz="1000">
                <a:solidFill>
                  <a:srgbClr val="333333"/>
                </a:solidFill>
                <a:highlight>
                  <a:srgbClr val="F8F8F8"/>
                </a:highlight>
                <a:latin typeface="Courier New"/>
                <a:ea typeface="Courier New"/>
                <a:cs typeface="Courier New"/>
                <a:sym typeface="Courier New"/>
              </a:rPr>
              <a:t>, </a:t>
            </a:r>
            <a:r>
              <a:rPr lang="en" sz="1000">
                <a:solidFill>
                  <a:srgbClr val="DD1144"/>
                </a:solidFill>
                <a:highlight>
                  <a:srgbClr val="F8F8F8"/>
                </a:highlight>
                <a:latin typeface="Courier New"/>
                <a:ea typeface="Courier New"/>
                <a:cs typeface="Courier New"/>
                <a:sym typeface="Courier New"/>
              </a:rPr>
              <a:t>'virginica'</a:t>
            </a:r>
            <a:r>
              <a:rPr lang="en" sz="1000">
                <a:solidFill>
                  <a:srgbClr val="333333"/>
                </a:solidFill>
                <a:highlight>
                  <a:srgbClr val="F8F8F8"/>
                </a:highlight>
                <a:latin typeface="Courier New"/>
                <a:ea typeface="Courier New"/>
                <a:cs typeface="Courier New"/>
                <a:sym typeface="Courier New"/>
              </a:rPr>
              <a:t>:</a:t>
            </a:r>
            <a:r>
              <a:rPr lang="en" sz="1000">
                <a:solidFill>
                  <a:srgbClr val="008080"/>
                </a:solidFill>
                <a:highlight>
                  <a:srgbClr val="F8F8F8"/>
                </a:highlight>
                <a:latin typeface="Courier New"/>
                <a:ea typeface="Courier New"/>
                <a:cs typeface="Courier New"/>
                <a:sym typeface="Courier New"/>
              </a:rPr>
              <a:t>1</a:t>
            </a:r>
            <a:r>
              <a:rPr lang="en" sz="1000">
                <a:solidFill>
                  <a:srgbClr val="333333"/>
                </a:solidFill>
                <a:highlight>
                  <a:srgbClr val="F8F8F8"/>
                </a:highlight>
                <a:latin typeface="Courier New"/>
                <a:ea typeface="Courier New"/>
                <a:cs typeface="Courier New"/>
                <a:sym typeface="Courier New"/>
              </a:rPr>
              <a:t>}).to_frame().rename(columns={</a:t>
            </a:r>
            <a:r>
              <a:rPr lang="en" sz="1000">
                <a:solidFill>
                  <a:srgbClr val="008080"/>
                </a:solidFill>
                <a:highlight>
                  <a:srgbClr val="F8F8F8"/>
                </a:highlight>
                <a:latin typeface="Courier New"/>
                <a:ea typeface="Courier New"/>
                <a:cs typeface="Courier New"/>
                <a:sym typeface="Courier New"/>
              </a:rPr>
              <a:t>0</a:t>
            </a:r>
            <a:r>
              <a:rPr lang="en" sz="1000">
                <a:solidFill>
                  <a:srgbClr val="333333"/>
                </a:solidFill>
                <a:highlight>
                  <a:srgbClr val="F8F8F8"/>
                </a:highlight>
                <a:latin typeface="Courier New"/>
                <a:ea typeface="Courier New"/>
                <a:cs typeface="Courier New"/>
                <a:sym typeface="Courier New"/>
              </a:rPr>
              <a:t>:</a:t>
            </a:r>
            <a:r>
              <a:rPr lang="en" sz="1000">
                <a:solidFill>
                  <a:srgbClr val="DD1144"/>
                </a:solidFill>
                <a:highlight>
                  <a:srgbClr val="F8F8F8"/>
                </a:highlight>
                <a:latin typeface="Courier New"/>
                <a:ea typeface="Courier New"/>
                <a:cs typeface="Courier New"/>
                <a:sym typeface="Courier New"/>
              </a:rPr>
              <a:t>'target'</a:t>
            </a:r>
            <a:r>
              <a:rPr lang="en" sz="1000">
                <a:solidFill>
                  <a:srgbClr val="333333"/>
                </a:solidFill>
                <a:highlight>
                  <a:srgbClr val="F8F8F8"/>
                </a:highlight>
                <a:latin typeface="Courier New"/>
                <a:ea typeface="Courier New"/>
                <a:cs typeface="Courier New"/>
                <a:sym typeface="Courier New"/>
              </a:rPr>
              <a: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i="1" lang="en" sz="1000">
                <a:solidFill>
                  <a:srgbClr val="999988"/>
                </a:solidFill>
                <a:highlight>
                  <a:srgbClr val="F8F8F8"/>
                </a:highlight>
                <a:latin typeface="Courier New"/>
                <a:ea typeface="Courier New"/>
                <a:cs typeface="Courier New"/>
                <a:sym typeface="Courier New"/>
              </a:rPr>
              <a:t># step 3 - explore data</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X.plot.scatter(x=</a:t>
            </a:r>
            <a:r>
              <a:rPr lang="en" sz="1000">
                <a:solidFill>
                  <a:srgbClr val="DD1144"/>
                </a:solidFill>
                <a:highlight>
                  <a:srgbClr val="F8F8F8"/>
                </a:highlight>
                <a:latin typeface="Courier New"/>
                <a:ea typeface="Courier New"/>
                <a:cs typeface="Courier New"/>
                <a:sym typeface="Courier New"/>
              </a:rPr>
              <a:t>"Sepal.Length"</a:t>
            </a:r>
            <a:r>
              <a:rPr lang="en" sz="1000">
                <a:solidFill>
                  <a:srgbClr val="333333"/>
                </a:solidFill>
                <a:highlight>
                  <a:srgbClr val="F8F8F8"/>
                </a:highlight>
                <a:latin typeface="Courier New"/>
                <a:ea typeface="Courier New"/>
                <a:cs typeface="Courier New"/>
                <a:sym typeface="Courier New"/>
              </a:rPr>
              <a:t>, y=</a:t>
            </a:r>
            <a:r>
              <a:rPr lang="en" sz="1000">
                <a:solidFill>
                  <a:srgbClr val="DD1144"/>
                </a:solidFill>
                <a:highlight>
                  <a:srgbClr val="F8F8F8"/>
                </a:highlight>
                <a:latin typeface="Courier New"/>
                <a:ea typeface="Courier New"/>
                <a:cs typeface="Courier New"/>
                <a:sym typeface="Courier New"/>
              </a:rPr>
              <a:t>"Sepal.Width"</a:t>
            </a:r>
            <a:r>
              <a:rPr lang="en" sz="1000">
                <a:solidFill>
                  <a:srgbClr val="333333"/>
                </a:solidFill>
                <a:highlight>
                  <a:srgbClr val="F8F8F8"/>
                </a:highlight>
                <a:latin typeface="Courier New"/>
                <a:ea typeface="Courier New"/>
                <a:cs typeface="Courier New"/>
                <a:sym typeface="Courier New"/>
              </a:rPr>
              <a:t>, figsize=(</a:t>
            </a:r>
            <a:r>
              <a:rPr lang="en" sz="1000">
                <a:solidFill>
                  <a:srgbClr val="008080"/>
                </a:solidFill>
                <a:highlight>
                  <a:srgbClr val="F8F8F8"/>
                </a:highlight>
                <a:latin typeface="Courier New"/>
                <a:ea typeface="Courier New"/>
                <a:cs typeface="Courier New"/>
                <a:sym typeface="Courier New"/>
              </a:rPr>
              <a:t>6</a:t>
            </a:r>
            <a:r>
              <a:rPr lang="en" sz="1000">
                <a:solidFill>
                  <a:srgbClr val="333333"/>
                </a:solidFill>
                <a:highlight>
                  <a:srgbClr val="F8F8F8"/>
                </a:highlight>
                <a:latin typeface="Courier New"/>
                <a:ea typeface="Courier New"/>
                <a:cs typeface="Courier New"/>
                <a:sym typeface="Courier New"/>
              </a:rPr>
              <a:t>,</a:t>
            </a:r>
            <a:r>
              <a:rPr lang="en" sz="1000">
                <a:solidFill>
                  <a:srgbClr val="008080"/>
                </a:solidFill>
                <a:highlight>
                  <a:srgbClr val="F8F8F8"/>
                </a:highlight>
                <a:latin typeface="Courier New"/>
                <a:ea typeface="Courier New"/>
                <a:cs typeface="Courier New"/>
                <a:sym typeface="Courier New"/>
              </a:rPr>
              <a:t>4</a:t>
            </a:r>
            <a:r>
              <a:rPr lang="en" sz="1000">
                <a:solidFill>
                  <a:srgbClr val="333333"/>
                </a:solidFill>
                <a:highlight>
                  <a:srgbClr val="F8F8F8"/>
                </a:highlight>
                <a:latin typeface="Courier New"/>
                <a:ea typeface="Courier New"/>
                <a:cs typeface="Courier New"/>
                <a:sym typeface="Courier New"/>
              </a:rPr>
              <a: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i="1" lang="en" sz="1000">
                <a:solidFill>
                  <a:srgbClr val="999988"/>
                </a:solidFill>
                <a:highlight>
                  <a:srgbClr val="F8F8F8"/>
                </a:highlight>
                <a:latin typeface="Courier New"/>
                <a:ea typeface="Courier New"/>
                <a:cs typeface="Courier New"/>
                <a:sym typeface="Courier New"/>
              </a:rPr>
              <a:t># step 4 - split data into train vs test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b="1" lang="en" sz="1000">
                <a:solidFill>
                  <a:srgbClr val="333333"/>
                </a:solidFill>
                <a:highlight>
                  <a:srgbClr val="F8F8F8"/>
                </a:highlight>
                <a:latin typeface="Courier New"/>
                <a:ea typeface="Courier New"/>
                <a:cs typeface="Courier New"/>
                <a:sym typeface="Courier New"/>
              </a:rPr>
              <a:t>from</a:t>
            </a:r>
            <a:r>
              <a:rPr lang="en" sz="1000">
                <a:solidFill>
                  <a:srgbClr val="333333"/>
                </a:solidFill>
                <a:highlight>
                  <a:srgbClr val="F8F8F8"/>
                </a:highlight>
                <a:latin typeface="Courier New"/>
                <a:ea typeface="Courier New"/>
                <a:cs typeface="Courier New"/>
                <a:sym typeface="Courier New"/>
              </a:rPr>
              <a:t> sklearn.model_selection </a:t>
            </a:r>
            <a:r>
              <a:rPr b="1" lang="en" sz="1000">
                <a:solidFill>
                  <a:srgbClr val="333333"/>
                </a:solidFill>
                <a:highlight>
                  <a:srgbClr val="F8F8F8"/>
                </a:highlight>
                <a:latin typeface="Courier New"/>
                <a:ea typeface="Courier New"/>
                <a:cs typeface="Courier New"/>
                <a:sym typeface="Courier New"/>
              </a:rPr>
              <a:t>import</a:t>
            </a:r>
            <a:r>
              <a:rPr lang="en" sz="1000">
                <a:solidFill>
                  <a:srgbClr val="333333"/>
                </a:solidFill>
                <a:highlight>
                  <a:srgbClr val="F8F8F8"/>
                </a:highlight>
                <a:latin typeface="Courier New"/>
                <a:ea typeface="Courier New"/>
                <a:cs typeface="Courier New"/>
                <a:sym typeface="Courier New"/>
              </a:rPr>
              <a:t> train_test_split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X_train, X_test, y_train, y_test = train_test_split(X, y, test_size=</a:t>
            </a:r>
            <a:r>
              <a:rPr lang="en" sz="1000">
                <a:solidFill>
                  <a:srgbClr val="008080"/>
                </a:solidFill>
                <a:highlight>
                  <a:srgbClr val="F8F8F8"/>
                </a:highlight>
                <a:latin typeface="Courier New"/>
                <a:ea typeface="Courier New"/>
                <a:cs typeface="Courier New"/>
                <a:sym typeface="Courier New"/>
              </a:rPr>
              <a:t>0.3</a:t>
            </a:r>
            <a:r>
              <a:rPr lang="en" sz="1000">
                <a:solidFill>
                  <a:srgbClr val="333333"/>
                </a:solidFill>
                <a:highlight>
                  <a:srgbClr val="F8F8F8"/>
                </a:highlight>
                <a:latin typeface="Courier New"/>
                <a:ea typeface="Courier New"/>
                <a:cs typeface="Courier New"/>
                <a:sym typeface="Courier New"/>
              </a:rPr>
              <a:t>, shuffle=</a:t>
            </a:r>
            <a:r>
              <a:rPr b="1" lang="en" sz="1000">
                <a:solidFill>
                  <a:srgbClr val="333333"/>
                </a:solidFill>
                <a:highlight>
                  <a:srgbClr val="F8F8F8"/>
                </a:highlight>
                <a:latin typeface="Courier New"/>
                <a:ea typeface="Courier New"/>
                <a:cs typeface="Courier New"/>
                <a:sym typeface="Courier New"/>
              </a:rPr>
              <a:t>True</a:t>
            </a:r>
            <a:r>
              <a:rPr lang="en" sz="1000">
                <a:solidFill>
                  <a:srgbClr val="333333"/>
                </a:solidFill>
                <a:highlight>
                  <a:srgbClr val="F8F8F8"/>
                </a:highlight>
                <a:latin typeface="Courier New"/>
                <a:ea typeface="Courier New"/>
                <a:cs typeface="Courier New"/>
                <a:sym typeface="Courier New"/>
              </a:rPr>
              <a:t>, random_state=</a:t>
            </a:r>
            <a:r>
              <a:rPr lang="en" sz="1000">
                <a:solidFill>
                  <a:srgbClr val="008080"/>
                </a:solidFill>
                <a:highlight>
                  <a:srgbClr val="F8F8F8"/>
                </a:highlight>
                <a:latin typeface="Courier New"/>
                <a:ea typeface="Courier New"/>
                <a:cs typeface="Courier New"/>
                <a:sym typeface="Courier New"/>
              </a:rPr>
              <a:t>2018</a:t>
            </a:r>
            <a:r>
              <a:rPr lang="en" sz="1000">
                <a:solidFill>
                  <a:srgbClr val="333333"/>
                </a:solidFill>
                <a:highlight>
                  <a:srgbClr val="F8F8F8"/>
                </a:highlight>
                <a:latin typeface="Courier New"/>
                <a:ea typeface="Courier New"/>
                <a:cs typeface="Courier New"/>
                <a:sym typeface="Courier New"/>
              </a:rPr>
              <a:t>)</a:t>
            </a:r>
            <a:endParaRPr sz="1000">
              <a:solidFill>
                <a:srgbClr val="333333"/>
              </a:solidFill>
              <a:highlight>
                <a:srgbClr val="F8F8F8"/>
              </a:highlight>
              <a:latin typeface="Courier New"/>
              <a:ea typeface="Courier New"/>
              <a:cs typeface="Courier New"/>
              <a:sym typeface="Courier New"/>
            </a:endParaRPr>
          </a:p>
          <a:p>
            <a:pPr indent="0" lvl="0" marL="0" marR="101583" rtl="0" algn="l">
              <a:lnSpc>
                <a:spcPct val="115000"/>
              </a:lnSpc>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p:txBody>
      </p:sp>
      <p:sp>
        <p:nvSpPr>
          <p:cNvPr id="1390" name="Google Shape;1390;p47"/>
          <p:cNvSpPr txBox="1"/>
          <p:nvPr/>
        </p:nvSpPr>
        <p:spPr>
          <a:xfrm>
            <a:off x="6655057" y="1719075"/>
            <a:ext cx="5534100" cy="3940500"/>
          </a:xfrm>
          <a:prstGeom prst="rect">
            <a:avLst/>
          </a:prstGeom>
          <a:noFill/>
          <a:ln cap="flat" cmpd="sng" w="9525">
            <a:solidFill>
              <a:schemeClr val="accent3"/>
            </a:solidFill>
            <a:prstDash val="solid"/>
            <a:round/>
            <a:headEnd len="sm" w="sm" type="none"/>
            <a:tailEnd len="sm" w="sm" type="none"/>
          </a:ln>
        </p:spPr>
        <p:txBody>
          <a:bodyPr anchorCtr="0" anchor="t" bIns="121875" lIns="121875" spcFirstLastPara="1" rIns="121875" wrap="square" tIns="121875">
            <a:spAutoFit/>
          </a:bodyPr>
          <a:lstStyle/>
          <a:p>
            <a:pPr indent="0" lvl="0" marL="0" rtl="0" algn="l">
              <a:spcBef>
                <a:spcPts val="0"/>
              </a:spcBef>
              <a:spcAft>
                <a:spcPts val="0"/>
              </a:spcAft>
              <a:buNone/>
            </a:pPr>
            <a:r>
              <a:rPr i="1" lang="en" sz="1000">
                <a:solidFill>
                  <a:srgbClr val="999988"/>
                </a:solidFill>
                <a:highlight>
                  <a:srgbClr val="F8F8F8"/>
                </a:highlight>
                <a:latin typeface="Courier New"/>
                <a:ea typeface="Courier New"/>
                <a:cs typeface="Courier New"/>
                <a:sym typeface="Courier New"/>
              </a:rPr>
              <a:t># step 5 - model training</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b="1" lang="en" sz="1000">
                <a:solidFill>
                  <a:srgbClr val="333333"/>
                </a:solidFill>
                <a:highlight>
                  <a:srgbClr val="F8F8F8"/>
                </a:highlight>
                <a:latin typeface="Courier New"/>
                <a:ea typeface="Courier New"/>
                <a:cs typeface="Courier New"/>
                <a:sym typeface="Courier New"/>
              </a:rPr>
              <a:t>from</a:t>
            </a:r>
            <a:r>
              <a:rPr lang="en" sz="1000">
                <a:solidFill>
                  <a:srgbClr val="333333"/>
                </a:solidFill>
                <a:highlight>
                  <a:srgbClr val="F8F8F8"/>
                </a:highlight>
                <a:latin typeface="Courier New"/>
                <a:ea typeface="Courier New"/>
                <a:cs typeface="Courier New"/>
                <a:sym typeface="Courier New"/>
              </a:rPr>
              <a:t> sklearn.neighbors </a:t>
            </a:r>
            <a:r>
              <a:rPr b="1" lang="en" sz="1000">
                <a:solidFill>
                  <a:srgbClr val="333333"/>
                </a:solidFill>
                <a:highlight>
                  <a:srgbClr val="F8F8F8"/>
                </a:highlight>
                <a:latin typeface="Courier New"/>
                <a:ea typeface="Courier New"/>
                <a:cs typeface="Courier New"/>
                <a:sym typeface="Courier New"/>
              </a:rPr>
              <a:t>import</a:t>
            </a:r>
            <a:r>
              <a:rPr lang="en" sz="1000">
                <a:solidFill>
                  <a:srgbClr val="333333"/>
                </a:solidFill>
                <a:highlight>
                  <a:srgbClr val="F8F8F8"/>
                </a:highlight>
                <a:latin typeface="Courier New"/>
                <a:ea typeface="Courier New"/>
                <a:cs typeface="Courier New"/>
                <a:sym typeface="Courier New"/>
              </a:rPr>
              <a:t> KNeighborsClassifier</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knn = KNeighborsClassifier(n_neighbors=</a:t>
            </a:r>
            <a:r>
              <a:rPr lang="en" sz="1000">
                <a:solidFill>
                  <a:srgbClr val="008080"/>
                </a:solidFill>
                <a:highlight>
                  <a:srgbClr val="F8F8F8"/>
                </a:highlight>
                <a:latin typeface="Courier New"/>
                <a:ea typeface="Courier New"/>
                <a:cs typeface="Courier New"/>
                <a:sym typeface="Courier New"/>
              </a:rPr>
              <a:t>10</a:t>
            </a:r>
            <a:r>
              <a:rPr lang="en" sz="1000">
                <a:solidFill>
                  <a:srgbClr val="333333"/>
                </a:solidFill>
                <a:highlight>
                  <a:srgbClr val="F8F8F8"/>
                </a:highlight>
                <a:latin typeface="Courier New"/>
                <a:ea typeface="Courier New"/>
                <a:cs typeface="Courier New"/>
                <a:sym typeface="Courier New"/>
              </a:rPr>
              <a: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knn.fit(X_train, y_train)</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i="1" lang="en" sz="1000">
                <a:solidFill>
                  <a:srgbClr val="999988"/>
                </a:solidFill>
                <a:highlight>
                  <a:srgbClr val="F8F8F8"/>
                </a:highlight>
                <a:latin typeface="Courier New"/>
                <a:ea typeface="Courier New"/>
                <a:cs typeface="Courier New"/>
                <a:sym typeface="Courier New"/>
              </a:rPr>
              <a:t># step 6 - generate prediction</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predictions = knn.predict(X_test)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i="1" lang="en" sz="1000">
                <a:solidFill>
                  <a:srgbClr val="999988"/>
                </a:solidFill>
                <a:highlight>
                  <a:srgbClr val="F8F8F8"/>
                </a:highlight>
                <a:latin typeface="Courier New"/>
                <a:ea typeface="Courier New"/>
                <a:cs typeface="Courier New"/>
                <a:sym typeface="Courier New"/>
              </a:rPr>
              <a:t># step 7 - model evaluation</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accuracy = sum(predictions == y_test.Species.values) / float(len(y_test))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b="1" lang="en" sz="1000">
                <a:solidFill>
                  <a:srgbClr val="333333"/>
                </a:solidFill>
                <a:highlight>
                  <a:srgbClr val="F8F8F8"/>
                </a:highlight>
                <a:latin typeface="Courier New"/>
                <a:ea typeface="Courier New"/>
                <a:cs typeface="Courier New"/>
                <a:sym typeface="Courier New"/>
              </a:rPr>
              <a:t>print</a:t>
            </a:r>
            <a:r>
              <a:rPr lang="en" sz="1000">
                <a:solidFill>
                  <a:srgbClr val="333333"/>
                </a:solidFill>
                <a:highlight>
                  <a:srgbClr val="F8F8F8"/>
                </a:highlight>
                <a:latin typeface="Courier New"/>
                <a:ea typeface="Courier New"/>
                <a:cs typeface="Courier New"/>
                <a:sym typeface="Courier New"/>
              </a:rPr>
              <a:t> (accuracy)</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i="1" lang="en" sz="1000">
                <a:solidFill>
                  <a:srgbClr val="999988"/>
                </a:solidFill>
                <a:highlight>
                  <a:srgbClr val="F8F8F8"/>
                </a:highlight>
                <a:latin typeface="Courier New"/>
                <a:ea typeface="Courier New"/>
                <a:cs typeface="Courier New"/>
                <a:sym typeface="Courier New"/>
              </a:rPr>
              <a:t># step 8 - load new data</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iris_new = pd.read_csv(</a:t>
            </a:r>
            <a:r>
              <a:rPr lang="en" sz="1000">
                <a:solidFill>
                  <a:srgbClr val="DD1144"/>
                </a:solidFill>
                <a:highlight>
                  <a:srgbClr val="F8F8F8"/>
                </a:highlight>
                <a:latin typeface="Courier New"/>
                <a:ea typeface="Courier New"/>
                <a:cs typeface="Courier New"/>
                <a:sym typeface="Courier New"/>
              </a:rPr>
              <a:t>'https://s3.amazonaws.com/weclouddata/datasets/random/iris/iris.csv'</a:t>
            </a:r>
            <a:r>
              <a:rPr lang="en" sz="1000">
                <a:solidFill>
                  <a:srgbClr val="333333"/>
                </a:solidFill>
                <a:highlight>
                  <a:srgbClr val="F8F8F8"/>
                </a:highlight>
                <a:latin typeface="Courier New"/>
                <a:ea typeface="Courier New"/>
                <a:cs typeface="Courier New"/>
                <a:sym typeface="Courier New"/>
              </a:rPr>
              <a: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i="1" lang="en" sz="1000">
                <a:solidFill>
                  <a:srgbClr val="999988"/>
                </a:solidFill>
                <a:highlight>
                  <a:srgbClr val="F8F8F8"/>
                </a:highlight>
                <a:latin typeface="Courier New"/>
                <a:ea typeface="Courier New"/>
                <a:cs typeface="Courier New"/>
                <a:sym typeface="Courier New"/>
              </a:rPr>
              <a:t># step 9 - prepare new data</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new_prepared = iris_new.loc[:, iris_new.columns.drop(</a:t>
            </a:r>
            <a:r>
              <a:rPr lang="en" sz="1000">
                <a:solidFill>
                  <a:srgbClr val="DD1144"/>
                </a:solidFill>
                <a:highlight>
                  <a:srgbClr val="F8F8F8"/>
                </a:highlight>
                <a:latin typeface="Courier New"/>
                <a:ea typeface="Courier New"/>
                <a:cs typeface="Courier New"/>
                <a:sym typeface="Courier New"/>
              </a:rPr>
              <a:t>'Species'</a:t>
            </a:r>
            <a:r>
              <a:rPr lang="en" sz="1000">
                <a:solidFill>
                  <a:srgbClr val="333333"/>
                </a:solidFill>
                <a:highlight>
                  <a:srgbClr val="F8F8F8"/>
                </a:highlight>
                <a:latin typeface="Courier New"/>
                <a:ea typeface="Courier New"/>
                <a:cs typeface="Courier New"/>
                <a:sym typeface="Courier New"/>
              </a:rPr>
              <a:t>)]</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i="1" lang="en" sz="1000">
                <a:solidFill>
                  <a:srgbClr val="999988"/>
                </a:solidFill>
                <a:highlight>
                  <a:srgbClr val="F8F8F8"/>
                </a:highlight>
                <a:latin typeface="Courier New"/>
                <a:ea typeface="Courier New"/>
                <a:cs typeface="Courier New"/>
                <a:sym typeface="Courier New"/>
              </a:rPr>
              <a:t># step 10 - make predictions on new data</a:t>
            </a:r>
            <a:endParaRPr sz="1000">
              <a:solidFill>
                <a:srgbClr val="333333"/>
              </a:solidFill>
              <a:highlight>
                <a:srgbClr val="F8F8F8"/>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new_prediction = knn.predict(new_prepared)</a:t>
            </a:r>
            <a:endParaRPr sz="1000">
              <a:solidFill>
                <a:srgbClr val="333333"/>
              </a:solidFill>
              <a:highlight>
                <a:srgbClr val="F8F8F8"/>
              </a:highlight>
              <a:latin typeface="Courier New"/>
              <a:ea typeface="Courier New"/>
              <a:cs typeface="Courier New"/>
              <a:sym typeface="Courier New"/>
            </a:endParaRPr>
          </a:p>
          <a:p>
            <a:pPr indent="0" lvl="0" marL="0" marR="101583" rtl="0" algn="l">
              <a:lnSpc>
                <a:spcPct val="115000"/>
              </a:lnSpc>
              <a:spcBef>
                <a:spcPts val="0"/>
              </a:spcBef>
              <a:spcAft>
                <a:spcPts val="0"/>
              </a:spcAft>
              <a:buNone/>
            </a:pPr>
            <a:r>
              <a:rPr lang="en" sz="1000">
                <a:solidFill>
                  <a:srgbClr val="333333"/>
                </a:solidFill>
                <a:highlight>
                  <a:srgbClr val="F8F8F8"/>
                </a:highlight>
                <a:latin typeface="Courier New"/>
                <a:ea typeface="Courier New"/>
                <a:cs typeface="Courier New"/>
                <a:sym typeface="Courier New"/>
              </a:rPr>
              <a:t>print(new_prediction)</a:t>
            </a:r>
            <a:endParaRPr sz="1000">
              <a:solidFill>
                <a:srgbClr val="333333"/>
              </a:solidFill>
              <a:highlight>
                <a:srgbClr val="F8F8F8"/>
              </a:highlight>
              <a:latin typeface="Courier New"/>
              <a:ea typeface="Courier New"/>
              <a:cs typeface="Courier New"/>
              <a:sym typeface="Courier New"/>
            </a:endParaRPr>
          </a:p>
        </p:txBody>
      </p:sp>
      <p:sp>
        <p:nvSpPr>
          <p:cNvPr id="1391" name="Google Shape;1391;p47"/>
          <p:cNvSpPr txBox="1"/>
          <p:nvPr/>
        </p:nvSpPr>
        <p:spPr>
          <a:xfrm>
            <a:off x="7280626" y="5926350"/>
            <a:ext cx="3999000" cy="5079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lang="en" sz="1700" u="sng">
                <a:solidFill>
                  <a:schemeClr val="accent6"/>
                </a:solidFill>
                <a:latin typeface="Proxima Nova"/>
                <a:ea typeface="Proxima Nova"/>
                <a:cs typeface="Proxima Nova"/>
                <a:sym typeface="Proxima Nova"/>
                <a:hlinkClick r:id="rId3">
                  <a:extLst>
                    <a:ext uri="{A12FA001-AC4F-418D-AE19-62706E023703}">
                      <ahyp:hlinkClr val="tx"/>
                    </a:ext>
                  </a:extLst>
                </a:hlinkClick>
              </a:rPr>
              <a:t>https://pinetools.com/syntax-highlighter</a:t>
            </a:r>
            <a:endParaRPr sz="1700">
              <a:solidFill>
                <a:schemeClr val="accent6"/>
              </a:solidFill>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48"/>
          <p:cNvSpPr txBox="1"/>
          <p:nvPr>
            <p:ph type="title"/>
          </p:nvPr>
        </p:nvSpPr>
        <p:spPr>
          <a:xfrm>
            <a:off x="0" y="3017650"/>
            <a:ext cx="12207300" cy="831300"/>
          </a:xfrm>
          <a:prstGeom prst="rect">
            <a:avLst/>
          </a:prstGeom>
        </p:spPr>
        <p:txBody>
          <a:bodyPr anchorCtr="0" anchor="ctr" bIns="121875" lIns="121875" spcFirstLastPara="1" rIns="121875" wrap="square" tIns="121875">
            <a:noAutofit/>
          </a:bodyPr>
          <a:lstStyle/>
          <a:p>
            <a:pPr indent="0" lvl="0" marL="0" rtl="0" algn="ctr">
              <a:lnSpc>
                <a:spcPct val="90000"/>
              </a:lnSpc>
              <a:spcBef>
                <a:spcPts val="0"/>
              </a:spcBef>
              <a:spcAft>
                <a:spcPts val="0"/>
              </a:spcAft>
              <a:buClr>
                <a:schemeClr val="lt1"/>
              </a:buClr>
              <a:buSzPts val="4400"/>
              <a:buFont typeface="Arial"/>
              <a:buNone/>
            </a:pPr>
            <a:r>
              <a:rPr lang="en">
                <a:solidFill>
                  <a:schemeClr val="lt1"/>
                </a:solidFill>
              </a:rPr>
              <a:t>ML Workflow </a:t>
            </a:r>
            <a:endParaRPr>
              <a:solidFill>
                <a:schemeClr val="lt1"/>
              </a:solidFill>
            </a:endParaRPr>
          </a:p>
          <a:p>
            <a:pPr indent="0" lvl="0" marL="0" rtl="0" algn="ctr">
              <a:lnSpc>
                <a:spcPct val="90000"/>
              </a:lnSpc>
              <a:spcBef>
                <a:spcPts val="0"/>
              </a:spcBef>
              <a:spcAft>
                <a:spcPts val="0"/>
              </a:spcAft>
              <a:buClr>
                <a:schemeClr val="lt1"/>
              </a:buClr>
              <a:buSzPts val="4400"/>
              <a:buFont typeface="Arial"/>
              <a:buNone/>
            </a:pPr>
            <a:r>
              <a:rPr lang="en">
                <a:solidFill>
                  <a:schemeClr val="lt1"/>
                </a:solidFill>
              </a:rPr>
              <a:t>In-depth Example</a:t>
            </a:r>
            <a:endParaRPr>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0" name="Shape 1400"/>
        <p:cNvGrpSpPr/>
        <p:nvPr/>
      </p:nvGrpSpPr>
      <p:grpSpPr>
        <a:xfrm>
          <a:off x="0" y="0"/>
          <a:ext cx="0" cy="0"/>
          <a:chOff x="0" y="0"/>
          <a:chExt cx="0" cy="0"/>
        </a:xfrm>
      </p:grpSpPr>
      <p:sp>
        <p:nvSpPr>
          <p:cNvPr id="1401" name="Google Shape;1401;p49"/>
          <p:cNvSpPr/>
          <p:nvPr/>
        </p:nvSpPr>
        <p:spPr>
          <a:xfrm>
            <a:off x="-25" y="2522350"/>
            <a:ext cx="12189000" cy="2906700"/>
          </a:xfrm>
          <a:prstGeom prst="roundRect">
            <a:avLst>
              <a:gd fmla="val 1911"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402" name="Google Shape;1402;p49"/>
          <p:cNvSpPr txBox="1"/>
          <p:nvPr>
            <p:ph type="title"/>
          </p:nvPr>
        </p:nvSpPr>
        <p:spPr>
          <a:xfrm>
            <a:off x="1136975" y="3359950"/>
            <a:ext cx="9915000" cy="1246800"/>
          </a:xfrm>
          <a:prstGeom prst="rect">
            <a:avLst/>
          </a:prstGeom>
        </p:spPr>
        <p:txBody>
          <a:bodyPr anchorCtr="0" anchor="t" bIns="0" lIns="0" spcFirstLastPara="1" rIns="0" wrap="square" tIns="0">
            <a:spAutoFit/>
          </a:bodyPr>
          <a:lstStyle/>
          <a:p>
            <a:pPr indent="0" lvl="0" marL="0" rtl="0" algn="ctr">
              <a:spcBef>
                <a:spcPts val="0"/>
              </a:spcBef>
              <a:spcAft>
                <a:spcPts val="0"/>
              </a:spcAft>
              <a:buClr>
                <a:srgbClr val="000000"/>
              </a:buClr>
              <a:buSzPts val="4266"/>
              <a:buFont typeface="Arial"/>
              <a:buNone/>
            </a:pPr>
            <a:r>
              <a:rPr lang="en" sz="6000">
                <a:solidFill>
                  <a:srgbClr val="FFFFFF"/>
                </a:solidFill>
              </a:rPr>
              <a:t>Too abstract? </a:t>
            </a:r>
            <a:endParaRPr sz="6000">
              <a:solidFill>
                <a:srgbClr val="FFFFFF"/>
              </a:solidFill>
            </a:endParaRPr>
          </a:p>
          <a:p>
            <a:pPr indent="0" lvl="0" marL="0" rtl="0" algn="ctr">
              <a:spcBef>
                <a:spcPts val="0"/>
              </a:spcBef>
              <a:spcAft>
                <a:spcPts val="0"/>
              </a:spcAft>
              <a:buNone/>
            </a:pPr>
            <a:r>
              <a:rPr lang="en" sz="2100">
                <a:solidFill>
                  <a:schemeClr val="accent3"/>
                </a:solidFill>
              </a:rPr>
              <a:t>Let’s look at an example</a:t>
            </a:r>
            <a:endParaRPr sz="2100">
              <a:solidFill>
                <a:schemeClr val="accent3"/>
              </a:solidFill>
            </a:endParaRPr>
          </a:p>
        </p:txBody>
      </p:sp>
      <p:sp>
        <p:nvSpPr>
          <p:cNvPr id="1403" name="Google Shape;1403;p49"/>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Machine Learning </a:t>
            </a:r>
            <a:endParaRPr sz="2800">
              <a:solidFill>
                <a:schemeClr val="accent6"/>
              </a:solidFill>
            </a:endParaRPr>
          </a:p>
        </p:txBody>
      </p:sp>
      <p:sp>
        <p:nvSpPr>
          <p:cNvPr id="1404" name="Google Shape;1404;p49"/>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8" name="Shape 1408"/>
        <p:cNvGrpSpPr/>
        <p:nvPr/>
      </p:nvGrpSpPr>
      <p:grpSpPr>
        <a:xfrm>
          <a:off x="0" y="0"/>
          <a:ext cx="0" cy="0"/>
          <a:chOff x="0" y="0"/>
          <a:chExt cx="0" cy="0"/>
        </a:xfrm>
      </p:grpSpPr>
      <p:sp>
        <p:nvSpPr>
          <p:cNvPr id="1409" name="Google Shape;1409;p50"/>
          <p:cNvSpPr/>
          <p:nvPr/>
        </p:nvSpPr>
        <p:spPr>
          <a:xfrm>
            <a:off x="9993875" y="245425"/>
            <a:ext cx="2194800" cy="228300"/>
          </a:xfrm>
          <a:prstGeom prst="rect">
            <a:avLst/>
          </a:prstGeom>
          <a:solidFill>
            <a:schemeClr val="accent6"/>
          </a:solidFill>
          <a:ln cap="flat" cmpd="sng" w="12700">
            <a:solidFill>
              <a:schemeClr val="accent6"/>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Data Collection</a:t>
            </a:r>
            <a:endParaRPr b="1" i="0" sz="1500" u="none" cap="none" strike="noStrike">
              <a:solidFill>
                <a:srgbClr val="FFFFFF"/>
              </a:solidFill>
              <a:latin typeface="Proxima Nova"/>
              <a:ea typeface="Proxima Nova"/>
              <a:cs typeface="Proxima Nova"/>
              <a:sym typeface="Proxima Nova"/>
            </a:endParaRPr>
          </a:p>
        </p:txBody>
      </p:sp>
      <p:sp>
        <p:nvSpPr>
          <p:cNvPr id="1410" name="Google Shape;1410;p50"/>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411" name="Google Shape;1411;p50"/>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412" name="Google Shape;1412;p50"/>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413" name="Google Shape;1413;p50"/>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414" name="Google Shape;1414;p50"/>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
        <p:nvSpPr>
          <p:cNvPr id="1415" name="Google Shape;1415;p50"/>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416" name="Google Shape;1416;p50"/>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pic>
        <p:nvPicPr>
          <p:cNvPr id="1417" name="Google Shape;1417;p50"/>
          <p:cNvPicPr preferRelativeResize="0"/>
          <p:nvPr/>
        </p:nvPicPr>
        <p:blipFill rotWithShape="1">
          <a:blip r:embed="rId3">
            <a:alphaModFix/>
          </a:blip>
          <a:srcRect b="0" l="0" r="0" t="0"/>
          <a:stretch/>
        </p:blipFill>
        <p:spPr>
          <a:xfrm>
            <a:off x="8903939" y="3801741"/>
            <a:ext cx="2915323" cy="2327816"/>
          </a:xfrm>
          <a:prstGeom prst="rect">
            <a:avLst/>
          </a:prstGeom>
          <a:noFill/>
          <a:ln>
            <a:noFill/>
          </a:ln>
        </p:spPr>
      </p:pic>
      <p:pic>
        <p:nvPicPr>
          <p:cNvPr id="1418" name="Google Shape;1418;p50"/>
          <p:cNvPicPr preferRelativeResize="0"/>
          <p:nvPr/>
        </p:nvPicPr>
        <p:blipFill rotWithShape="1">
          <a:blip r:embed="rId4">
            <a:alphaModFix/>
          </a:blip>
          <a:srcRect b="0" l="0" r="0" t="0"/>
          <a:stretch/>
        </p:blipFill>
        <p:spPr>
          <a:xfrm>
            <a:off x="6330224" y="3880408"/>
            <a:ext cx="2327818" cy="2327818"/>
          </a:xfrm>
          <a:prstGeom prst="rect">
            <a:avLst/>
          </a:prstGeom>
          <a:noFill/>
          <a:ln>
            <a:noFill/>
          </a:ln>
        </p:spPr>
      </p:pic>
      <p:pic>
        <p:nvPicPr>
          <p:cNvPr id="1419" name="Google Shape;1419;p50"/>
          <p:cNvPicPr preferRelativeResize="0"/>
          <p:nvPr/>
        </p:nvPicPr>
        <p:blipFill rotWithShape="1">
          <a:blip r:embed="rId5">
            <a:alphaModFix/>
          </a:blip>
          <a:srcRect b="0" l="0" r="0" t="0"/>
          <a:stretch/>
        </p:blipFill>
        <p:spPr>
          <a:xfrm>
            <a:off x="865217" y="3681967"/>
            <a:ext cx="3971374" cy="2645939"/>
          </a:xfrm>
          <a:prstGeom prst="rect">
            <a:avLst/>
          </a:prstGeom>
          <a:noFill/>
          <a:ln>
            <a:noFill/>
          </a:ln>
        </p:spPr>
      </p:pic>
      <p:sp>
        <p:nvSpPr>
          <p:cNvPr id="1420" name="Google Shape;1420;p50"/>
          <p:cNvSpPr/>
          <p:nvPr/>
        </p:nvSpPr>
        <p:spPr>
          <a:xfrm>
            <a:off x="685747" y="2326633"/>
            <a:ext cx="858900" cy="413100"/>
          </a:xfrm>
          <a:prstGeom prst="roundRect">
            <a:avLst>
              <a:gd fmla="val 16667" name="adj"/>
            </a:avLst>
          </a:prstGeom>
          <a:noFill/>
          <a:ln cap="flat" cmpd="sng" w="127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21" name="Google Shape;1421;p50"/>
          <p:cNvSpPr txBox="1"/>
          <p:nvPr/>
        </p:nvSpPr>
        <p:spPr>
          <a:xfrm>
            <a:off x="685747"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Plant</a:t>
            </a:r>
            <a:endParaRPr b="1" i="0" sz="1466" u="none" cap="none" strike="noStrike">
              <a:solidFill>
                <a:schemeClr val="accent6"/>
              </a:solidFill>
              <a:latin typeface="Proxima Nova"/>
              <a:ea typeface="Proxima Nova"/>
              <a:cs typeface="Proxima Nova"/>
              <a:sym typeface="Proxima Nova"/>
            </a:endParaRPr>
          </a:p>
        </p:txBody>
      </p:sp>
      <p:sp>
        <p:nvSpPr>
          <p:cNvPr id="1422" name="Google Shape;1422;p50"/>
          <p:cNvSpPr/>
          <p:nvPr/>
        </p:nvSpPr>
        <p:spPr>
          <a:xfrm>
            <a:off x="1906491" y="2326633"/>
            <a:ext cx="858900" cy="413100"/>
          </a:xfrm>
          <a:prstGeom prst="roundRect">
            <a:avLst>
              <a:gd fmla="val 16667" name="adj"/>
            </a:avLst>
          </a:prstGeom>
          <a:solidFill>
            <a:srgbClr val="0BACDE">
              <a:alpha val="32550"/>
            </a:srgbClr>
          </a:solidFill>
          <a:ln cap="flat" cmpd="sng" w="12700">
            <a:solidFill>
              <a:srgbClr val="0BAC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23" name="Google Shape;1423;p50"/>
          <p:cNvSpPr txBox="1"/>
          <p:nvPr/>
        </p:nvSpPr>
        <p:spPr>
          <a:xfrm>
            <a:off x="1906491"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Harvest</a:t>
            </a:r>
            <a:endParaRPr b="1" i="0" sz="1466" u="none" cap="none" strike="noStrike">
              <a:solidFill>
                <a:schemeClr val="accent6"/>
              </a:solidFill>
              <a:latin typeface="Proxima Nova"/>
              <a:ea typeface="Proxima Nova"/>
              <a:cs typeface="Proxima Nova"/>
              <a:sym typeface="Proxima Nova"/>
            </a:endParaRPr>
          </a:p>
        </p:txBody>
      </p:sp>
      <p:sp>
        <p:nvSpPr>
          <p:cNvPr id="1424" name="Google Shape;1424;p50"/>
          <p:cNvSpPr/>
          <p:nvPr/>
        </p:nvSpPr>
        <p:spPr>
          <a:xfrm>
            <a:off x="3127236" y="2326633"/>
            <a:ext cx="858900" cy="413100"/>
          </a:xfrm>
          <a:prstGeom prst="roundRect">
            <a:avLst>
              <a:gd fmla="val 16667" name="adj"/>
            </a:avLst>
          </a:prstGeom>
          <a:noFill/>
          <a:ln cap="flat" cmpd="sng" w="12700">
            <a:solidFill>
              <a:srgbClr val="FD806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25" name="Google Shape;1425;p50"/>
          <p:cNvSpPr txBox="1"/>
          <p:nvPr/>
        </p:nvSpPr>
        <p:spPr>
          <a:xfrm>
            <a:off x="3127236"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Process</a:t>
            </a:r>
            <a:endParaRPr b="1" i="0" sz="1466" u="none" cap="none" strike="noStrike">
              <a:solidFill>
                <a:schemeClr val="accent6"/>
              </a:solidFill>
              <a:latin typeface="Proxima Nova"/>
              <a:ea typeface="Proxima Nova"/>
              <a:cs typeface="Proxima Nova"/>
              <a:sym typeface="Proxima Nova"/>
            </a:endParaRPr>
          </a:p>
        </p:txBody>
      </p:sp>
      <p:sp>
        <p:nvSpPr>
          <p:cNvPr id="1426" name="Google Shape;1426;p50"/>
          <p:cNvSpPr/>
          <p:nvPr/>
        </p:nvSpPr>
        <p:spPr>
          <a:xfrm>
            <a:off x="4347980" y="2326633"/>
            <a:ext cx="858900" cy="413100"/>
          </a:xfrm>
          <a:prstGeom prst="roundRect">
            <a:avLst>
              <a:gd fmla="val 16667" name="adj"/>
            </a:avLst>
          </a:prstGeom>
          <a:noFill/>
          <a:ln cap="flat" cmpd="sng" w="127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27" name="Google Shape;1427;p50"/>
          <p:cNvSpPr txBox="1"/>
          <p:nvPr/>
        </p:nvSpPr>
        <p:spPr>
          <a:xfrm>
            <a:off x="4347980"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Grading</a:t>
            </a:r>
            <a:endParaRPr b="1" i="0" sz="1466" u="none" cap="none" strike="noStrike">
              <a:solidFill>
                <a:schemeClr val="accent6"/>
              </a:solidFill>
              <a:latin typeface="Proxima Nova"/>
              <a:ea typeface="Proxima Nova"/>
              <a:cs typeface="Proxima Nova"/>
              <a:sym typeface="Proxima Nova"/>
            </a:endParaRPr>
          </a:p>
        </p:txBody>
      </p:sp>
      <p:sp>
        <p:nvSpPr>
          <p:cNvPr id="1428" name="Google Shape;1428;p50"/>
          <p:cNvSpPr/>
          <p:nvPr/>
        </p:nvSpPr>
        <p:spPr>
          <a:xfrm>
            <a:off x="4347969" y="2966939"/>
            <a:ext cx="858900" cy="413100"/>
          </a:xfrm>
          <a:prstGeom prst="roundRect">
            <a:avLst>
              <a:gd fmla="val 16667" name="adj"/>
            </a:avLst>
          </a:prstGeom>
          <a:noFill/>
          <a:ln cap="flat" cmpd="sng" w="1270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29" name="Google Shape;1429;p50"/>
          <p:cNvSpPr txBox="1"/>
          <p:nvPr/>
        </p:nvSpPr>
        <p:spPr>
          <a:xfrm>
            <a:off x="4347969"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Roast</a:t>
            </a:r>
            <a:endParaRPr b="1" i="0" sz="1466" u="none" cap="none" strike="noStrike">
              <a:solidFill>
                <a:schemeClr val="accent6"/>
              </a:solidFill>
              <a:latin typeface="Proxima Nova"/>
              <a:ea typeface="Proxima Nova"/>
              <a:cs typeface="Proxima Nova"/>
              <a:sym typeface="Proxima Nova"/>
            </a:endParaRPr>
          </a:p>
        </p:txBody>
      </p:sp>
      <p:cxnSp>
        <p:nvCxnSpPr>
          <p:cNvPr id="1430" name="Google Shape;1430;p50"/>
          <p:cNvCxnSpPr>
            <a:stCxn id="1421" idx="3"/>
            <a:endCxn id="1423" idx="1"/>
          </p:cNvCxnSpPr>
          <p:nvPr/>
        </p:nvCxnSpPr>
        <p:spPr>
          <a:xfrm>
            <a:off x="1544647" y="2517701"/>
            <a:ext cx="361800" cy="0"/>
          </a:xfrm>
          <a:prstGeom prst="straightConnector1">
            <a:avLst/>
          </a:prstGeom>
          <a:noFill/>
          <a:ln cap="flat" cmpd="sng" w="12700">
            <a:solidFill>
              <a:srgbClr val="7F7F7F"/>
            </a:solidFill>
            <a:prstDash val="solid"/>
            <a:round/>
            <a:headEnd len="sm" w="sm" type="none"/>
            <a:tailEnd len="med" w="med" type="triangle"/>
          </a:ln>
        </p:spPr>
      </p:cxnSp>
      <p:cxnSp>
        <p:nvCxnSpPr>
          <p:cNvPr id="1431" name="Google Shape;1431;p50"/>
          <p:cNvCxnSpPr>
            <a:stCxn id="1423" idx="3"/>
            <a:endCxn id="1425" idx="1"/>
          </p:cNvCxnSpPr>
          <p:nvPr/>
        </p:nvCxnSpPr>
        <p:spPr>
          <a:xfrm>
            <a:off x="2765391" y="2517701"/>
            <a:ext cx="361800" cy="0"/>
          </a:xfrm>
          <a:prstGeom prst="straightConnector1">
            <a:avLst/>
          </a:prstGeom>
          <a:noFill/>
          <a:ln cap="flat" cmpd="sng" w="12700">
            <a:solidFill>
              <a:srgbClr val="7F7F7F"/>
            </a:solidFill>
            <a:prstDash val="solid"/>
            <a:round/>
            <a:headEnd len="sm" w="sm" type="none"/>
            <a:tailEnd len="med" w="med" type="triangle"/>
          </a:ln>
        </p:spPr>
      </p:cxnSp>
      <p:cxnSp>
        <p:nvCxnSpPr>
          <p:cNvPr id="1432" name="Google Shape;1432;p50"/>
          <p:cNvCxnSpPr>
            <a:stCxn id="1425" idx="3"/>
            <a:endCxn id="1427" idx="1"/>
          </p:cNvCxnSpPr>
          <p:nvPr/>
        </p:nvCxnSpPr>
        <p:spPr>
          <a:xfrm>
            <a:off x="3986136" y="2517701"/>
            <a:ext cx="361800" cy="0"/>
          </a:xfrm>
          <a:prstGeom prst="straightConnector1">
            <a:avLst/>
          </a:prstGeom>
          <a:noFill/>
          <a:ln cap="flat" cmpd="sng" w="12700">
            <a:solidFill>
              <a:srgbClr val="7F7F7F"/>
            </a:solidFill>
            <a:prstDash val="solid"/>
            <a:round/>
            <a:headEnd len="sm" w="sm" type="none"/>
            <a:tailEnd len="med" w="med" type="triangle"/>
          </a:ln>
        </p:spPr>
      </p:cxnSp>
      <p:cxnSp>
        <p:nvCxnSpPr>
          <p:cNvPr id="1433" name="Google Shape;1433;p50"/>
          <p:cNvCxnSpPr>
            <a:stCxn id="1426" idx="2"/>
            <a:endCxn id="1428" idx="0"/>
          </p:cNvCxnSpPr>
          <p:nvPr/>
        </p:nvCxnSpPr>
        <p:spPr>
          <a:xfrm>
            <a:off x="4777430" y="2739733"/>
            <a:ext cx="0" cy="227100"/>
          </a:xfrm>
          <a:prstGeom prst="straightConnector1">
            <a:avLst/>
          </a:prstGeom>
          <a:noFill/>
          <a:ln cap="flat" cmpd="sng" w="12700">
            <a:solidFill>
              <a:srgbClr val="7F7F7F"/>
            </a:solidFill>
            <a:prstDash val="solid"/>
            <a:round/>
            <a:headEnd len="sm" w="sm" type="none"/>
            <a:tailEnd len="med" w="med" type="triangle"/>
          </a:ln>
        </p:spPr>
      </p:cxnSp>
      <p:sp>
        <p:nvSpPr>
          <p:cNvPr id="1434" name="Google Shape;1434;p50"/>
          <p:cNvSpPr/>
          <p:nvPr/>
        </p:nvSpPr>
        <p:spPr>
          <a:xfrm>
            <a:off x="3127225" y="2966939"/>
            <a:ext cx="858900" cy="413100"/>
          </a:xfrm>
          <a:prstGeom prst="roundRect">
            <a:avLst>
              <a:gd fmla="val 16667" name="adj"/>
            </a:avLst>
          </a:prstGeom>
          <a:noFill/>
          <a:ln cap="flat" cmpd="sng" w="127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35" name="Google Shape;1435;p50"/>
          <p:cNvSpPr txBox="1"/>
          <p:nvPr/>
        </p:nvSpPr>
        <p:spPr>
          <a:xfrm>
            <a:off x="3127225"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Grind</a:t>
            </a:r>
            <a:endParaRPr b="1" i="0" sz="1466" u="none" cap="none" strike="noStrike">
              <a:solidFill>
                <a:schemeClr val="accent6"/>
              </a:solidFill>
              <a:latin typeface="Proxima Nova"/>
              <a:ea typeface="Proxima Nova"/>
              <a:cs typeface="Proxima Nova"/>
              <a:sym typeface="Proxima Nova"/>
            </a:endParaRPr>
          </a:p>
        </p:txBody>
      </p:sp>
      <p:cxnSp>
        <p:nvCxnSpPr>
          <p:cNvPr id="1436" name="Google Shape;1436;p50"/>
          <p:cNvCxnSpPr>
            <a:stCxn id="1429" idx="1"/>
            <a:endCxn id="1435" idx="3"/>
          </p:cNvCxnSpPr>
          <p:nvPr/>
        </p:nvCxnSpPr>
        <p:spPr>
          <a:xfrm rot="10800000">
            <a:off x="3986169"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437" name="Google Shape;1437;p50"/>
          <p:cNvSpPr/>
          <p:nvPr/>
        </p:nvSpPr>
        <p:spPr>
          <a:xfrm>
            <a:off x="1906482" y="2966939"/>
            <a:ext cx="858900" cy="413100"/>
          </a:xfrm>
          <a:prstGeom prst="roundRect">
            <a:avLst>
              <a:gd fmla="val 16667" name="adj"/>
            </a:avLst>
          </a:prstGeom>
          <a:noFill/>
          <a:ln cap="flat" cmpd="sng" w="127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38" name="Google Shape;1438;p50"/>
          <p:cNvSpPr txBox="1"/>
          <p:nvPr/>
        </p:nvSpPr>
        <p:spPr>
          <a:xfrm>
            <a:off x="1906482"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Brew</a:t>
            </a:r>
            <a:endParaRPr b="1" i="0" sz="1466" u="none" cap="none" strike="noStrike">
              <a:solidFill>
                <a:schemeClr val="accent6"/>
              </a:solidFill>
              <a:latin typeface="Proxima Nova"/>
              <a:ea typeface="Proxima Nova"/>
              <a:cs typeface="Proxima Nova"/>
              <a:sym typeface="Proxima Nova"/>
            </a:endParaRPr>
          </a:p>
        </p:txBody>
      </p:sp>
      <p:cxnSp>
        <p:nvCxnSpPr>
          <p:cNvPr id="1439" name="Google Shape;1439;p50"/>
          <p:cNvCxnSpPr>
            <a:stCxn id="1435" idx="1"/>
            <a:endCxn id="1438" idx="3"/>
          </p:cNvCxnSpPr>
          <p:nvPr/>
        </p:nvCxnSpPr>
        <p:spPr>
          <a:xfrm rot="10800000">
            <a:off x="2765425"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440" name="Google Shape;1440;p50"/>
          <p:cNvSpPr/>
          <p:nvPr/>
        </p:nvSpPr>
        <p:spPr>
          <a:xfrm>
            <a:off x="685628" y="2966939"/>
            <a:ext cx="858900" cy="413100"/>
          </a:xfrm>
          <a:prstGeom prst="roundRect">
            <a:avLst>
              <a:gd fmla="val 16667" name="adj"/>
            </a:avLst>
          </a:prstGeom>
          <a:noFill/>
          <a:ln cap="flat" cmpd="sng" w="127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41" name="Google Shape;1441;p50"/>
          <p:cNvSpPr txBox="1"/>
          <p:nvPr/>
        </p:nvSpPr>
        <p:spPr>
          <a:xfrm>
            <a:off x="685628"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Latte</a:t>
            </a:r>
            <a:endParaRPr b="1" i="0" sz="1466" u="none" cap="none" strike="noStrike">
              <a:solidFill>
                <a:schemeClr val="accent6"/>
              </a:solidFill>
              <a:latin typeface="Proxima Nova"/>
              <a:ea typeface="Proxima Nova"/>
              <a:cs typeface="Proxima Nova"/>
              <a:sym typeface="Proxima Nova"/>
            </a:endParaRPr>
          </a:p>
        </p:txBody>
      </p:sp>
      <p:cxnSp>
        <p:nvCxnSpPr>
          <p:cNvPr id="1442" name="Google Shape;1442;p50"/>
          <p:cNvCxnSpPr>
            <a:endCxn id="1441" idx="3"/>
          </p:cNvCxnSpPr>
          <p:nvPr/>
        </p:nvCxnSpPr>
        <p:spPr>
          <a:xfrm rot="10800000">
            <a:off x="1544528"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443" name="Google Shape;1443;p50"/>
          <p:cNvSpPr txBox="1"/>
          <p:nvPr>
            <p:ph type="title"/>
          </p:nvPr>
        </p:nvSpPr>
        <p:spPr>
          <a:xfrm>
            <a:off x="2276850" y="657525"/>
            <a:ext cx="5887500" cy="430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Data Collection</a:t>
            </a:r>
            <a:endParaRPr/>
          </a:p>
        </p:txBody>
      </p:sp>
      <p:sp>
        <p:nvSpPr>
          <p:cNvPr id="1444" name="Google Shape;1444;p50"/>
          <p:cNvSpPr txBox="1"/>
          <p:nvPr>
            <p:ph idx="2" type="subTitle"/>
          </p:nvPr>
        </p:nvSpPr>
        <p:spPr>
          <a:xfrm>
            <a:off x="2279522" y="1124100"/>
            <a:ext cx="58875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445" name="Google Shape;1445;p50"/>
          <p:cNvSpPr txBox="1"/>
          <p:nvPr/>
        </p:nvSpPr>
        <p:spPr>
          <a:xfrm>
            <a:off x="5930875" y="2439275"/>
            <a:ext cx="6257700" cy="1067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733">
                <a:solidFill>
                  <a:schemeClr val="dk1"/>
                </a:solidFill>
                <a:latin typeface="Proxima Nova"/>
                <a:ea typeface="Proxima Nova"/>
                <a:cs typeface="Proxima Nova"/>
                <a:sym typeface="Proxima Nova"/>
              </a:rPr>
              <a:t>Data is typically collected via </a:t>
            </a:r>
            <a:endParaRPr sz="1733">
              <a:solidFill>
                <a:schemeClr val="dk1"/>
              </a:solidFill>
              <a:latin typeface="Proxima Nova"/>
              <a:ea typeface="Proxima Nova"/>
              <a:cs typeface="Proxima Nova"/>
              <a:sym typeface="Proxima Nova"/>
            </a:endParaRPr>
          </a:p>
          <a:p>
            <a:pPr indent="-374599" lvl="0" marL="609498" rtl="0" algn="l">
              <a:lnSpc>
                <a:spcPct val="100000"/>
              </a:lnSpc>
              <a:spcBef>
                <a:spcPts val="0"/>
              </a:spcBef>
              <a:spcAft>
                <a:spcPts val="0"/>
              </a:spcAft>
              <a:buClr>
                <a:schemeClr val="dk1"/>
              </a:buClr>
              <a:buSzPts val="1100"/>
              <a:buFont typeface="Proxima Nova"/>
              <a:buChar char="●"/>
            </a:pPr>
            <a:r>
              <a:rPr lang="en" sz="1733">
                <a:solidFill>
                  <a:schemeClr val="dk1"/>
                </a:solidFill>
                <a:latin typeface="Proxima Nova"/>
                <a:ea typeface="Proxima Nova"/>
                <a:cs typeface="Proxima Nova"/>
                <a:sym typeface="Proxima Nova"/>
              </a:rPr>
              <a:t>Application/operations databases (CRM, HR, Marketing)</a:t>
            </a:r>
            <a:endParaRPr sz="1733">
              <a:solidFill>
                <a:schemeClr val="dk1"/>
              </a:solidFill>
              <a:latin typeface="Proxima Nova"/>
              <a:ea typeface="Proxima Nova"/>
              <a:cs typeface="Proxima Nova"/>
              <a:sym typeface="Proxima Nova"/>
            </a:endParaRPr>
          </a:p>
          <a:p>
            <a:pPr indent="-374599" lvl="0" marL="609498" rtl="0" algn="l">
              <a:lnSpc>
                <a:spcPct val="100000"/>
              </a:lnSpc>
              <a:spcBef>
                <a:spcPts val="0"/>
              </a:spcBef>
              <a:spcAft>
                <a:spcPts val="0"/>
              </a:spcAft>
              <a:buClr>
                <a:schemeClr val="dk1"/>
              </a:buClr>
              <a:buSzPts val="1100"/>
              <a:buFont typeface="Proxima Nova"/>
              <a:buChar char="●"/>
            </a:pPr>
            <a:r>
              <a:rPr lang="en" sz="1733">
                <a:solidFill>
                  <a:schemeClr val="dk1"/>
                </a:solidFill>
                <a:latin typeface="Proxima Nova"/>
                <a:ea typeface="Proxima Nova"/>
                <a:cs typeface="Proxima Nova"/>
                <a:sym typeface="Proxima Nova"/>
              </a:rPr>
              <a:t>Automated data scraping</a:t>
            </a:r>
            <a:endParaRPr sz="1733">
              <a:solidFill>
                <a:schemeClr val="dk1"/>
              </a:solidFill>
              <a:latin typeface="Proxima Nova"/>
              <a:ea typeface="Proxima Nova"/>
              <a:cs typeface="Proxima Nova"/>
              <a:sym typeface="Proxima Nova"/>
            </a:endParaRPr>
          </a:p>
          <a:p>
            <a:pPr indent="-374599" lvl="0" marL="609498" rtl="0" algn="l">
              <a:lnSpc>
                <a:spcPct val="100000"/>
              </a:lnSpc>
              <a:spcBef>
                <a:spcPts val="0"/>
              </a:spcBef>
              <a:spcAft>
                <a:spcPts val="0"/>
              </a:spcAft>
              <a:buClr>
                <a:schemeClr val="dk1"/>
              </a:buClr>
              <a:buSzPts val="1100"/>
              <a:buFont typeface="Proxima Nova"/>
              <a:buChar char="●"/>
            </a:pPr>
            <a:r>
              <a:rPr lang="en" sz="1733">
                <a:solidFill>
                  <a:schemeClr val="dk1"/>
                </a:solidFill>
                <a:latin typeface="Proxima Nova"/>
                <a:ea typeface="Proxima Nova"/>
                <a:cs typeface="Proxima Nova"/>
                <a:sym typeface="Proxima Nova"/>
              </a:rPr>
              <a:t>Manual data entry</a:t>
            </a:r>
            <a:endParaRPr sz="1733">
              <a:solidFill>
                <a:schemeClr val="dk1"/>
              </a:solidFill>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9" name="Shape 1449"/>
        <p:cNvGrpSpPr/>
        <p:nvPr/>
      </p:nvGrpSpPr>
      <p:grpSpPr>
        <a:xfrm>
          <a:off x="0" y="0"/>
          <a:ext cx="0" cy="0"/>
          <a:chOff x="0" y="0"/>
          <a:chExt cx="0" cy="0"/>
        </a:xfrm>
      </p:grpSpPr>
      <p:pic>
        <p:nvPicPr>
          <p:cNvPr id="1450" name="Google Shape;1450;p51"/>
          <p:cNvPicPr preferRelativeResize="0"/>
          <p:nvPr/>
        </p:nvPicPr>
        <p:blipFill rotWithShape="1">
          <a:blip r:embed="rId3">
            <a:alphaModFix/>
          </a:blip>
          <a:srcRect b="0" l="0" r="0" t="0"/>
          <a:stretch/>
        </p:blipFill>
        <p:spPr>
          <a:xfrm>
            <a:off x="820479" y="3990332"/>
            <a:ext cx="3823142" cy="2150536"/>
          </a:xfrm>
          <a:prstGeom prst="rect">
            <a:avLst/>
          </a:prstGeom>
          <a:noFill/>
          <a:ln>
            <a:noFill/>
          </a:ln>
        </p:spPr>
      </p:pic>
      <p:sp>
        <p:nvSpPr>
          <p:cNvPr id="1451" name="Google Shape;1451;p51"/>
          <p:cNvSpPr/>
          <p:nvPr/>
        </p:nvSpPr>
        <p:spPr>
          <a:xfrm>
            <a:off x="685747" y="2326633"/>
            <a:ext cx="858900" cy="413100"/>
          </a:xfrm>
          <a:prstGeom prst="roundRect">
            <a:avLst>
              <a:gd fmla="val 16667" name="adj"/>
            </a:avLst>
          </a:prstGeom>
          <a:noFill/>
          <a:ln cap="flat" cmpd="sng" w="127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452" name="Google Shape;1452;p51"/>
          <p:cNvSpPr txBox="1"/>
          <p:nvPr/>
        </p:nvSpPr>
        <p:spPr>
          <a:xfrm>
            <a:off x="685747"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Plant</a:t>
            </a:r>
            <a:endParaRPr b="1" i="0" sz="1466" u="none" cap="none" strike="noStrike">
              <a:solidFill>
                <a:srgbClr val="000000"/>
              </a:solidFill>
              <a:latin typeface="Proxima Nova"/>
              <a:ea typeface="Proxima Nova"/>
              <a:cs typeface="Proxima Nova"/>
              <a:sym typeface="Proxima Nova"/>
            </a:endParaRPr>
          </a:p>
        </p:txBody>
      </p:sp>
      <p:sp>
        <p:nvSpPr>
          <p:cNvPr id="1453" name="Google Shape;1453;p51"/>
          <p:cNvSpPr/>
          <p:nvPr/>
        </p:nvSpPr>
        <p:spPr>
          <a:xfrm>
            <a:off x="1906491" y="2326633"/>
            <a:ext cx="858900" cy="413100"/>
          </a:xfrm>
          <a:prstGeom prst="roundRect">
            <a:avLst>
              <a:gd fmla="val 16667" name="adj"/>
            </a:avLst>
          </a:prstGeom>
          <a:noFill/>
          <a:ln cap="flat" cmpd="sng" w="12700">
            <a:solidFill>
              <a:srgbClr val="0BAC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454" name="Google Shape;1454;p51"/>
          <p:cNvSpPr txBox="1"/>
          <p:nvPr/>
        </p:nvSpPr>
        <p:spPr>
          <a:xfrm>
            <a:off x="1906508"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Harvest</a:t>
            </a:r>
            <a:endParaRPr b="1" i="0" sz="1466" u="none" cap="none" strike="noStrike">
              <a:solidFill>
                <a:srgbClr val="000000"/>
              </a:solidFill>
              <a:latin typeface="Proxima Nova"/>
              <a:ea typeface="Proxima Nova"/>
              <a:cs typeface="Proxima Nova"/>
              <a:sym typeface="Proxima Nova"/>
            </a:endParaRPr>
          </a:p>
        </p:txBody>
      </p:sp>
      <p:sp>
        <p:nvSpPr>
          <p:cNvPr id="1455" name="Google Shape;1455;p51"/>
          <p:cNvSpPr/>
          <p:nvPr/>
        </p:nvSpPr>
        <p:spPr>
          <a:xfrm>
            <a:off x="3127236" y="2326633"/>
            <a:ext cx="858900" cy="413100"/>
          </a:xfrm>
          <a:prstGeom prst="roundRect">
            <a:avLst>
              <a:gd fmla="val 16667" name="adj"/>
            </a:avLst>
          </a:prstGeom>
          <a:noFill/>
          <a:ln cap="flat" cmpd="sng" w="12700">
            <a:solidFill>
              <a:srgbClr val="FD806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456" name="Google Shape;1456;p51"/>
          <p:cNvSpPr txBox="1"/>
          <p:nvPr/>
        </p:nvSpPr>
        <p:spPr>
          <a:xfrm>
            <a:off x="3127236" y="2312501"/>
            <a:ext cx="858900" cy="410400"/>
          </a:xfrm>
          <a:prstGeom prst="rect">
            <a:avLst/>
          </a:prstGeom>
          <a:solidFill>
            <a:srgbClr val="FD8060">
              <a:alpha val="27450"/>
            </a:srgbClr>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Process</a:t>
            </a:r>
            <a:endParaRPr b="1" i="0" sz="1466" u="none" cap="none" strike="noStrike">
              <a:solidFill>
                <a:srgbClr val="000000"/>
              </a:solidFill>
              <a:latin typeface="Proxima Nova"/>
              <a:ea typeface="Proxima Nova"/>
              <a:cs typeface="Proxima Nova"/>
              <a:sym typeface="Proxima Nova"/>
            </a:endParaRPr>
          </a:p>
        </p:txBody>
      </p:sp>
      <p:sp>
        <p:nvSpPr>
          <p:cNvPr id="1457" name="Google Shape;1457;p51"/>
          <p:cNvSpPr/>
          <p:nvPr/>
        </p:nvSpPr>
        <p:spPr>
          <a:xfrm>
            <a:off x="4347980" y="2326633"/>
            <a:ext cx="858900" cy="413100"/>
          </a:xfrm>
          <a:prstGeom prst="roundRect">
            <a:avLst>
              <a:gd fmla="val 16667" name="adj"/>
            </a:avLst>
          </a:prstGeom>
          <a:noFill/>
          <a:ln cap="flat" cmpd="sng" w="127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458" name="Google Shape;1458;p51"/>
          <p:cNvSpPr txBox="1"/>
          <p:nvPr/>
        </p:nvSpPr>
        <p:spPr>
          <a:xfrm>
            <a:off x="4347980"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Grading</a:t>
            </a:r>
            <a:endParaRPr b="1" i="0" sz="1466" u="none" cap="none" strike="noStrike">
              <a:solidFill>
                <a:srgbClr val="000000"/>
              </a:solidFill>
              <a:latin typeface="Proxima Nova"/>
              <a:ea typeface="Proxima Nova"/>
              <a:cs typeface="Proxima Nova"/>
              <a:sym typeface="Proxima Nova"/>
            </a:endParaRPr>
          </a:p>
        </p:txBody>
      </p:sp>
      <p:sp>
        <p:nvSpPr>
          <p:cNvPr id="1459" name="Google Shape;1459;p51"/>
          <p:cNvSpPr/>
          <p:nvPr/>
        </p:nvSpPr>
        <p:spPr>
          <a:xfrm>
            <a:off x="4347969" y="2966939"/>
            <a:ext cx="858900" cy="413100"/>
          </a:xfrm>
          <a:prstGeom prst="roundRect">
            <a:avLst>
              <a:gd fmla="val 16667" name="adj"/>
            </a:avLst>
          </a:prstGeom>
          <a:noFill/>
          <a:ln cap="flat" cmpd="sng" w="1270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460" name="Google Shape;1460;p51"/>
          <p:cNvSpPr txBox="1"/>
          <p:nvPr/>
        </p:nvSpPr>
        <p:spPr>
          <a:xfrm>
            <a:off x="4347969"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Roast</a:t>
            </a:r>
            <a:endParaRPr b="1" i="0" sz="1466" u="none" cap="none" strike="noStrike">
              <a:solidFill>
                <a:srgbClr val="000000"/>
              </a:solidFill>
              <a:latin typeface="Proxima Nova"/>
              <a:ea typeface="Proxima Nova"/>
              <a:cs typeface="Proxima Nova"/>
              <a:sym typeface="Proxima Nova"/>
            </a:endParaRPr>
          </a:p>
        </p:txBody>
      </p:sp>
      <p:cxnSp>
        <p:nvCxnSpPr>
          <p:cNvPr id="1461" name="Google Shape;1461;p51"/>
          <p:cNvCxnSpPr>
            <a:stCxn id="1452" idx="3"/>
            <a:endCxn id="1454" idx="1"/>
          </p:cNvCxnSpPr>
          <p:nvPr/>
        </p:nvCxnSpPr>
        <p:spPr>
          <a:xfrm>
            <a:off x="1544647" y="2517701"/>
            <a:ext cx="361800" cy="0"/>
          </a:xfrm>
          <a:prstGeom prst="straightConnector1">
            <a:avLst/>
          </a:prstGeom>
          <a:noFill/>
          <a:ln cap="flat" cmpd="sng" w="12700">
            <a:solidFill>
              <a:srgbClr val="7F7F7F"/>
            </a:solidFill>
            <a:prstDash val="solid"/>
            <a:round/>
            <a:headEnd len="sm" w="sm" type="none"/>
            <a:tailEnd len="med" w="med" type="triangle"/>
          </a:ln>
        </p:spPr>
      </p:cxnSp>
      <p:cxnSp>
        <p:nvCxnSpPr>
          <p:cNvPr id="1462" name="Google Shape;1462;p51"/>
          <p:cNvCxnSpPr>
            <a:stCxn id="1454" idx="3"/>
            <a:endCxn id="1456" idx="1"/>
          </p:cNvCxnSpPr>
          <p:nvPr/>
        </p:nvCxnSpPr>
        <p:spPr>
          <a:xfrm>
            <a:off x="2765408" y="2517701"/>
            <a:ext cx="361800" cy="0"/>
          </a:xfrm>
          <a:prstGeom prst="straightConnector1">
            <a:avLst/>
          </a:prstGeom>
          <a:noFill/>
          <a:ln cap="flat" cmpd="sng" w="12700">
            <a:solidFill>
              <a:srgbClr val="7F7F7F"/>
            </a:solidFill>
            <a:prstDash val="solid"/>
            <a:round/>
            <a:headEnd len="sm" w="sm" type="none"/>
            <a:tailEnd len="med" w="med" type="triangle"/>
          </a:ln>
        </p:spPr>
      </p:cxnSp>
      <p:cxnSp>
        <p:nvCxnSpPr>
          <p:cNvPr id="1463" name="Google Shape;1463;p51"/>
          <p:cNvCxnSpPr>
            <a:stCxn id="1456" idx="3"/>
            <a:endCxn id="1458" idx="1"/>
          </p:cNvCxnSpPr>
          <p:nvPr/>
        </p:nvCxnSpPr>
        <p:spPr>
          <a:xfrm>
            <a:off x="3986136" y="2517701"/>
            <a:ext cx="361800" cy="0"/>
          </a:xfrm>
          <a:prstGeom prst="straightConnector1">
            <a:avLst/>
          </a:prstGeom>
          <a:noFill/>
          <a:ln cap="flat" cmpd="sng" w="12700">
            <a:solidFill>
              <a:srgbClr val="7F7F7F"/>
            </a:solidFill>
            <a:prstDash val="solid"/>
            <a:round/>
            <a:headEnd len="sm" w="sm" type="none"/>
            <a:tailEnd len="med" w="med" type="triangle"/>
          </a:ln>
        </p:spPr>
      </p:cxnSp>
      <p:cxnSp>
        <p:nvCxnSpPr>
          <p:cNvPr id="1464" name="Google Shape;1464;p51"/>
          <p:cNvCxnSpPr>
            <a:stCxn id="1457" idx="2"/>
            <a:endCxn id="1459" idx="0"/>
          </p:cNvCxnSpPr>
          <p:nvPr/>
        </p:nvCxnSpPr>
        <p:spPr>
          <a:xfrm>
            <a:off x="4777430" y="2739733"/>
            <a:ext cx="0" cy="227100"/>
          </a:xfrm>
          <a:prstGeom prst="straightConnector1">
            <a:avLst/>
          </a:prstGeom>
          <a:noFill/>
          <a:ln cap="flat" cmpd="sng" w="12700">
            <a:solidFill>
              <a:srgbClr val="7F7F7F"/>
            </a:solidFill>
            <a:prstDash val="solid"/>
            <a:round/>
            <a:headEnd len="sm" w="sm" type="none"/>
            <a:tailEnd len="med" w="med" type="triangle"/>
          </a:ln>
        </p:spPr>
      </p:cxnSp>
      <p:sp>
        <p:nvSpPr>
          <p:cNvPr id="1465" name="Google Shape;1465;p51"/>
          <p:cNvSpPr/>
          <p:nvPr/>
        </p:nvSpPr>
        <p:spPr>
          <a:xfrm>
            <a:off x="3127225" y="2966939"/>
            <a:ext cx="858900" cy="413100"/>
          </a:xfrm>
          <a:prstGeom prst="roundRect">
            <a:avLst>
              <a:gd fmla="val 16667" name="adj"/>
            </a:avLst>
          </a:prstGeom>
          <a:noFill/>
          <a:ln cap="flat" cmpd="sng" w="127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466" name="Google Shape;1466;p51"/>
          <p:cNvSpPr txBox="1"/>
          <p:nvPr/>
        </p:nvSpPr>
        <p:spPr>
          <a:xfrm>
            <a:off x="3127225"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Grind</a:t>
            </a:r>
            <a:endParaRPr b="1" i="0" sz="1466" u="none" cap="none" strike="noStrike">
              <a:solidFill>
                <a:srgbClr val="000000"/>
              </a:solidFill>
              <a:latin typeface="Proxima Nova"/>
              <a:ea typeface="Proxima Nova"/>
              <a:cs typeface="Proxima Nova"/>
              <a:sym typeface="Proxima Nova"/>
            </a:endParaRPr>
          </a:p>
        </p:txBody>
      </p:sp>
      <p:cxnSp>
        <p:nvCxnSpPr>
          <p:cNvPr id="1467" name="Google Shape;1467;p51"/>
          <p:cNvCxnSpPr>
            <a:stCxn id="1460" idx="1"/>
            <a:endCxn id="1466" idx="3"/>
          </p:cNvCxnSpPr>
          <p:nvPr/>
        </p:nvCxnSpPr>
        <p:spPr>
          <a:xfrm rot="10800000">
            <a:off x="3986169"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468" name="Google Shape;1468;p51"/>
          <p:cNvSpPr/>
          <p:nvPr/>
        </p:nvSpPr>
        <p:spPr>
          <a:xfrm>
            <a:off x="1906482" y="2966939"/>
            <a:ext cx="858900" cy="413100"/>
          </a:xfrm>
          <a:prstGeom prst="roundRect">
            <a:avLst>
              <a:gd fmla="val 16667" name="adj"/>
            </a:avLst>
          </a:prstGeom>
          <a:noFill/>
          <a:ln cap="flat" cmpd="sng" w="127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469" name="Google Shape;1469;p51"/>
          <p:cNvSpPr txBox="1"/>
          <p:nvPr/>
        </p:nvSpPr>
        <p:spPr>
          <a:xfrm>
            <a:off x="1906482"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Brew</a:t>
            </a:r>
            <a:endParaRPr b="1" i="0" sz="1466" u="none" cap="none" strike="noStrike">
              <a:solidFill>
                <a:srgbClr val="000000"/>
              </a:solidFill>
              <a:latin typeface="Proxima Nova"/>
              <a:ea typeface="Proxima Nova"/>
              <a:cs typeface="Proxima Nova"/>
              <a:sym typeface="Proxima Nova"/>
            </a:endParaRPr>
          </a:p>
        </p:txBody>
      </p:sp>
      <p:cxnSp>
        <p:nvCxnSpPr>
          <p:cNvPr id="1470" name="Google Shape;1470;p51"/>
          <p:cNvCxnSpPr>
            <a:stCxn id="1466" idx="1"/>
            <a:endCxn id="1469" idx="3"/>
          </p:cNvCxnSpPr>
          <p:nvPr/>
        </p:nvCxnSpPr>
        <p:spPr>
          <a:xfrm rot="10800000">
            <a:off x="2765425"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471" name="Google Shape;1471;p51"/>
          <p:cNvSpPr/>
          <p:nvPr/>
        </p:nvSpPr>
        <p:spPr>
          <a:xfrm>
            <a:off x="685628" y="2966939"/>
            <a:ext cx="858900" cy="413100"/>
          </a:xfrm>
          <a:prstGeom prst="roundRect">
            <a:avLst>
              <a:gd fmla="val 16667" name="adj"/>
            </a:avLst>
          </a:prstGeom>
          <a:noFill/>
          <a:ln cap="flat" cmpd="sng" w="127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472" name="Google Shape;1472;p51"/>
          <p:cNvSpPr txBox="1"/>
          <p:nvPr/>
        </p:nvSpPr>
        <p:spPr>
          <a:xfrm>
            <a:off x="685628"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Latte</a:t>
            </a:r>
            <a:endParaRPr b="1" i="0" sz="1466" u="none" cap="none" strike="noStrike">
              <a:solidFill>
                <a:srgbClr val="000000"/>
              </a:solidFill>
              <a:latin typeface="Proxima Nova"/>
              <a:ea typeface="Proxima Nova"/>
              <a:cs typeface="Proxima Nova"/>
              <a:sym typeface="Proxima Nova"/>
            </a:endParaRPr>
          </a:p>
        </p:txBody>
      </p:sp>
      <p:cxnSp>
        <p:nvCxnSpPr>
          <p:cNvPr id="1473" name="Google Shape;1473;p51"/>
          <p:cNvCxnSpPr>
            <a:endCxn id="1472" idx="3"/>
          </p:cNvCxnSpPr>
          <p:nvPr/>
        </p:nvCxnSpPr>
        <p:spPr>
          <a:xfrm rot="10800000">
            <a:off x="1544528" y="3158008"/>
            <a:ext cx="361800" cy="0"/>
          </a:xfrm>
          <a:prstGeom prst="straightConnector1">
            <a:avLst/>
          </a:prstGeom>
          <a:noFill/>
          <a:ln cap="flat" cmpd="sng" w="12700">
            <a:solidFill>
              <a:srgbClr val="7F7F7F"/>
            </a:solidFill>
            <a:prstDash val="solid"/>
            <a:round/>
            <a:headEnd len="sm" w="sm" type="none"/>
            <a:tailEnd len="med" w="med" type="triangle"/>
          </a:ln>
        </p:spPr>
      </p:cxnSp>
      <p:pic>
        <p:nvPicPr>
          <p:cNvPr id="1474" name="Google Shape;1474;p51"/>
          <p:cNvPicPr preferRelativeResize="0"/>
          <p:nvPr/>
        </p:nvPicPr>
        <p:blipFill rotWithShape="1">
          <a:blip r:embed="rId4">
            <a:alphaModFix/>
          </a:blip>
          <a:srcRect b="0" l="0" r="0" t="0"/>
          <a:stretch/>
        </p:blipFill>
        <p:spPr>
          <a:xfrm>
            <a:off x="6094472" y="3672560"/>
            <a:ext cx="5513204" cy="2932150"/>
          </a:xfrm>
          <a:prstGeom prst="rect">
            <a:avLst/>
          </a:prstGeom>
          <a:noFill/>
          <a:ln>
            <a:noFill/>
          </a:ln>
        </p:spPr>
      </p:pic>
      <p:sp>
        <p:nvSpPr>
          <p:cNvPr id="1475" name="Google Shape;1475;p51"/>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476" name="Google Shape;1476;p51"/>
          <p:cNvSpPr/>
          <p:nvPr/>
        </p:nvSpPr>
        <p:spPr>
          <a:xfrm>
            <a:off x="9993875" y="497598"/>
            <a:ext cx="2194800" cy="228300"/>
          </a:xfrm>
          <a:prstGeom prst="rect">
            <a:avLst/>
          </a:prstGeom>
          <a:solidFill>
            <a:schemeClr val="accent6"/>
          </a:solidFill>
          <a:ln cap="flat" cmpd="sng" w="12700">
            <a:solidFill>
              <a:schemeClr val="accent6"/>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Data Preparation</a:t>
            </a:r>
            <a:endParaRPr b="1" i="0" sz="1500" u="none" cap="none" strike="noStrike">
              <a:solidFill>
                <a:srgbClr val="FFFFFF"/>
              </a:solidFill>
              <a:latin typeface="Proxima Nova"/>
              <a:ea typeface="Proxima Nova"/>
              <a:cs typeface="Proxima Nova"/>
              <a:sym typeface="Proxima Nova"/>
            </a:endParaRPr>
          </a:p>
        </p:txBody>
      </p:sp>
      <p:sp>
        <p:nvSpPr>
          <p:cNvPr id="1477" name="Google Shape;1477;p51"/>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478" name="Google Shape;1478;p51"/>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479" name="Google Shape;1479;p51"/>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480" name="Google Shape;1480;p51"/>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
        <p:nvSpPr>
          <p:cNvPr id="1481" name="Google Shape;1481;p51"/>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482" name="Google Shape;1482;p51"/>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483" name="Google Shape;1483;p51"/>
          <p:cNvSpPr txBox="1"/>
          <p:nvPr>
            <p:ph type="title"/>
          </p:nvPr>
        </p:nvSpPr>
        <p:spPr>
          <a:xfrm>
            <a:off x="2276850" y="657525"/>
            <a:ext cx="72774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Data Preparation</a:t>
            </a:r>
            <a:endParaRPr sz="2800">
              <a:solidFill>
                <a:schemeClr val="accent6"/>
              </a:solidFill>
            </a:endParaRPr>
          </a:p>
        </p:txBody>
      </p:sp>
      <p:sp>
        <p:nvSpPr>
          <p:cNvPr id="1484" name="Google Shape;1484;p51"/>
          <p:cNvSpPr txBox="1"/>
          <p:nvPr>
            <p:ph idx="2" type="subTitle"/>
          </p:nvPr>
        </p:nvSpPr>
        <p:spPr>
          <a:xfrm>
            <a:off x="2280153" y="1124100"/>
            <a:ext cx="72774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485" name="Google Shape;1485;p51"/>
          <p:cNvSpPr txBox="1"/>
          <p:nvPr/>
        </p:nvSpPr>
        <p:spPr>
          <a:xfrm>
            <a:off x="5930875" y="2439275"/>
            <a:ext cx="5808000" cy="1333800"/>
          </a:xfrm>
          <a:prstGeom prst="rect">
            <a:avLst/>
          </a:prstGeom>
          <a:noFill/>
          <a:ln>
            <a:noFill/>
          </a:ln>
        </p:spPr>
        <p:txBody>
          <a:bodyPr anchorCtr="0" anchor="t" bIns="0" lIns="0" spcFirstLastPara="1" rIns="0" wrap="square" tIns="0">
            <a:spAutoFit/>
          </a:bodyPr>
          <a:lstStyle/>
          <a:p>
            <a:pPr indent="-374599" lvl="0" marL="609498" rtl="0" algn="l">
              <a:spcBef>
                <a:spcPts val="0"/>
              </a:spcBef>
              <a:spcAft>
                <a:spcPts val="0"/>
              </a:spcAft>
              <a:buClr>
                <a:schemeClr val="dk1"/>
              </a:buClr>
              <a:buSzPts val="1100"/>
              <a:buFont typeface="Proxima Nova"/>
              <a:buChar char="●"/>
            </a:pPr>
            <a:r>
              <a:rPr lang="en" sz="1733">
                <a:solidFill>
                  <a:schemeClr val="dk1"/>
                </a:solidFill>
                <a:latin typeface="Proxima Nova"/>
                <a:ea typeface="Proxima Nova"/>
                <a:cs typeface="Proxima Nova"/>
                <a:sym typeface="Proxima Nova"/>
              </a:rPr>
              <a:t>Data gets cleaned and transformed into a </a:t>
            </a:r>
            <a:endParaRPr sz="1733">
              <a:solidFill>
                <a:schemeClr val="dk1"/>
              </a:solidFill>
              <a:latin typeface="Proxima Nova"/>
              <a:ea typeface="Proxima Nova"/>
              <a:cs typeface="Proxima Nova"/>
              <a:sym typeface="Proxima Nova"/>
            </a:endParaRPr>
          </a:p>
          <a:p>
            <a:pPr indent="0" lvl="0" marL="609498" rtl="0" algn="l">
              <a:spcBef>
                <a:spcPts val="0"/>
              </a:spcBef>
              <a:spcAft>
                <a:spcPts val="0"/>
              </a:spcAft>
              <a:buNone/>
            </a:pPr>
            <a:r>
              <a:rPr lang="en" sz="1733">
                <a:solidFill>
                  <a:schemeClr val="dk1"/>
                </a:solidFill>
                <a:latin typeface="Proxima Nova"/>
                <a:ea typeface="Proxima Nova"/>
                <a:cs typeface="Proxima Nova"/>
                <a:sym typeface="Proxima Nova"/>
              </a:rPr>
              <a:t>ML-friendly format</a:t>
            </a:r>
            <a:endParaRPr sz="1733">
              <a:solidFill>
                <a:schemeClr val="dk1"/>
              </a:solidFill>
              <a:latin typeface="Proxima Nova"/>
              <a:ea typeface="Proxima Nova"/>
              <a:cs typeface="Proxima Nova"/>
              <a:sym typeface="Proxima Nova"/>
            </a:endParaRPr>
          </a:p>
          <a:p>
            <a:pPr indent="-374599" lvl="0" marL="609498" rtl="0" algn="l">
              <a:spcBef>
                <a:spcPts val="0"/>
              </a:spcBef>
              <a:spcAft>
                <a:spcPts val="0"/>
              </a:spcAft>
              <a:buClr>
                <a:schemeClr val="dk1"/>
              </a:buClr>
              <a:buSzPts val="1100"/>
              <a:buFont typeface="Proxima Nova"/>
              <a:buChar char="●"/>
            </a:pPr>
            <a:r>
              <a:rPr lang="en" sz="1733">
                <a:solidFill>
                  <a:schemeClr val="dk1"/>
                </a:solidFill>
                <a:latin typeface="Proxima Nova"/>
                <a:ea typeface="Proxima Nova"/>
                <a:cs typeface="Proxima Nova"/>
                <a:sym typeface="Proxima Nova"/>
              </a:rPr>
              <a:t>Common data prep tools include</a:t>
            </a:r>
            <a:endParaRPr sz="1733">
              <a:solidFill>
                <a:schemeClr val="dk1"/>
              </a:solidFill>
              <a:latin typeface="Proxima Nova"/>
              <a:ea typeface="Proxima Nova"/>
              <a:cs typeface="Proxima Nova"/>
              <a:sym typeface="Proxima Nova"/>
            </a:endParaRPr>
          </a:p>
          <a:p>
            <a:pPr indent="-374599" lvl="1" marL="1218997" rtl="0" algn="l">
              <a:spcBef>
                <a:spcPts val="0"/>
              </a:spcBef>
              <a:spcAft>
                <a:spcPts val="0"/>
              </a:spcAft>
              <a:buClr>
                <a:schemeClr val="dk1"/>
              </a:buClr>
              <a:buSzPts val="1100"/>
              <a:buFont typeface="Proxima Nova"/>
              <a:buChar char="○"/>
            </a:pPr>
            <a:r>
              <a:rPr lang="en" sz="1733">
                <a:solidFill>
                  <a:schemeClr val="dk1"/>
                </a:solidFill>
                <a:latin typeface="Proxima Nova"/>
                <a:ea typeface="Proxima Nova"/>
                <a:cs typeface="Proxima Nova"/>
                <a:sym typeface="Proxima Nova"/>
              </a:rPr>
              <a:t>Excel, SQL, Python</a:t>
            </a:r>
            <a:endParaRPr sz="1733">
              <a:solidFill>
                <a:schemeClr val="dk1"/>
              </a:solidFill>
              <a:latin typeface="Proxima Nova"/>
              <a:ea typeface="Proxima Nova"/>
              <a:cs typeface="Proxima Nova"/>
              <a:sym typeface="Proxima Nova"/>
            </a:endParaRPr>
          </a:p>
          <a:p>
            <a:pPr indent="-374599" lvl="1" marL="1218997" rtl="0" algn="l">
              <a:spcBef>
                <a:spcPts val="0"/>
              </a:spcBef>
              <a:spcAft>
                <a:spcPts val="0"/>
              </a:spcAft>
              <a:buClr>
                <a:schemeClr val="dk1"/>
              </a:buClr>
              <a:buSzPts val="1100"/>
              <a:buFont typeface="Proxima Nova"/>
              <a:buChar char="○"/>
            </a:pPr>
            <a:r>
              <a:rPr lang="en" sz="1733">
                <a:solidFill>
                  <a:schemeClr val="dk1"/>
                </a:solidFill>
                <a:latin typeface="Proxima Nova"/>
                <a:ea typeface="Proxima Nova"/>
                <a:cs typeface="Proxima Nova"/>
                <a:sym typeface="Proxima Nova"/>
              </a:rPr>
              <a:t>No-Code data prep tool such as Sagemaker</a:t>
            </a:r>
            <a:endParaRPr sz="1733">
              <a:latin typeface="Proxima Nova"/>
              <a:ea typeface="Proxima Nova"/>
              <a:cs typeface="Proxima Nova"/>
              <a:sym typeface="Proxima Nov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9" name="Shape 1489"/>
        <p:cNvGrpSpPr/>
        <p:nvPr/>
      </p:nvGrpSpPr>
      <p:grpSpPr>
        <a:xfrm>
          <a:off x="0" y="0"/>
          <a:ext cx="0" cy="0"/>
          <a:chOff x="0" y="0"/>
          <a:chExt cx="0" cy="0"/>
        </a:xfrm>
      </p:grpSpPr>
      <p:pic>
        <p:nvPicPr>
          <p:cNvPr id="1490" name="Google Shape;1490;p52"/>
          <p:cNvPicPr preferRelativeResize="0"/>
          <p:nvPr/>
        </p:nvPicPr>
        <p:blipFill rotWithShape="1">
          <a:blip r:embed="rId3">
            <a:alphaModFix/>
          </a:blip>
          <a:srcRect b="0" l="0" r="0" t="0"/>
          <a:stretch/>
        </p:blipFill>
        <p:spPr>
          <a:xfrm>
            <a:off x="820463" y="3662597"/>
            <a:ext cx="3823144" cy="2551974"/>
          </a:xfrm>
          <a:prstGeom prst="rect">
            <a:avLst/>
          </a:prstGeom>
          <a:noFill/>
          <a:ln>
            <a:noFill/>
          </a:ln>
        </p:spPr>
      </p:pic>
      <p:sp>
        <p:nvSpPr>
          <p:cNvPr id="1491" name="Google Shape;1491;p52"/>
          <p:cNvSpPr/>
          <p:nvPr/>
        </p:nvSpPr>
        <p:spPr>
          <a:xfrm>
            <a:off x="685747" y="2326633"/>
            <a:ext cx="858900" cy="413100"/>
          </a:xfrm>
          <a:prstGeom prst="roundRect">
            <a:avLst>
              <a:gd fmla="val 16667" name="adj"/>
            </a:avLst>
          </a:prstGeom>
          <a:noFill/>
          <a:ln cap="flat" cmpd="sng" w="127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92" name="Google Shape;1492;p52"/>
          <p:cNvSpPr txBox="1"/>
          <p:nvPr/>
        </p:nvSpPr>
        <p:spPr>
          <a:xfrm>
            <a:off x="685747"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Plant</a:t>
            </a:r>
            <a:endParaRPr b="1" i="0" sz="1466" u="none" cap="none" strike="noStrike">
              <a:solidFill>
                <a:srgbClr val="000000"/>
              </a:solidFill>
              <a:latin typeface="Proxima Nova"/>
              <a:ea typeface="Proxima Nova"/>
              <a:cs typeface="Proxima Nova"/>
              <a:sym typeface="Proxima Nova"/>
            </a:endParaRPr>
          </a:p>
        </p:txBody>
      </p:sp>
      <p:sp>
        <p:nvSpPr>
          <p:cNvPr id="1493" name="Google Shape;1493;p52"/>
          <p:cNvSpPr/>
          <p:nvPr/>
        </p:nvSpPr>
        <p:spPr>
          <a:xfrm>
            <a:off x="1906491" y="2326633"/>
            <a:ext cx="858900" cy="413100"/>
          </a:xfrm>
          <a:prstGeom prst="roundRect">
            <a:avLst>
              <a:gd fmla="val 16667" name="adj"/>
            </a:avLst>
          </a:prstGeom>
          <a:noFill/>
          <a:ln cap="flat" cmpd="sng" w="12700">
            <a:solidFill>
              <a:srgbClr val="0BAC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94" name="Google Shape;1494;p52"/>
          <p:cNvSpPr txBox="1"/>
          <p:nvPr/>
        </p:nvSpPr>
        <p:spPr>
          <a:xfrm>
            <a:off x="1906508"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Harvest</a:t>
            </a:r>
            <a:endParaRPr b="1" i="0" sz="1466" u="none" cap="none" strike="noStrike">
              <a:solidFill>
                <a:srgbClr val="000000"/>
              </a:solidFill>
              <a:latin typeface="Proxima Nova"/>
              <a:ea typeface="Proxima Nova"/>
              <a:cs typeface="Proxima Nova"/>
              <a:sym typeface="Proxima Nova"/>
            </a:endParaRPr>
          </a:p>
        </p:txBody>
      </p:sp>
      <p:sp>
        <p:nvSpPr>
          <p:cNvPr id="1495" name="Google Shape;1495;p52"/>
          <p:cNvSpPr/>
          <p:nvPr/>
        </p:nvSpPr>
        <p:spPr>
          <a:xfrm>
            <a:off x="3127236" y="2326633"/>
            <a:ext cx="858900" cy="413100"/>
          </a:xfrm>
          <a:prstGeom prst="roundRect">
            <a:avLst>
              <a:gd fmla="val 16667" name="adj"/>
            </a:avLst>
          </a:prstGeom>
          <a:noFill/>
          <a:ln cap="flat" cmpd="sng" w="12700">
            <a:solidFill>
              <a:srgbClr val="FD806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96" name="Google Shape;1496;p52"/>
          <p:cNvSpPr txBox="1"/>
          <p:nvPr/>
        </p:nvSpPr>
        <p:spPr>
          <a:xfrm>
            <a:off x="3127236" y="2312501"/>
            <a:ext cx="858900" cy="410400"/>
          </a:xfrm>
          <a:prstGeom prst="rect">
            <a:avLst/>
          </a:prstGeom>
          <a:solidFill>
            <a:srgbClr val="FD8060">
              <a:alpha val="27450"/>
            </a:srgbClr>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Process</a:t>
            </a:r>
            <a:endParaRPr b="1" i="0" sz="1466" u="none" cap="none" strike="noStrike">
              <a:solidFill>
                <a:srgbClr val="000000"/>
              </a:solidFill>
              <a:latin typeface="Proxima Nova"/>
              <a:ea typeface="Proxima Nova"/>
              <a:cs typeface="Proxima Nova"/>
              <a:sym typeface="Proxima Nova"/>
            </a:endParaRPr>
          </a:p>
        </p:txBody>
      </p:sp>
      <p:sp>
        <p:nvSpPr>
          <p:cNvPr id="1497" name="Google Shape;1497;p52"/>
          <p:cNvSpPr/>
          <p:nvPr/>
        </p:nvSpPr>
        <p:spPr>
          <a:xfrm>
            <a:off x="4347980" y="2326633"/>
            <a:ext cx="858900" cy="413100"/>
          </a:xfrm>
          <a:prstGeom prst="roundRect">
            <a:avLst>
              <a:gd fmla="val 16667" name="adj"/>
            </a:avLst>
          </a:prstGeom>
          <a:solidFill>
            <a:srgbClr val="7030A0">
              <a:alpha val="32550"/>
            </a:srgbClr>
          </a:solidFill>
          <a:ln cap="flat" cmpd="sng" w="127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498" name="Google Shape;1498;p52"/>
          <p:cNvSpPr txBox="1"/>
          <p:nvPr/>
        </p:nvSpPr>
        <p:spPr>
          <a:xfrm>
            <a:off x="4347980"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Grading</a:t>
            </a:r>
            <a:endParaRPr b="1" i="0" sz="1466" u="none" cap="none" strike="noStrike">
              <a:solidFill>
                <a:srgbClr val="000000"/>
              </a:solidFill>
              <a:latin typeface="Proxima Nova"/>
              <a:ea typeface="Proxima Nova"/>
              <a:cs typeface="Proxima Nova"/>
              <a:sym typeface="Proxima Nova"/>
            </a:endParaRPr>
          </a:p>
        </p:txBody>
      </p:sp>
      <p:sp>
        <p:nvSpPr>
          <p:cNvPr id="1499" name="Google Shape;1499;p52"/>
          <p:cNvSpPr/>
          <p:nvPr/>
        </p:nvSpPr>
        <p:spPr>
          <a:xfrm>
            <a:off x="4347969" y="2966939"/>
            <a:ext cx="858900" cy="413100"/>
          </a:xfrm>
          <a:prstGeom prst="roundRect">
            <a:avLst>
              <a:gd fmla="val 16667" name="adj"/>
            </a:avLst>
          </a:prstGeom>
          <a:noFill/>
          <a:ln cap="flat" cmpd="sng" w="1270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00" name="Google Shape;1500;p52"/>
          <p:cNvSpPr txBox="1"/>
          <p:nvPr/>
        </p:nvSpPr>
        <p:spPr>
          <a:xfrm>
            <a:off x="4347969"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Roast</a:t>
            </a:r>
            <a:endParaRPr b="1" i="0" sz="1466" u="none" cap="none" strike="noStrike">
              <a:solidFill>
                <a:srgbClr val="000000"/>
              </a:solidFill>
              <a:latin typeface="Proxima Nova"/>
              <a:ea typeface="Proxima Nova"/>
              <a:cs typeface="Proxima Nova"/>
              <a:sym typeface="Proxima Nova"/>
            </a:endParaRPr>
          </a:p>
        </p:txBody>
      </p:sp>
      <p:cxnSp>
        <p:nvCxnSpPr>
          <p:cNvPr id="1501" name="Google Shape;1501;p52"/>
          <p:cNvCxnSpPr>
            <a:stCxn id="1492" idx="3"/>
            <a:endCxn id="1494" idx="1"/>
          </p:cNvCxnSpPr>
          <p:nvPr/>
        </p:nvCxnSpPr>
        <p:spPr>
          <a:xfrm>
            <a:off x="1544647" y="2517701"/>
            <a:ext cx="361800" cy="0"/>
          </a:xfrm>
          <a:prstGeom prst="straightConnector1">
            <a:avLst/>
          </a:prstGeom>
          <a:noFill/>
          <a:ln cap="flat" cmpd="sng" w="12700">
            <a:solidFill>
              <a:srgbClr val="7F7F7F"/>
            </a:solidFill>
            <a:prstDash val="solid"/>
            <a:round/>
            <a:headEnd len="sm" w="sm" type="none"/>
            <a:tailEnd len="med" w="med" type="triangle"/>
          </a:ln>
        </p:spPr>
      </p:cxnSp>
      <p:cxnSp>
        <p:nvCxnSpPr>
          <p:cNvPr id="1502" name="Google Shape;1502;p52"/>
          <p:cNvCxnSpPr>
            <a:stCxn id="1494" idx="3"/>
            <a:endCxn id="1496" idx="1"/>
          </p:cNvCxnSpPr>
          <p:nvPr/>
        </p:nvCxnSpPr>
        <p:spPr>
          <a:xfrm>
            <a:off x="2765408" y="2517701"/>
            <a:ext cx="361800" cy="0"/>
          </a:xfrm>
          <a:prstGeom prst="straightConnector1">
            <a:avLst/>
          </a:prstGeom>
          <a:noFill/>
          <a:ln cap="flat" cmpd="sng" w="12700">
            <a:solidFill>
              <a:srgbClr val="7F7F7F"/>
            </a:solidFill>
            <a:prstDash val="solid"/>
            <a:round/>
            <a:headEnd len="sm" w="sm" type="none"/>
            <a:tailEnd len="med" w="med" type="triangle"/>
          </a:ln>
        </p:spPr>
      </p:cxnSp>
      <p:cxnSp>
        <p:nvCxnSpPr>
          <p:cNvPr id="1503" name="Google Shape;1503;p52"/>
          <p:cNvCxnSpPr>
            <a:stCxn id="1496" idx="3"/>
            <a:endCxn id="1498" idx="1"/>
          </p:cNvCxnSpPr>
          <p:nvPr/>
        </p:nvCxnSpPr>
        <p:spPr>
          <a:xfrm>
            <a:off x="3986136" y="2517701"/>
            <a:ext cx="361800" cy="0"/>
          </a:xfrm>
          <a:prstGeom prst="straightConnector1">
            <a:avLst/>
          </a:prstGeom>
          <a:noFill/>
          <a:ln cap="flat" cmpd="sng" w="12700">
            <a:solidFill>
              <a:srgbClr val="7F7F7F"/>
            </a:solidFill>
            <a:prstDash val="solid"/>
            <a:round/>
            <a:headEnd len="sm" w="sm" type="none"/>
            <a:tailEnd len="med" w="med" type="triangle"/>
          </a:ln>
        </p:spPr>
      </p:cxnSp>
      <p:sp>
        <p:nvSpPr>
          <p:cNvPr id="1504" name="Google Shape;1504;p52"/>
          <p:cNvSpPr/>
          <p:nvPr/>
        </p:nvSpPr>
        <p:spPr>
          <a:xfrm>
            <a:off x="3127225" y="2966939"/>
            <a:ext cx="858900" cy="413100"/>
          </a:xfrm>
          <a:prstGeom prst="roundRect">
            <a:avLst>
              <a:gd fmla="val 16667" name="adj"/>
            </a:avLst>
          </a:prstGeom>
          <a:noFill/>
          <a:ln cap="flat" cmpd="sng" w="127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05" name="Google Shape;1505;p52"/>
          <p:cNvSpPr txBox="1"/>
          <p:nvPr/>
        </p:nvSpPr>
        <p:spPr>
          <a:xfrm>
            <a:off x="3127225"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Grind</a:t>
            </a:r>
            <a:endParaRPr b="1" i="0" sz="1466" u="none" cap="none" strike="noStrike">
              <a:solidFill>
                <a:srgbClr val="000000"/>
              </a:solidFill>
              <a:latin typeface="Proxima Nova"/>
              <a:ea typeface="Proxima Nova"/>
              <a:cs typeface="Proxima Nova"/>
              <a:sym typeface="Proxima Nova"/>
            </a:endParaRPr>
          </a:p>
        </p:txBody>
      </p:sp>
      <p:cxnSp>
        <p:nvCxnSpPr>
          <p:cNvPr id="1506" name="Google Shape;1506;p52"/>
          <p:cNvCxnSpPr>
            <a:stCxn id="1500" idx="1"/>
            <a:endCxn id="1505" idx="3"/>
          </p:cNvCxnSpPr>
          <p:nvPr/>
        </p:nvCxnSpPr>
        <p:spPr>
          <a:xfrm rot="10800000">
            <a:off x="3986169"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507" name="Google Shape;1507;p52"/>
          <p:cNvSpPr/>
          <p:nvPr/>
        </p:nvSpPr>
        <p:spPr>
          <a:xfrm>
            <a:off x="1906482" y="2966939"/>
            <a:ext cx="858900" cy="413100"/>
          </a:xfrm>
          <a:prstGeom prst="roundRect">
            <a:avLst>
              <a:gd fmla="val 16667" name="adj"/>
            </a:avLst>
          </a:prstGeom>
          <a:noFill/>
          <a:ln cap="flat" cmpd="sng" w="127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08" name="Google Shape;1508;p52"/>
          <p:cNvSpPr txBox="1"/>
          <p:nvPr/>
        </p:nvSpPr>
        <p:spPr>
          <a:xfrm>
            <a:off x="1906482"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Brew</a:t>
            </a:r>
            <a:endParaRPr b="1" i="0" sz="1466" u="none" cap="none" strike="noStrike">
              <a:solidFill>
                <a:srgbClr val="000000"/>
              </a:solidFill>
              <a:latin typeface="Proxima Nova"/>
              <a:ea typeface="Proxima Nova"/>
              <a:cs typeface="Proxima Nova"/>
              <a:sym typeface="Proxima Nova"/>
            </a:endParaRPr>
          </a:p>
        </p:txBody>
      </p:sp>
      <p:cxnSp>
        <p:nvCxnSpPr>
          <p:cNvPr id="1509" name="Google Shape;1509;p52"/>
          <p:cNvCxnSpPr>
            <a:stCxn id="1505" idx="1"/>
            <a:endCxn id="1508" idx="3"/>
          </p:cNvCxnSpPr>
          <p:nvPr/>
        </p:nvCxnSpPr>
        <p:spPr>
          <a:xfrm rot="10800000">
            <a:off x="2765425"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510" name="Google Shape;1510;p52"/>
          <p:cNvSpPr/>
          <p:nvPr/>
        </p:nvSpPr>
        <p:spPr>
          <a:xfrm>
            <a:off x="685628" y="2966939"/>
            <a:ext cx="858900" cy="413100"/>
          </a:xfrm>
          <a:prstGeom prst="roundRect">
            <a:avLst>
              <a:gd fmla="val 16667" name="adj"/>
            </a:avLst>
          </a:prstGeom>
          <a:noFill/>
          <a:ln cap="flat" cmpd="sng" w="127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11" name="Google Shape;1511;p52"/>
          <p:cNvSpPr txBox="1"/>
          <p:nvPr/>
        </p:nvSpPr>
        <p:spPr>
          <a:xfrm>
            <a:off x="685628"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Latte</a:t>
            </a:r>
            <a:endParaRPr b="1" i="0" sz="1466" u="none" cap="none" strike="noStrike">
              <a:solidFill>
                <a:srgbClr val="000000"/>
              </a:solidFill>
              <a:latin typeface="Proxima Nova"/>
              <a:ea typeface="Proxima Nova"/>
              <a:cs typeface="Proxima Nova"/>
              <a:sym typeface="Proxima Nova"/>
            </a:endParaRPr>
          </a:p>
        </p:txBody>
      </p:sp>
      <p:cxnSp>
        <p:nvCxnSpPr>
          <p:cNvPr id="1512" name="Google Shape;1512;p52"/>
          <p:cNvCxnSpPr>
            <a:endCxn id="1511" idx="3"/>
          </p:cNvCxnSpPr>
          <p:nvPr/>
        </p:nvCxnSpPr>
        <p:spPr>
          <a:xfrm rot="10800000">
            <a:off x="1544528" y="3158008"/>
            <a:ext cx="361800" cy="0"/>
          </a:xfrm>
          <a:prstGeom prst="straightConnector1">
            <a:avLst/>
          </a:prstGeom>
          <a:noFill/>
          <a:ln cap="flat" cmpd="sng" w="12700">
            <a:solidFill>
              <a:srgbClr val="7F7F7F"/>
            </a:solidFill>
            <a:prstDash val="solid"/>
            <a:round/>
            <a:headEnd len="sm" w="sm" type="none"/>
            <a:tailEnd len="med" w="med" type="triangle"/>
          </a:ln>
        </p:spPr>
      </p:cxnSp>
      <p:pic>
        <p:nvPicPr>
          <p:cNvPr id="1513" name="Google Shape;1513;p52"/>
          <p:cNvPicPr preferRelativeResize="0"/>
          <p:nvPr/>
        </p:nvPicPr>
        <p:blipFill rotWithShape="1">
          <a:blip r:embed="rId4">
            <a:alphaModFix/>
          </a:blip>
          <a:srcRect b="0" l="0" r="0" t="0"/>
          <a:stretch/>
        </p:blipFill>
        <p:spPr>
          <a:xfrm>
            <a:off x="6346959" y="3662601"/>
            <a:ext cx="2374635" cy="1496445"/>
          </a:xfrm>
          <a:prstGeom prst="rect">
            <a:avLst/>
          </a:prstGeom>
          <a:noFill/>
          <a:ln cap="flat" cmpd="sng" w="11050">
            <a:solidFill>
              <a:srgbClr val="7F7F7F"/>
            </a:solidFill>
            <a:prstDash val="solid"/>
            <a:round/>
            <a:headEnd len="sm" w="sm" type="none"/>
            <a:tailEnd len="sm" w="sm" type="none"/>
          </a:ln>
        </p:spPr>
      </p:pic>
      <p:pic>
        <p:nvPicPr>
          <p:cNvPr id="1514" name="Google Shape;1514;p52"/>
          <p:cNvPicPr preferRelativeResize="0"/>
          <p:nvPr/>
        </p:nvPicPr>
        <p:blipFill rotWithShape="1">
          <a:blip r:embed="rId5">
            <a:alphaModFix/>
          </a:blip>
          <a:srcRect b="0" l="0" r="0" t="0"/>
          <a:stretch/>
        </p:blipFill>
        <p:spPr>
          <a:xfrm>
            <a:off x="8881932" y="3662601"/>
            <a:ext cx="2401443" cy="1496444"/>
          </a:xfrm>
          <a:prstGeom prst="rect">
            <a:avLst/>
          </a:prstGeom>
          <a:noFill/>
          <a:ln cap="flat" cmpd="sng" w="11050">
            <a:solidFill>
              <a:srgbClr val="7F7F7F"/>
            </a:solidFill>
            <a:prstDash val="solid"/>
            <a:round/>
            <a:headEnd len="sm" w="sm" type="none"/>
            <a:tailEnd len="sm" w="sm" type="none"/>
          </a:ln>
        </p:spPr>
      </p:pic>
      <p:pic>
        <p:nvPicPr>
          <p:cNvPr id="1515" name="Google Shape;1515;p52"/>
          <p:cNvPicPr preferRelativeResize="0"/>
          <p:nvPr/>
        </p:nvPicPr>
        <p:blipFill rotWithShape="1">
          <a:blip r:embed="rId6">
            <a:alphaModFix/>
          </a:blip>
          <a:srcRect b="0" l="0" r="0" t="0"/>
          <a:stretch/>
        </p:blipFill>
        <p:spPr>
          <a:xfrm>
            <a:off x="6346960" y="5219757"/>
            <a:ext cx="2374629" cy="1496444"/>
          </a:xfrm>
          <a:prstGeom prst="rect">
            <a:avLst/>
          </a:prstGeom>
          <a:noFill/>
          <a:ln cap="flat" cmpd="sng" w="11050">
            <a:solidFill>
              <a:srgbClr val="7F7F7F"/>
            </a:solidFill>
            <a:prstDash val="solid"/>
            <a:round/>
            <a:headEnd len="sm" w="sm" type="none"/>
            <a:tailEnd len="sm" w="sm" type="none"/>
          </a:ln>
        </p:spPr>
      </p:pic>
      <p:pic>
        <p:nvPicPr>
          <p:cNvPr id="1516" name="Google Shape;1516;p52"/>
          <p:cNvPicPr preferRelativeResize="0"/>
          <p:nvPr/>
        </p:nvPicPr>
        <p:blipFill rotWithShape="1">
          <a:blip r:embed="rId7">
            <a:alphaModFix/>
          </a:blip>
          <a:srcRect b="0" l="0" r="0" t="0"/>
          <a:stretch/>
        </p:blipFill>
        <p:spPr>
          <a:xfrm>
            <a:off x="8897276" y="5215520"/>
            <a:ext cx="2374632" cy="1490124"/>
          </a:xfrm>
          <a:prstGeom prst="rect">
            <a:avLst/>
          </a:prstGeom>
          <a:noFill/>
          <a:ln cap="flat" cmpd="sng" w="11050">
            <a:solidFill>
              <a:srgbClr val="7F7F7F"/>
            </a:solidFill>
            <a:prstDash val="solid"/>
            <a:round/>
            <a:headEnd len="sm" w="sm" type="none"/>
            <a:tailEnd len="sm" w="sm" type="none"/>
          </a:ln>
        </p:spPr>
      </p:pic>
      <p:sp>
        <p:nvSpPr>
          <p:cNvPr id="1517" name="Google Shape;1517;p52"/>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Data Exploration</a:t>
            </a:r>
            <a:endParaRPr sz="2800">
              <a:solidFill>
                <a:schemeClr val="accent6"/>
              </a:solidFill>
            </a:endParaRPr>
          </a:p>
        </p:txBody>
      </p:sp>
      <p:sp>
        <p:nvSpPr>
          <p:cNvPr id="1518" name="Google Shape;1518;p52"/>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519" name="Google Shape;1519;p52"/>
          <p:cNvSpPr txBox="1"/>
          <p:nvPr/>
        </p:nvSpPr>
        <p:spPr>
          <a:xfrm>
            <a:off x="5930875" y="2439275"/>
            <a:ext cx="5808000" cy="1067100"/>
          </a:xfrm>
          <a:prstGeom prst="rect">
            <a:avLst/>
          </a:prstGeom>
          <a:noFill/>
          <a:ln>
            <a:noFill/>
          </a:ln>
        </p:spPr>
        <p:txBody>
          <a:bodyPr anchorCtr="0" anchor="t" bIns="0" lIns="0" spcFirstLastPara="1" rIns="0" wrap="square" tIns="0">
            <a:spAutoFit/>
          </a:bodyPr>
          <a:lstStyle/>
          <a:p>
            <a:pPr indent="-374599" lvl="0" marL="609498" rtl="0" algn="l">
              <a:lnSpc>
                <a:spcPct val="100000"/>
              </a:lnSpc>
              <a:spcBef>
                <a:spcPts val="0"/>
              </a:spcBef>
              <a:spcAft>
                <a:spcPts val="0"/>
              </a:spcAft>
              <a:buClr>
                <a:schemeClr val="accent6"/>
              </a:buClr>
              <a:buSzPts val="1100"/>
              <a:buFont typeface="Proxima Nova"/>
              <a:buChar char="●"/>
            </a:pPr>
            <a:r>
              <a:rPr lang="en" sz="1733">
                <a:solidFill>
                  <a:schemeClr val="accent6"/>
                </a:solidFill>
                <a:latin typeface="Proxima Nova"/>
                <a:ea typeface="Proxima Nova"/>
                <a:cs typeface="Proxima Nova"/>
                <a:sym typeface="Proxima Nova"/>
              </a:rPr>
              <a:t>Data visualization and exploration is a key step to understand about the data problems</a:t>
            </a:r>
            <a:endParaRPr sz="1733">
              <a:solidFill>
                <a:schemeClr val="accent6"/>
              </a:solidFill>
              <a:latin typeface="Proxima Nova"/>
              <a:ea typeface="Proxima Nova"/>
              <a:cs typeface="Proxima Nova"/>
              <a:sym typeface="Proxima Nova"/>
            </a:endParaRPr>
          </a:p>
          <a:p>
            <a:pPr indent="-374599" lvl="0" marL="609498" rtl="0" algn="l">
              <a:lnSpc>
                <a:spcPct val="100000"/>
              </a:lnSpc>
              <a:spcBef>
                <a:spcPts val="0"/>
              </a:spcBef>
              <a:spcAft>
                <a:spcPts val="0"/>
              </a:spcAft>
              <a:buClr>
                <a:schemeClr val="accent6"/>
              </a:buClr>
              <a:buSzPts val="1100"/>
              <a:buFont typeface="Proxima Nova"/>
              <a:buChar char="●"/>
            </a:pPr>
            <a:r>
              <a:rPr lang="en" sz="1733">
                <a:solidFill>
                  <a:schemeClr val="accent6"/>
                </a:solidFill>
                <a:latin typeface="Proxima Nova"/>
                <a:ea typeface="Proxima Nova"/>
                <a:cs typeface="Proxima Nova"/>
                <a:sym typeface="Proxima Nova"/>
              </a:rPr>
              <a:t>Tools include: Excel, Tableau, PowerBI, SageMaker, Python</a:t>
            </a:r>
            <a:endParaRPr sz="1733">
              <a:solidFill>
                <a:schemeClr val="accent6"/>
              </a:solidFill>
              <a:latin typeface="Proxima Nova"/>
              <a:ea typeface="Proxima Nova"/>
              <a:cs typeface="Proxima Nova"/>
              <a:sym typeface="Proxima Nova"/>
            </a:endParaRPr>
          </a:p>
        </p:txBody>
      </p:sp>
      <p:sp>
        <p:nvSpPr>
          <p:cNvPr id="1520" name="Google Shape;1520;p52"/>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521" name="Google Shape;1521;p52"/>
          <p:cNvSpPr/>
          <p:nvPr/>
        </p:nvSpPr>
        <p:spPr>
          <a:xfrm>
            <a:off x="9993875" y="749772"/>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Data Exploration</a:t>
            </a:r>
            <a:endParaRPr b="1" i="0" sz="1500" u="none" cap="none" strike="noStrike">
              <a:solidFill>
                <a:srgbClr val="FFFFFF"/>
              </a:solidFill>
              <a:latin typeface="Proxima Nova"/>
              <a:ea typeface="Proxima Nova"/>
              <a:cs typeface="Proxima Nova"/>
              <a:sym typeface="Proxima Nova"/>
            </a:endParaRPr>
          </a:p>
        </p:txBody>
      </p:sp>
      <p:sp>
        <p:nvSpPr>
          <p:cNvPr id="1522" name="Google Shape;1522;p52"/>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523" name="Google Shape;1523;p52"/>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524" name="Google Shape;1524;p52"/>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
        <p:nvSpPr>
          <p:cNvPr id="1525" name="Google Shape;1525;p52"/>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526" name="Google Shape;1526;p52"/>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527" name="Google Shape;1527;p52"/>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1" name="Shape 1531"/>
        <p:cNvGrpSpPr/>
        <p:nvPr/>
      </p:nvGrpSpPr>
      <p:grpSpPr>
        <a:xfrm>
          <a:off x="0" y="0"/>
          <a:ext cx="0" cy="0"/>
          <a:chOff x="0" y="0"/>
          <a:chExt cx="0" cy="0"/>
        </a:xfrm>
      </p:grpSpPr>
      <p:pic>
        <p:nvPicPr>
          <p:cNvPr id="1532" name="Google Shape;1532;p53"/>
          <p:cNvPicPr preferRelativeResize="0"/>
          <p:nvPr/>
        </p:nvPicPr>
        <p:blipFill rotWithShape="1">
          <a:blip r:embed="rId3">
            <a:alphaModFix/>
          </a:blip>
          <a:srcRect b="0" l="0" r="0" t="0"/>
          <a:stretch/>
        </p:blipFill>
        <p:spPr>
          <a:xfrm>
            <a:off x="820463" y="3894764"/>
            <a:ext cx="3823144" cy="2547180"/>
          </a:xfrm>
          <a:prstGeom prst="rect">
            <a:avLst/>
          </a:prstGeom>
          <a:noFill/>
          <a:ln>
            <a:noFill/>
          </a:ln>
        </p:spPr>
      </p:pic>
      <p:sp>
        <p:nvSpPr>
          <p:cNvPr id="1533" name="Google Shape;1533;p53"/>
          <p:cNvSpPr/>
          <p:nvPr/>
        </p:nvSpPr>
        <p:spPr>
          <a:xfrm>
            <a:off x="685747" y="2326633"/>
            <a:ext cx="858900" cy="413100"/>
          </a:xfrm>
          <a:prstGeom prst="roundRect">
            <a:avLst>
              <a:gd fmla="val 16667" name="adj"/>
            </a:avLst>
          </a:prstGeom>
          <a:noFill/>
          <a:ln cap="flat" cmpd="sng" w="127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34" name="Google Shape;1534;p53"/>
          <p:cNvSpPr txBox="1"/>
          <p:nvPr/>
        </p:nvSpPr>
        <p:spPr>
          <a:xfrm>
            <a:off x="685747"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Plant</a:t>
            </a:r>
            <a:endParaRPr b="1" i="0" sz="1466" u="none" cap="none" strike="noStrike">
              <a:solidFill>
                <a:srgbClr val="000000"/>
              </a:solidFill>
              <a:latin typeface="Proxima Nova"/>
              <a:ea typeface="Proxima Nova"/>
              <a:cs typeface="Proxima Nova"/>
              <a:sym typeface="Proxima Nova"/>
            </a:endParaRPr>
          </a:p>
        </p:txBody>
      </p:sp>
      <p:sp>
        <p:nvSpPr>
          <p:cNvPr id="1535" name="Google Shape;1535;p53"/>
          <p:cNvSpPr/>
          <p:nvPr/>
        </p:nvSpPr>
        <p:spPr>
          <a:xfrm>
            <a:off x="1906491" y="2326633"/>
            <a:ext cx="858900" cy="413100"/>
          </a:xfrm>
          <a:prstGeom prst="roundRect">
            <a:avLst>
              <a:gd fmla="val 16667" name="adj"/>
            </a:avLst>
          </a:prstGeom>
          <a:noFill/>
          <a:ln cap="flat" cmpd="sng" w="12700">
            <a:solidFill>
              <a:srgbClr val="0BAC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36" name="Google Shape;1536;p53"/>
          <p:cNvSpPr txBox="1"/>
          <p:nvPr/>
        </p:nvSpPr>
        <p:spPr>
          <a:xfrm>
            <a:off x="1906508"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Harvest</a:t>
            </a:r>
            <a:endParaRPr b="1" i="0" sz="1466" u="none" cap="none" strike="noStrike">
              <a:solidFill>
                <a:srgbClr val="000000"/>
              </a:solidFill>
              <a:latin typeface="Proxima Nova"/>
              <a:ea typeface="Proxima Nova"/>
              <a:cs typeface="Proxima Nova"/>
              <a:sym typeface="Proxima Nova"/>
            </a:endParaRPr>
          </a:p>
        </p:txBody>
      </p:sp>
      <p:sp>
        <p:nvSpPr>
          <p:cNvPr id="1537" name="Google Shape;1537;p53"/>
          <p:cNvSpPr/>
          <p:nvPr/>
        </p:nvSpPr>
        <p:spPr>
          <a:xfrm>
            <a:off x="3127236" y="2326633"/>
            <a:ext cx="858900" cy="413100"/>
          </a:xfrm>
          <a:prstGeom prst="roundRect">
            <a:avLst>
              <a:gd fmla="val 16667" name="adj"/>
            </a:avLst>
          </a:prstGeom>
          <a:noFill/>
          <a:ln cap="flat" cmpd="sng" w="12700">
            <a:solidFill>
              <a:srgbClr val="FD806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38" name="Google Shape;1538;p53"/>
          <p:cNvSpPr txBox="1"/>
          <p:nvPr/>
        </p:nvSpPr>
        <p:spPr>
          <a:xfrm>
            <a:off x="3127236"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Process</a:t>
            </a:r>
            <a:endParaRPr b="1" i="0" sz="1466" u="none" cap="none" strike="noStrike">
              <a:solidFill>
                <a:srgbClr val="000000"/>
              </a:solidFill>
              <a:latin typeface="Proxima Nova"/>
              <a:ea typeface="Proxima Nova"/>
              <a:cs typeface="Proxima Nova"/>
              <a:sym typeface="Proxima Nova"/>
            </a:endParaRPr>
          </a:p>
        </p:txBody>
      </p:sp>
      <p:sp>
        <p:nvSpPr>
          <p:cNvPr id="1539" name="Google Shape;1539;p53"/>
          <p:cNvSpPr/>
          <p:nvPr/>
        </p:nvSpPr>
        <p:spPr>
          <a:xfrm>
            <a:off x="4347980" y="2326633"/>
            <a:ext cx="858900" cy="413100"/>
          </a:xfrm>
          <a:prstGeom prst="roundRect">
            <a:avLst>
              <a:gd fmla="val 16667" name="adj"/>
            </a:avLst>
          </a:prstGeom>
          <a:noFill/>
          <a:ln cap="flat" cmpd="sng" w="127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40" name="Google Shape;1540;p53"/>
          <p:cNvSpPr txBox="1"/>
          <p:nvPr/>
        </p:nvSpPr>
        <p:spPr>
          <a:xfrm>
            <a:off x="4347980"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Grading</a:t>
            </a:r>
            <a:endParaRPr b="1" i="0" sz="1466" u="none" cap="none" strike="noStrike">
              <a:solidFill>
                <a:srgbClr val="000000"/>
              </a:solidFill>
              <a:latin typeface="Proxima Nova"/>
              <a:ea typeface="Proxima Nova"/>
              <a:cs typeface="Proxima Nova"/>
              <a:sym typeface="Proxima Nova"/>
            </a:endParaRPr>
          </a:p>
        </p:txBody>
      </p:sp>
      <p:sp>
        <p:nvSpPr>
          <p:cNvPr id="1541" name="Google Shape;1541;p53"/>
          <p:cNvSpPr/>
          <p:nvPr/>
        </p:nvSpPr>
        <p:spPr>
          <a:xfrm>
            <a:off x="4347969" y="2966939"/>
            <a:ext cx="858900" cy="413100"/>
          </a:xfrm>
          <a:prstGeom prst="roundRect">
            <a:avLst>
              <a:gd fmla="val 16667" name="adj"/>
            </a:avLst>
          </a:prstGeom>
          <a:solidFill>
            <a:srgbClr val="CC0000">
              <a:alpha val="28240"/>
            </a:srgbClr>
          </a:solidFill>
          <a:ln cap="flat" cmpd="sng" w="1270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42" name="Google Shape;1542;p53"/>
          <p:cNvSpPr txBox="1"/>
          <p:nvPr/>
        </p:nvSpPr>
        <p:spPr>
          <a:xfrm>
            <a:off x="4347969"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Roast</a:t>
            </a:r>
            <a:endParaRPr b="1" i="0" sz="1466" u="none" cap="none" strike="noStrike">
              <a:solidFill>
                <a:srgbClr val="000000"/>
              </a:solidFill>
              <a:latin typeface="Proxima Nova"/>
              <a:ea typeface="Proxima Nova"/>
              <a:cs typeface="Proxima Nova"/>
              <a:sym typeface="Proxima Nova"/>
            </a:endParaRPr>
          </a:p>
        </p:txBody>
      </p:sp>
      <p:cxnSp>
        <p:nvCxnSpPr>
          <p:cNvPr id="1543" name="Google Shape;1543;p53"/>
          <p:cNvCxnSpPr>
            <a:stCxn id="1534" idx="3"/>
            <a:endCxn id="1536" idx="1"/>
          </p:cNvCxnSpPr>
          <p:nvPr/>
        </p:nvCxnSpPr>
        <p:spPr>
          <a:xfrm>
            <a:off x="1544647" y="2517701"/>
            <a:ext cx="361800" cy="0"/>
          </a:xfrm>
          <a:prstGeom prst="straightConnector1">
            <a:avLst/>
          </a:prstGeom>
          <a:noFill/>
          <a:ln cap="flat" cmpd="sng" w="12700">
            <a:solidFill>
              <a:srgbClr val="7F7F7F"/>
            </a:solidFill>
            <a:prstDash val="solid"/>
            <a:round/>
            <a:headEnd len="sm" w="sm" type="none"/>
            <a:tailEnd len="med" w="med" type="triangle"/>
          </a:ln>
        </p:spPr>
      </p:cxnSp>
      <p:cxnSp>
        <p:nvCxnSpPr>
          <p:cNvPr id="1544" name="Google Shape;1544;p53"/>
          <p:cNvCxnSpPr>
            <a:stCxn id="1536" idx="3"/>
            <a:endCxn id="1538" idx="1"/>
          </p:cNvCxnSpPr>
          <p:nvPr/>
        </p:nvCxnSpPr>
        <p:spPr>
          <a:xfrm>
            <a:off x="2765408" y="2517701"/>
            <a:ext cx="361800" cy="0"/>
          </a:xfrm>
          <a:prstGeom prst="straightConnector1">
            <a:avLst/>
          </a:prstGeom>
          <a:noFill/>
          <a:ln cap="flat" cmpd="sng" w="12700">
            <a:solidFill>
              <a:srgbClr val="7F7F7F"/>
            </a:solidFill>
            <a:prstDash val="solid"/>
            <a:round/>
            <a:headEnd len="sm" w="sm" type="none"/>
            <a:tailEnd len="med" w="med" type="triangle"/>
          </a:ln>
        </p:spPr>
      </p:cxnSp>
      <p:cxnSp>
        <p:nvCxnSpPr>
          <p:cNvPr id="1545" name="Google Shape;1545;p53"/>
          <p:cNvCxnSpPr>
            <a:stCxn id="1538" idx="3"/>
            <a:endCxn id="1540" idx="1"/>
          </p:cNvCxnSpPr>
          <p:nvPr/>
        </p:nvCxnSpPr>
        <p:spPr>
          <a:xfrm>
            <a:off x="3986136" y="2517701"/>
            <a:ext cx="361800" cy="0"/>
          </a:xfrm>
          <a:prstGeom prst="straightConnector1">
            <a:avLst/>
          </a:prstGeom>
          <a:noFill/>
          <a:ln cap="flat" cmpd="sng" w="12700">
            <a:solidFill>
              <a:srgbClr val="7F7F7F"/>
            </a:solidFill>
            <a:prstDash val="solid"/>
            <a:round/>
            <a:headEnd len="sm" w="sm" type="none"/>
            <a:tailEnd len="med" w="med" type="triangle"/>
          </a:ln>
        </p:spPr>
      </p:cxnSp>
      <p:sp>
        <p:nvSpPr>
          <p:cNvPr id="1546" name="Google Shape;1546;p53"/>
          <p:cNvSpPr/>
          <p:nvPr/>
        </p:nvSpPr>
        <p:spPr>
          <a:xfrm>
            <a:off x="3127225" y="2966939"/>
            <a:ext cx="858900" cy="413100"/>
          </a:xfrm>
          <a:prstGeom prst="roundRect">
            <a:avLst>
              <a:gd fmla="val 16667" name="adj"/>
            </a:avLst>
          </a:prstGeom>
          <a:solidFill>
            <a:srgbClr val="A64D79">
              <a:alpha val="28240"/>
            </a:srgbClr>
          </a:solidFill>
          <a:ln cap="flat" cmpd="sng" w="127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47" name="Google Shape;1547;p53"/>
          <p:cNvSpPr txBox="1"/>
          <p:nvPr/>
        </p:nvSpPr>
        <p:spPr>
          <a:xfrm>
            <a:off x="3127225"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Grind</a:t>
            </a:r>
            <a:endParaRPr b="1" i="0" sz="1466" u="none" cap="none" strike="noStrike">
              <a:solidFill>
                <a:srgbClr val="000000"/>
              </a:solidFill>
              <a:latin typeface="Proxima Nova"/>
              <a:ea typeface="Proxima Nova"/>
              <a:cs typeface="Proxima Nova"/>
              <a:sym typeface="Proxima Nova"/>
            </a:endParaRPr>
          </a:p>
        </p:txBody>
      </p:sp>
      <p:cxnSp>
        <p:nvCxnSpPr>
          <p:cNvPr id="1548" name="Google Shape;1548;p53"/>
          <p:cNvCxnSpPr>
            <a:stCxn id="1542" idx="1"/>
            <a:endCxn id="1547" idx="3"/>
          </p:cNvCxnSpPr>
          <p:nvPr/>
        </p:nvCxnSpPr>
        <p:spPr>
          <a:xfrm rot="10800000">
            <a:off x="3986169"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549" name="Google Shape;1549;p53"/>
          <p:cNvSpPr/>
          <p:nvPr/>
        </p:nvSpPr>
        <p:spPr>
          <a:xfrm>
            <a:off x="1906482" y="2966939"/>
            <a:ext cx="858900" cy="413100"/>
          </a:xfrm>
          <a:prstGeom prst="roundRect">
            <a:avLst>
              <a:gd fmla="val 16667" name="adj"/>
            </a:avLst>
          </a:prstGeom>
          <a:noFill/>
          <a:ln cap="flat" cmpd="sng" w="127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50" name="Google Shape;1550;p53"/>
          <p:cNvSpPr txBox="1"/>
          <p:nvPr/>
        </p:nvSpPr>
        <p:spPr>
          <a:xfrm>
            <a:off x="1906482"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Brew</a:t>
            </a:r>
            <a:endParaRPr b="1" i="0" sz="1466" u="none" cap="none" strike="noStrike">
              <a:solidFill>
                <a:srgbClr val="000000"/>
              </a:solidFill>
              <a:latin typeface="Proxima Nova"/>
              <a:ea typeface="Proxima Nova"/>
              <a:cs typeface="Proxima Nova"/>
              <a:sym typeface="Proxima Nova"/>
            </a:endParaRPr>
          </a:p>
        </p:txBody>
      </p:sp>
      <p:cxnSp>
        <p:nvCxnSpPr>
          <p:cNvPr id="1551" name="Google Shape;1551;p53"/>
          <p:cNvCxnSpPr>
            <a:stCxn id="1547" idx="1"/>
            <a:endCxn id="1550" idx="3"/>
          </p:cNvCxnSpPr>
          <p:nvPr/>
        </p:nvCxnSpPr>
        <p:spPr>
          <a:xfrm rot="10800000">
            <a:off x="2765425"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552" name="Google Shape;1552;p53"/>
          <p:cNvSpPr/>
          <p:nvPr/>
        </p:nvSpPr>
        <p:spPr>
          <a:xfrm>
            <a:off x="685628" y="2966939"/>
            <a:ext cx="858900" cy="413100"/>
          </a:xfrm>
          <a:prstGeom prst="roundRect">
            <a:avLst>
              <a:gd fmla="val 16667" name="adj"/>
            </a:avLst>
          </a:prstGeom>
          <a:noFill/>
          <a:ln cap="flat" cmpd="sng" w="127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53" name="Google Shape;1553;p53"/>
          <p:cNvSpPr txBox="1"/>
          <p:nvPr/>
        </p:nvSpPr>
        <p:spPr>
          <a:xfrm>
            <a:off x="685628"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Latte</a:t>
            </a:r>
            <a:endParaRPr b="1" i="0" sz="1466" u="none" cap="none" strike="noStrike">
              <a:solidFill>
                <a:srgbClr val="000000"/>
              </a:solidFill>
              <a:latin typeface="Proxima Nova"/>
              <a:ea typeface="Proxima Nova"/>
              <a:cs typeface="Proxima Nova"/>
              <a:sym typeface="Proxima Nova"/>
            </a:endParaRPr>
          </a:p>
        </p:txBody>
      </p:sp>
      <p:cxnSp>
        <p:nvCxnSpPr>
          <p:cNvPr id="1554" name="Google Shape;1554;p53"/>
          <p:cNvCxnSpPr>
            <a:endCxn id="1553" idx="3"/>
          </p:cNvCxnSpPr>
          <p:nvPr/>
        </p:nvCxnSpPr>
        <p:spPr>
          <a:xfrm rot="10800000">
            <a:off x="1544528" y="3158008"/>
            <a:ext cx="361800" cy="0"/>
          </a:xfrm>
          <a:prstGeom prst="straightConnector1">
            <a:avLst/>
          </a:prstGeom>
          <a:noFill/>
          <a:ln cap="flat" cmpd="sng" w="12700">
            <a:solidFill>
              <a:srgbClr val="7F7F7F"/>
            </a:solidFill>
            <a:prstDash val="solid"/>
            <a:round/>
            <a:headEnd len="sm" w="sm" type="none"/>
            <a:tailEnd len="med" w="med" type="triangle"/>
          </a:ln>
        </p:spPr>
      </p:cxnSp>
      <p:pic>
        <p:nvPicPr>
          <p:cNvPr id="1555" name="Google Shape;1555;p53"/>
          <p:cNvPicPr preferRelativeResize="0"/>
          <p:nvPr/>
        </p:nvPicPr>
        <p:blipFill rotWithShape="1">
          <a:blip r:embed="rId4">
            <a:alphaModFix/>
          </a:blip>
          <a:srcRect b="0" l="0" r="0" t="0"/>
          <a:stretch/>
        </p:blipFill>
        <p:spPr>
          <a:xfrm>
            <a:off x="6167671" y="4128651"/>
            <a:ext cx="5492060" cy="1835340"/>
          </a:xfrm>
          <a:prstGeom prst="rect">
            <a:avLst/>
          </a:prstGeom>
          <a:noFill/>
          <a:ln>
            <a:noFill/>
          </a:ln>
        </p:spPr>
      </p:pic>
      <p:sp>
        <p:nvSpPr>
          <p:cNvPr id="1556" name="Google Shape;1556;p53"/>
          <p:cNvSpPr txBox="1"/>
          <p:nvPr/>
        </p:nvSpPr>
        <p:spPr>
          <a:xfrm>
            <a:off x="6914203" y="5964433"/>
            <a:ext cx="3999000" cy="410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066"/>
              <a:buFont typeface="Arial"/>
              <a:buNone/>
            </a:pPr>
            <a:r>
              <a:rPr b="0" i="0" lang="en" sz="1066" u="none" cap="none" strike="noStrike">
                <a:solidFill>
                  <a:srgbClr val="999999"/>
                </a:solidFill>
                <a:latin typeface="Arial"/>
                <a:ea typeface="Arial"/>
                <a:cs typeface="Arial"/>
                <a:sym typeface="Arial"/>
              </a:rPr>
              <a:t>https://bradleyboehmke.github.io/HOML/engineering.html</a:t>
            </a:r>
            <a:endParaRPr b="0" i="0" sz="1066" u="none" cap="none" strike="noStrike">
              <a:solidFill>
                <a:srgbClr val="999999"/>
              </a:solidFill>
              <a:latin typeface="Arial"/>
              <a:ea typeface="Arial"/>
              <a:cs typeface="Arial"/>
              <a:sym typeface="Arial"/>
            </a:endParaRPr>
          </a:p>
        </p:txBody>
      </p:sp>
      <p:sp>
        <p:nvSpPr>
          <p:cNvPr id="1557" name="Google Shape;1557;p53"/>
          <p:cNvSpPr txBox="1"/>
          <p:nvPr>
            <p:ph type="title"/>
          </p:nvPr>
        </p:nvSpPr>
        <p:spPr>
          <a:xfrm>
            <a:off x="2276850" y="657525"/>
            <a:ext cx="64683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Feature Engineering</a:t>
            </a:r>
            <a:endParaRPr sz="2800">
              <a:solidFill>
                <a:schemeClr val="accent6"/>
              </a:solidFill>
            </a:endParaRPr>
          </a:p>
        </p:txBody>
      </p:sp>
      <p:sp>
        <p:nvSpPr>
          <p:cNvPr id="1558" name="Google Shape;1558;p53"/>
          <p:cNvSpPr txBox="1"/>
          <p:nvPr>
            <p:ph idx="2" type="subTitle"/>
          </p:nvPr>
        </p:nvSpPr>
        <p:spPr>
          <a:xfrm>
            <a:off x="2279786" y="1124100"/>
            <a:ext cx="64683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559" name="Google Shape;1559;p53"/>
          <p:cNvSpPr txBox="1"/>
          <p:nvPr/>
        </p:nvSpPr>
        <p:spPr>
          <a:xfrm>
            <a:off x="5930875" y="2439275"/>
            <a:ext cx="5808000" cy="1067100"/>
          </a:xfrm>
          <a:prstGeom prst="rect">
            <a:avLst/>
          </a:prstGeom>
          <a:noFill/>
          <a:ln>
            <a:noFill/>
          </a:ln>
        </p:spPr>
        <p:txBody>
          <a:bodyPr anchorCtr="0" anchor="t" bIns="0" lIns="0" spcFirstLastPara="1" rIns="0" wrap="square" tIns="0">
            <a:spAutoFit/>
          </a:bodyPr>
          <a:lstStyle/>
          <a:p>
            <a:pPr indent="-374599" lvl="0" marL="609498" rtl="0" algn="l">
              <a:lnSpc>
                <a:spcPct val="100000"/>
              </a:lnSpc>
              <a:spcBef>
                <a:spcPts val="0"/>
              </a:spcBef>
              <a:spcAft>
                <a:spcPts val="0"/>
              </a:spcAft>
              <a:buClr>
                <a:schemeClr val="accent6"/>
              </a:buClr>
              <a:buSzPts val="1100"/>
              <a:buFont typeface="Proxima Nova"/>
              <a:buChar char="●"/>
            </a:pPr>
            <a:r>
              <a:rPr lang="en" sz="1733">
                <a:solidFill>
                  <a:schemeClr val="accent6"/>
                </a:solidFill>
                <a:latin typeface="Proxima Nova"/>
                <a:ea typeface="Proxima Nova"/>
                <a:cs typeface="Proxima Nova"/>
                <a:sym typeface="Proxima Nova"/>
              </a:rPr>
              <a:t>Data gets turned into features which are then engineered to empower high-performance models </a:t>
            </a:r>
            <a:endParaRPr sz="1733">
              <a:solidFill>
                <a:schemeClr val="accent6"/>
              </a:solidFill>
              <a:latin typeface="Proxima Nova"/>
              <a:ea typeface="Proxima Nova"/>
              <a:cs typeface="Proxima Nova"/>
              <a:sym typeface="Proxima Nova"/>
            </a:endParaRPr>
          </a:p>
          <a:p>
            <a:pPr indent="-374599" lvl="0" marL="609498" rtl="0" algn="l">
              <a:lnSpc>
                <a:spcPct val="100000"/>
              </a:lnSpc>
              <a:spcBef>
                <a:spcPts val="0"/>
              </a:spcBef>
              <a:spcAft>
                <a:spcPts val="0"/>
              </a:spcAft>
              <a:buClr>
                <a:schemeClr val="accent6"/>
              </a:buClr>
              <a:buSzPts val="1100"/>
              <a:buFont typeface="Proxima Nova"/>
              <a:buChar char="●"/>
            </a:pPr>
            <a:r>
              <a:rPr lang="en" sz="1733">
                <a:solidFill>
                  <a:schemeClr val="accent6"/>
                </a:solidFill>
                <a:latin typeface="Proxima Nova"/>
                <a:ea typeface="Proxima Nova"/>
                <a:cs typeface="Proxima Nova"/>
                <a:sym typeface="Proxima Nova"/>
              </a:rPr>
              <a:t>Feature preparation tools include:</a:t>
            </a:r>
            <a:endParaRPr sz="1733">
              <a:solidFill>
                <a:schemeClr val="accent6"/>
              </a:solidFill>
              <a:latin typeface="Proxima Nova"/>
              <a:ea typeface="Proxima Nova"/>
              <a:cs typeface="Proxima Nova"/>
              <a:sym typeface="Proxima Nova"/>
            </a:endParaRPr>
          </a:p>
          <a:p>
            <a:pPr indent="-414797" lvl="1" marL="1218997" rtl="0" algn="l">
              <a:lnSpc>
                <a:spcPct val="100000"/>
              </a:lnSpc>
              <a:spcBef>
                <a:spcPts val="0"/>
              </a:spcBef>
              <a:spcAft>
                <a:spcPts val="0"/>
              </a:spcAft>
              <a:buClr>
                <a:schemeClr val="accent6"/>
              </a:buClr>
              <a:buSzPts val="1733"/>
              <a:buFont typeface="Proxima Nova"/>
              <a:buChar char="○"/>
            </a:pPr>
            <a:r>
              <a:rPr lang="en" sz="1733">
                <a:solidFill>
                  <a:schemeClr val="accent6"/>
                </a:solidFill>
                <a:latin typeface="Proxima Nova"/>
                <a:ea typeface="Proxima Nova"/>
                <a:cs typeface="Proxima Nova"/>
                <a:sym typeface="Proxima Nova"/>
              </a:rPr>
              <a:t>SQL, Python, R, Sagemaker, etc. </a:t>
            </a:r>
            <a:endParaRPr sz="1733">
              <a:solidFill>
                <a:schemeClr val="accent6"/>
              </a:solidFill>
              <a:latin typeface="Proxima Nova"/>
              <a:ea typeface="Proxima Nova"/>
              <a:cs typeface="Proxima Nova"/>
              <a:sym typeface="Proxima Nova"/>
            </a:endParaRPr>
          </a:p>
        </p:txBody>
      </p:sp>
      <p:sp>
        <p:nvSpPr>
          <p:cNvPr id="1560" name="Google Shape;1560;p53"/>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561" name="Google Shape;1561;p53"/>
          <p:cNvSpPr/>
          <p:nvPr/>
        </p:nvSpPr>
        <p:spPr>
          <a:xfrm>
            <a:off x="9993875" y="1001945"/>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Feature Engineering</a:t>
            </a:r>
            <a:endParaRPr b="1" i="0" sz="1500" u="none" cap="none" strike="noStrike">
              <a:solidFill>
                <a:srgbClr val="FFFFFF"/>
              </a:solidFill>
              <a:latin typeface="Proxima Nova"/>
              <a:ea typeface="Proxima Nova"/>
              <a:cs typeface="Proxima Nova"/>
              <a:sym typeface="Proxima Nova"/>
            </a:endParaRPr>
          </a:p>
        </p:txBody>
      </p:sp>
      <p:sp>
        <p:nvSpPr>
          <p:cNvPr id="1562" name="Google Shape;1562;p53"/>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563" name="Google Shape;1563;p53"/>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
        <p:nvSpPr>
          <p:cNvPr id="1564" name="Google Shape;1564;p53"/>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565" name="Google Shape;1565;p53"/>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566" name="Google Shape;1566;p53"/>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567" name="Google Shape;1567;p53"/>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1" name="Shape 1571"/>
        <p:cNvGrpSpPr/>
        <p:nvPr/>
      </p:nvGrpSpPr>
      <p:grpSpPr>
        <a:xfrm>
          <a:off x="0" y="0"/>
          <a:ext cx="0" cy="0"/>
          <a:chOff x="0" y="0"/>
          <a:chExt cx="0" cy="0"/>
        </a:xfrm>
      </p:grpSpPr>
      <p:sp>
        <p:nvSpPr>
          <p:cNvPr id="1572" name="Google Shape;1572;p54"/>
          <p:cNvSpPr/>
          <p:nvPr/>
        </p:nvSpPr>
        <p:spPr>
          <a:xfrm>
            <a:off x="685747" y="2326633"/>
            <a:ext cx="858900" cy="413100"/>
          </a:xfrm>
          <a:prstGeom prst="roundRect">
            <a:avLst>
              <a:gd fmla="val 16667" name="adj"/>
            </a:avLst>
          </a:prstGeom>
          <a:noFill/>
          <a:ln cap="flat" cmpd="sng" w="127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73" name="Google Shape;1573;p54"/>
          <p:cNvSpPr txBox="1"/>
          <p:nvPr/>
        </p:nvSpPr>
        <p:spPr>
          <a:xfrm>
            <a:off x="685747"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Plant</a:t>
            </a:r>
            <a:endParaRPr b="1" i="0" sz="1466" u="none" cap="none" strike="noStrike">
              <a:solidFill>
                <a:srgbClr val="000000"/>
              </a:solidFill>
              <a:latin typeface="Proxima Nova"/>
              <a:ea typeface="Proxima Nova"/>
              <a:cs typeface="Proxima Nova"/>
              <a:sym typeface="Proxima Nova"/>
            </a:endParaRPr>
          </a:p>
        </p:txBody>
      </p:sp>
      <p:sp>
        <p:nvSpPr>
          <p:cNvPr id="1574" name="Google Shape;1574;p54"/>
          <p:cNvSpPr/>
          <p:nvPr/>
        </p:nvSpPr>
        <p:spPr>
          <a:xfrm>
            <a:off x="1906491" y="2326633"/>
            <a:ext cx="858900" cy="413100"/>
          </a:xfrm>
          <a:prstGeom prst="roundRect">
            <a:avLst>
              <a:gd fmla="val 16667" name="adj"/>
            </a:avLst>
          </a:prstGeom>
          <a:noFill/>
          <a:ln cap="flat" cmpd="sng" w="12700">
            <a:solidFill>
              <a:srgbClr val="0BAC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75" name="Google Shape;1575;p54"/>
          <p:cNvSpPr txBox="1"/>
          <p:nvPr/>
        </p:nvSpPr>
        <p:spPr>
          <a:xfrm>
            <a:off x="1906508"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Harvest</a:t>
            </a:r>
            <a:endParaRPr b="1" i="0" sz="1466" u="none" cap="none" strike="noStrike">
              <a:solidFill>
                <a:srgbClr val="000000"/>
              </a:solidFill>
              <a:latin typeface="Proxima Nova"/>
              <a:ea typeface="Proxima Nova"/>
              <a:cs typeface="Proxima Nova"/>
              <a:sym typeface="Proxima Nova"/>
            </a:endParaRPr>
          </a:p>
        </p:txBody>
      </p:sp>
      <p:sp>
        <p:nvSpPr>
          <p:cNvPr id="1576" name="Google Shape;1576;p54"/>
          <p:cNvSpPr/>
          <p:nvPr/>
        </p:nvSpPr>
        <p:spPr>
          <a:xfrm>
            <a:off x="3127236" y="2326633"/>
            <a:ext cx="858900" cy="413100"/>
          </a:xfrm>
          <a:prstGeom prst="roundRect">
            <a:avLst>
              <a:gd fmla="val 16667" name="adj"/>
            </a:avLst>
          </a:prstGeom>
          <a:noFill/>
          <a:ln cap="flat" cmpd="sng" w="12700">
            <a:solidFill>
              <a:srgbClr val="FD806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77" name="Google Shape;1577;p54"/>
          <p:cNvSpPr txBox="1"/>
          <p:nvPr/>
        </p:nvSpPr>
        <p:spPr>
          <a:xfrm>
            <a:off x="3127236"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Process</a:t>
            </a:r>
            <a:endParaRPr b="1" i="0" sz="1466" u="none" cap="none" strike="noStrike">
              <a:solidFill>
                <a:srgbClr val="000000"/>
              </a:solidFill>
              <a:latin typeface="Proxima Nova"/>
              <a:ea typeface="Proxima Nova"/>
              <a:cs typeface="Proxima Nova"/>
              <a:sym typeface="Proxima Nova"/>
            </a:endParaRPr>
          </a:p>
        </p:txBody>
      </p:sp>
      <p:sp>
        <p:nvSpPr>
          <p:cNvPr id="1578" name="Google Shape;1578;p54"/>
          <p:cNvSpPr/>
          <p:nvPr/>
        </p:nvSpPr>
        <p:spPr>
          <a:xfrm>
            <a:off x="4347980" y="2326633"/>
            <a:ext cx="858900" cy="413100"/>
          </a:xfrm>
          <a:prstGeom prst="roundRect">
            <a:avLst>
              <a:gd fmla="val 16667" name="adj"/>
            </a:avLst>
          </a:prstGeom>
          <a:noFill/>
          <a:ln cap="flat" cmpd="sng" w="127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79" name="Google Shape;1579;p54"/>
          <p:cNvSpPr txBox="1"/>
          <p:nvPr/>
        </p:nvSpPr>
        <p:spPr>
          <a:xfrm>
            <a:off x="4347980"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Grading</a:t>
            </a:r>
            <a:endParaRPr b="1" i="0" sz="1466" u="none" cap="none" strike="noStrike">
              <a:solidFill>
                <a:srgbClr val="000000"/>
              </a:solidFill>
              <a:latin typeface="Proxima Nova"/>
              <a:ea typeface="Proxima Nova"/>
              <a:cs typeface="Proxima Nova"/>
              <a:sym typeface="Proxima Nova"/>
            </a:endParaRPr>
          </a:p>
        </p:txBody>
      </p:sp>
      <p:sp>
        <p:nvSpPr>
          <p:cNvPr id="1580" name="Google Shape;1580;p54"/>
          <p:cNvSpPr/>
          <p:nvPr/>
        </p:nvSpPr>
        <p:spPr>
          <a:xfrm>
            <a:off x="4347969" y="2966939"/>
            <a:ext cx="858900" cy="413100"/>
          </a:xfrm>
          <a:prstGeom prst="roundRect">
            <a:avLst>
              <a:gd fmla="val 16667" name="adj"/>
            </a:avLst>
          </a:prstGeom>
          <a:noFill/>
          <a:ln cap="flat" cmpd="sng" w="1270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81" name="Google Shape;1581;p54"/>
          <p:cNvSpPr txBox="1"/>
          <p:nvPr/>
        </p:nvSpPr>
        <p:spPr>
          <a:xfrm>
            <a:off x="4347969"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Roast</a:t>
            </a:r>
            <a:endParaRPr b="1" i="0" sz="1466" u="none" cap="none" strike="noStrike">
              <a:solidFill>
                <a:srgbClr val="000000"/>
              </a:solidFill>
              <a:latin typeface="Proxima Nova"/>
              <a:ea typeface="Proxima Nova"/>
              <a:cs typeface="Proxima Nova"/>
              <a:sym typeface="Proxima Nova"/>
            </a:endParaRPr>
          </a:p>
        </p:txBody>
      </p:sp>
      <p:sp>
        <p:nvSpPr>
          <p:cNvPr id="1582" name="Google Shape;1582;p54"/>
          <p:cNvSpPr/>
          <p:nvPr/>
        </p:nvSpPr>
        <p:spPr>
          <a:xfrm>
            <a:off x="3127225" y="2966939"/>
            <a:ext cx="858900" cy="413100"/>
          </a:xfrm>
          <a:prstGeom prst="roundRect">
            <a:avLst>
              <a:gd fmla="val 16667" name="adj"/>
            </a:avLst>
          </a:prstGeom>
          <a:noFill/>
          <a:ln cap="flat" cmpd="sng" w="127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83" name="Google Shape;1583;p54"/>
          <p:cNvSpPr txBox="1"/>
          <p:nvPr/>
        </p:nvSpPr>
        <p:spPr>
          <a:xfrm>
            <a:off x="3127225"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Grind</a:t>
            </a:r>
            <a:endParaRPr b="1" i="0" sz="1466" u="none" cap="none" strike="noStrike">
              <a:solidFill>
                <a:srgbClr val="000000"/>
              </a:solidFill>
              <a:latin typeface="Proxima Nova"/>
              <a:ea typeface="Proxima Nova"/>
              <a:cs typeface="Proxima Nova"/>
              <a:sym typeface="Proxima Nova"/>
            </a:endParaRPr>
          </a:p>
        </p:txBody>
      </p:sp>
      <p:cxnSp>
        <p:nvCxnSpPr>
          <p:cNvPr id="1584" name="Google Shape;1584;p54"/>
          <p:cNvCxnSpPr>
            <a:stCxn id="1581" idx="1"/>
            <a:endCxn id="1583" idx="3"/>
          </p:cNvCxnSpPr>
          <p:nvPr/>
        </p:nvCxnSpPr>
        <p:spPr>
          <a:xfrm rot="10800000">
            <a:off x="3986169"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585" name="Google Shape;1585;p54"/>
          <p:cNvSpPr/>
          <p:nvPr/>
        </p:nvSpPr>
        <p:spPr>
          <a:xfrm>
            <a:off x="1906482" y="2966939"/>
            <a:ext cx="858900" cy="413100"/>
          </a:xfrm>
          <a:prstGeom prst="roundRect">
            <a:avLst>
              <a:gd fmla="val 16667" name="adj"/>
            </a:avLst>
          </a:prstGeom>
          <a:solidFill>
            <a:srgbClr val="F3CD12">
              <a:alpha val="12940"/>
            </a:srgbClr>
          </a:solidFill>
          <a:ln cap="flat" cmpd="sng" w="127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86" name="Google Shape;1586;p54"/>
          <p:cNvSpPr txBox="1"/>
          <p:nvPr/>
        </p:nvSpPr>
        <p:spPr>
          <a:xfrm>
            <a:off x="1906482"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Brew</a:t>
            </a:r>
            <a:endParaRPr b="1" i="0" sz="1466" u="none" cap="none" strike="noStrike">
              <a:solidFill>
                <a:srgbClr val="000000"/>
              </a:solidFill>
              <a:latin typeface="Proxima Nova"/>
              <a:ea typeface="Proxima Nova"/>
              <a:cs typeface="Proxima Nova"/>
              <a:sym typeface="Proxima Nova"/>
            </a:endParaRPr>
          </a:p>
        </p:txBody>
      </p:sp>
      <p:cxnSp>
        <p:nvCxnSpPr>
          <p:cNvPr id="1587" name="Google Shape;1587;p54"/>
          <p:cNvCxnSpPr>
            <a:stCxn id="1583" idx="1"/>
            <a:endCxn id="1586" idx="3"/>
          </p:cNvCxnSpPr>
          <p:nvPr/>
        </p:nvCxnSpPr>
        <p:spPr>
          <a:xfrm rot="10800000">
            <a:off x="2765425"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588" name="Google Shape;1588;p54"/>
          <p:cNvSpPr/>
          <p:nvPr/>
        </p:nvSpPr>
        <p:spPr>
          <a:xfrm>
            <a:off x="685628" y="2966939"/>
            <a:ext cx="858900" cy="413100"/>
          </a:xfrm>
          <a:prstGeom prst="roundRect">
            <a:avLst>
              <a:gd fmla="val 16667" name="adj"/>
            </a:avLst>
          </a:prstGeom>
          <a:noFill/>
          <a:ln cap="flat" cmpd="sng" w="127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589" name="Google Shape;1589;p54"/>
          <p:cNvSpPr txBox="1"/>
          <p:nvPr/>
        </p:nvSpPr>
        <p:spPr>
          <a:xfrm>
            <a:off x="685628"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Latte</a:t>
            </a:r>
            <a:endParaRPr b="1" i="0" sz="1466" u="none" cap="none" strike="noStrike">
              <a:solidFill>
                <a:srgbClr val="000000"/>
              </a:solidFill>
              <a:latin typeface="Proxima Nova"/>
              <a:ea typeface="Proxima Nova"/>
              <a:cs typeface="Proxima Nova"/>
              <a:sym typeface="Proxima Nova"/>
            </a:endParaRPr>
          </a:p>
        </p:txBody>
      </p:sp>
      <p:cxnSp>
        <p:nvCxnSpPr>
          <p:cNvPr id="1590" name="Google Shape;1590;p54"/>
          <p:cNvCxnSpPr>
            <a:endCxn id="1589" idx="3"/>
          </p:cNvCxnSpPr>
          <p:nvPr/>
        </p:nvCxnSpPr>
        <p:spPr>
          <a:xfrm rot="10800000">
            <a:off x="1544528" y="3158008"/>
            <a:ext cx="361800" cy="0"/>
          </a:xfrm>
          <a:prstGeom prst="straightConnector1">
            <a:avLst/>
          </a:prstGeom>
          <a:noFill/>
          <a:ln cap="flat" cmpd="sng" w="12700">
            <a:solidFill>
              <a:srgbClr val="7F7F7F"/>
            </a:solidFill>
            <a:prstDash val="solid"/>
            <a:round/>
            <a:headEnd len="sm" w="sm" type="none"/>
            <a:tailEnd len="med" w="med" type="triangle"/>
          </a:ln>
        </p:spPr>
      </p:cxnSp>
      <p:pic>
        <p:nvPicPr>
          <p:cNvPr id="1591" name="Google Shape;1591;p54"/>
          <p:cNvPicPr preferRelativeResize="0"/>
          <p:nvPr/>
        </p:nvPicPr>
        <p:blipFill rotWithShape="1">
          <a:blip r:embed="rId3">
            <a:alphaModFix/>
          </a:blip>
          <a:srcRect b="0" l="0" r="0" t="0"/>
          <a:stretch/>
        </p:blipFill>
        <p:spPr>
          <a:xfrm>
            <a:off x="1302141" y="3607233"/>
            <a:ext cx="2859818" cy="2859818"/>
          </a:xfrm>
          <a:prstGeom prst="rect">
            <a:avLst/>
          </a:prstGeom>
          <a:noFill/>
          <a:ln>
            <a:noFill/>
          </a:ln>
        </p:spPr>
      </p:pic>
      <p:sp>
        <p:nvSpPr>
          <p:cNvPr id="1592" name="Google Shape;1592;p54"/>
          <p:cNvSpPr txBox="1"/>
          <p:nvPr>
            <p:ph type="title"/>
          </p:nvPr>
        </p:nvSpPr>
        <p:spPr>
          <a:xfrm>
            <a:off x="2276850" y="657525"/>
            <a:ext cx="5437500" cy="430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Modeling</a:t>
            </a:r>
            <a:endParaRPr/>
          </a:p>
        </p:txBody>
      </p:sp>
      <p:sp>
        <p:nvSpPr>
          <p:cNvPr id="1593" name="Google Shape;1593;p54"/>
          <p:cNvSpPr txBox="1"/>
          <p:nvPr>
            <p:ph idx="2" type="subTitle"/>
          </p:nvPr>
        </p:nvSpPr>
        <p:spPr>
          <a:xfrm>
            <a:off x="2279318" y="1124100"/>
            <a:ext cx="54375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594" name="Google Shape;1594;p54"/>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595" name="Google Shape;1595;p54"/>
          <p:cNvSpPr/>
          <p:nvPr/>
        </p:nvSpPr>
        <p:spPr>
          <a:xfrm>
            <a:off x="9993875" y="1254120"/>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Modeling</a:t>
            </a:r>
            <a:endParaRPr b="1" i="0" sz="1500" u="none" cap="none" strike="noStrike">
              <a:solidFill>
                <a:srgbClr val="FFFFFF"/>
              </a:solidFill>
              <a:latin typeface="Proxima Nova"/>
              <a:ea typeface="Proxima Nova"/>
              <a:cs typeface="Proxima Nova"/>
              <a:sym typeface="Proxima Nova"/>
            </a:endParaRPr>
          </a:p>
        </p:txBody>
      </p:sp>
      <p:sp>
        <p:nvSpPr>
          <p:cNvPr id="1596" name="Google Shape;1596;p54"/>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
        <p:nvSpPr>
          <p:cNvPr id="1597" name="Google Shape;1597;p54"/>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598" name="Google Shape;1598;p54"/>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599" name="Google Shape;1599;p54"/>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600" name="Google Shape;1600;p54"/>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601" name="Google Shape;1601;p54"/>
          <p:cNvSpPr txBox="1"/>
          <p:nvPr/>
        </p:nvSpPr>
        <p:spPr>
          <a:xfrm>
            <a:off x="5930875" y="2439275"/>
            <a:ext cx="5808000" cy="1067100"/>
          </a:xfrm>
          <a:prstGeom prst="rect">
            <a:avLst/>
          </a:prstGeom>
          <a:noFill/>
          <a:ln>
            <a:noFill/>
          </a:ln>
        </p:spPr>
        <p:txBody>
          <a:bodyPr anchorCtr="0" anchor="t" bIns="0" lIns="0" spcFirstLastPara="1" rIns="0" wrap="square" tIns="0">
            <a:spAutoFit/>
          </a:bodyPr>
          <a:lstStyle/>
          <a:p>
            <a:pPr indent="-374599" lvl="0" marL="609498" rtl="0" algn="l">
              <a:lnSpc>
                <a:spcPct val="100000"/>
              </a:lnSpc>
              <a:spcBef>
                <a:spcPts val="0"/>
              </a:spcBef>
              <a:spcAft>
                <a:spcPts val="0"/>
              </a:spcAft>
              <a:buClr>
                <a:schemeClr val="accent6"/>
              </a:buClr>
              <a:buSzPts val="1100"/>
              <a:buFont typeface="Proxima Nova"/>
              <a:buChar char="●"/>
            </a:pPr>
            <a:r>
              <a:rPr lang="en" sz="1733">
                <a:solidFill>
                  <a:schemeClr val="accent6"/>
                </a:solidFill>
                <a:latin typeface="Proxima Nova"/>
                <a:ea typeface="Proxima Nova"/>
                <a:cs typeface="Proxima Nova"/>
                <a:sym typeface="Proxima Nova"/>
              </a:rPr>
              <a:t>During the modeling stage, different ML algorithms are tried and the best one is selected</a:t>
            </a:r>
            <a:endParaRPr sz="1733">
              <a:solidFill>
                <a:schemeClr val="accent6"/>
              </a:solidFill>
              <a:latin typeface="Proxima Nova"/>
              <a:ea typeface="Proxima Nova"/>
              <a:cs typeface="Proxima Nova"/>
              <a:sym typeface="Proxima Nova"/>
            </a:endParaRPr>
          </a:p>
          <a:p>
            <a:pPr indent="-374599" lvl="0" marL="609498" rtl="0" algn="l">
              <a:lnSpc>
                <a:spcPct val="100000"/>
              </a:lnSpc>
              <a:spcBef>
                <a:spcPts val="0"/>
              </a:spcBef>
              <a:spcAft>
                <a:spcPts val="0"/>
              </a:spcAft>
              <a:buClr>
                <a:schemeClr val="accent6"/>
              </a:buClr>
              <a:buSzPts val="1100"/>
              <a:buFont typeface="Proxima Nova"/>
              <a:buChar char="●"/>
            </a:pPr>
            <a:r>
              <a:rPr lang="en" sz="1733">
                <a:solidFill>
                  <a:schemeClr val="accent6"/>
                </a:solidFill>
                <a:latin typeface="Proxima Nova"/>
                <a:ea typeface="Proxima Nova"/>
                <a:cs typeface="Proxima Nova"/>
                <a:sym typeface="Proxima Nova"/>
              </a:rPr>
              <a:t>ML tools:</a:t>
            </a:r>
            <a:endParaRPr sz="1733">
              <a:solidFill>
                <a:schemeClr val="accent6"/>
              </a:solidFill>
              <a:latin typeface="Proxima Nova"/>
              <a:ea typeface="Proxima Nova"/>
              <a:cs typeface="Proxima Nova"/>
              <a:sym typeface="Proxima Nova"/>
            </a:endParaRPr>
          </a:p>
          <a:p>
            <a:pPr indent="-414797" lvl="1" marL="1218997" rtl="0" algn="l">
              <a:lnSpc>
                <a:spcPct val="100000"/>
              </a:lnSpc>
              <a:spcBef>
                <a:spcPts val="0"/>
              </a:spcBef>
              <a:spcAft>
                <a:spcPts val="0"/>
              </a:spcAft>
              <a:buClr>
                <a:schemeClr val="accent6"/>
              </a:buClr>
              <a:buSzPts val="1733"/>
              <a:buFont typeface="Proxima Nova"/>
              <a:buChar char="○"/>
            </a:pPr>
            <a:r>
              <a:rPr lang="en" sz="1733">
                <a:solidFill>
                  <a:schemeClr val="accent6"/>
                </a:solidFill>
                <a:latin typeface="Proxima Nova"/>
                <a:ea typeface="Proxima Nova"/>
                <a:cs typeface="Proxima Nova"/>
                <a:sym typeface="Proxima Nova"/>
              </a:rPr>
              <a:t>Python, PyTorch, Tensorflow, SageMaker, etc.</a:t>
            </a:r>
            <a:endParaRPr sz="1733">
              <a:solidFill>
                <a:schemeClr val="accent6"/>
              </a:solidFill>
              <a:latin typeface="Proxima Nova"/>
              <a:ea typeface="Proxima Nova"/>
              <a:cs typeface="Proxima Nova"/>
              <a:sym typeface="Proxima Nova"/>
            </a:endParaRPr>
          </a:p>
        </p:txBody>
      </p:sp>
      <p:sp>
        <p:nvSpPr>
          <p:cNvPr id="1602" name="Google Shape;1602;p54"/>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6" name="Shape 1606"/>
        <p:cNvGrpSpPr/>
        <p:nvPr/>
      </p:nvGrpSpPr>
      <p:grpSpPr>
        <a:xfrm>
          <a:off x="0" y="0"/>
          <a:ext cx="0" cy="0"/>
          <a:chOff x="0" y="0"/>
          <a:chExt cx="0" cy="0"/>
        </a:xfrm>
      </p:grpSpPr>
      <p:pic>
        <p:nvPicPr>
          <p:cNvPr id="1607" name="Google Shape;1607;p55"/>
          <p:cNvPicPr preferRelativeResize="0"/>
          <p:nvPr/>
        </p:nvPicPr>
        <p:blipFill rotWithShape="1">
          <a:blip r:embed="rId3">
            <a:alphaModFix/>
          </a:blip>
          <a:srcRect b="0" l="0" r="0" t="0"/>
          <a:stretch/>
        </p:blipFill>
        <p:spPr>
          <a:xfrm>
            <a:off x="1958545" y="2454667"/>
            <a:ext cx="8271861" cy="3239822"/>
          </a:xfrm>
          <a:prstGeom prst="rect">
            <a:avLst/>
          </a:prstGeom>
          <a:noFill/>
          <a:ln>
            <a:noFill/>
          </a:ln>
        </p:spPr>
      </p:pic>
      <p:sp>
        <p:nvSpPr>
          <p:cNvPr id="1608" name="Google Shape;1608;p55"/>
          <p:cNvSpPr txBox="1"/>
          <p:nvPr>
            <p:ph type="title"/>
          </p:nvPr>
        </p:nvSpPr>
        <p:spPr>
          <a:xfrm>
            <a:off x="2276850" y="657525"/>
            <a:ext cx="58602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Modeling: Linear Regression</a:t>
            </a:r>
            <a:endParaRPr sz="2800">
              <a:solidFill>
                <a:schemeClr val="accent6"/>
              </a:solidFill>
            </a:endParaRPr>
          </a:p>
        </p:txBody>
      </p:sp>
      <p:sp>
        <p:nvSpPr>
          <p:cNvPr id="1609" name="Google Shape;1609;p55"/>
          <p:cNvSpPr txBox="1"/>
          <p:nvPr>
            <p:ph idx="2" type="subTitle"/>
          </p:nvPr>
        </p:nvSpPr>
        <p:spPr>
          <a:xfrm>
            <a:off x="2279510" y="1124100"/>
            <a:ext cx="58602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610" name="Google Shape;1610;p55"/>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611" name="Google Shape;1611;p55"/>
          <p:cNvSpPr/>
          <p:nvPr/>
        </p:nvSpPr>
        <p:spPr>
          <a:xfrm>
            <a:off x="9993875" y="1254120"/>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Modeling</a:t>
            </a:r>
            <a:endParaRPr b="1" i="0" sz="1500" u="none" cap="none" strike="noStrike">
              <a:solidFill>
                <a:srgbClr val="FFFFFF"/>
              </a:solidFill>
              <a:latin typeface="Proxima Nova"/>
              <a:ea typeface="Proxima Nova"/>
              <a:cs typeface="Proxima Nova"/>
              <a:sym typeface="Proxima Nova"/>
            </a:endParaRPr>
          </a:p>
        </p:txBody>
      </p:sp>
      <p:sp>
        <p:nvSpPr>
          <p:cNvPr id="1612" name="Google Shape;1612;p55"/>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
        <p:nvSpPr>
          <p:cNvPr id="1613" name="Google Shape;1613;p55"/>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614" name="Google Shape;1614;p55"/>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615" name="Google Shape;1615;p55"/>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616" name="Google Shape;1616;p55"/>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617" name="Google Shape;1617;p55"/>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0A59"/>
        </a:solidFill>
      </p:bgPr>
    </p:bg>
    <p:spTree>
      <p:nvGrpSpPr>
        <p:cNvPr id="1621" name="Shape 1621"/>
        <p:cNvGrpSpPr/>
        <p:nvPr/>
      </p:nvGrpSpPr>
      <p:grpSpPr>
        <a:xfrm>
          <a:off x="0" y="0"/>
          <a:ext cx="0" cy="0"/>
          <a:chOff x="0" y="0"/>
          <a:chExt cx="0" cy="0"/>
        </a:xfrm>
      </p:grpSpPr>
      <p:sp>
        <p:nvSpPr>
          <p:cNvPr id="1622" name="Google Shape;1622;p56"/>
          <p:cNvSpPr txBox="1"/>
          <p:nvPr>
            <p:ph type="title"/>
          </p:nvPr>
        </p:nvSpPr>
        <p:spPr>
          <a:xfrm>
            <a:off x="0" y="3017650"/>
            <a:ext cx="12207300" cy="831300"/>
          </a:xfrm>
          <a:prstGeom prst="rect">
            <a:avLst/>
          </a:prstGeom>
        </p:spPr>
        <p:txBody>
          <a:bodyPr anchorCtr="0" anchor="ctr" bIns="121875" lIns="121875" spcFirstLastPara="1" rIns="121875" wrap="square" tIns="121875">
            <a:noAutofit/>
          </a:bodyPr>
          <a:lstStyle/>
          <a:p>
            <a:pPr indent="0" lvl="0" marL="0" rtl="0" algn="ctr">
              <a:lnSpc>
                <a:spcPct val="139988"/>
              </a:lnSpc>
              <a:spcBef>
                <a:spcPts val="0"/>
              </a:spcBef>
              <a:spcAft>
                <a:spcPts val="0"/>
              </a:spcAft>
              <a:buNone/>
            </a:pPr>
            <a:r>
              <a:rPr lang="en" sz="6000">
                <a:solidFill>
                  <a:srgbClr val="FFFFFF"/>
                </a:solidFill>
              </a:rPr>
              <a:t>Demo: Linear Regression</a:t>
            </a:r>
            <a:endParaRPr sz="6000">
              <a:solidFill>
                <a:srgbClr val="FFFFFF"/>
              </a:solidFill>
            </a:endParaRPr>
          </a:p>
        </p:txBody>
      </p:sp>
      <p:sp>
        <p:nvSpPr>
          <p:cNvPr id="1623" name="Google Shape;1623;p56"/>
          <p:cNvSpPr txBox="1"/>
          <p:nvPr>
            <p:ph idx="1" type="subTitle"/>
          </p:nvPr>
        </p:nvSpPr>
        <p:spPr>
          <a:xfrm>
            <a:off x="0" y="3972225"/>
            <a:ext cx="12189000" cy="405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100" u="sng">
                <a:hlinkClick r:id="rId3"/>
              </a:rPr>
              <a:t>A Visual Introduction to Linear Regression</a:t>
            </a:r>
            <a:endParaRPr sz="2100"/>
          </a:p>
          <a:p>
            <a:pPr indent="0" lvl="0" marL="0" rtl="0" algn="ctr">
              <a:spcBef>
                <a:spcPts val="0"/>
              </a:spcBef>
              <a:spcAft>
                <a:spcPts val="0"/>
              </a:spcAft>
              <a:buNone/>
            </a:pPr>
            <a:r>
              <a:t/>
            </a:r>
            <a:endParaRPr sz="21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7" name="Shape 1627"/>
        <p:cNvGrpSpPr/>
        <p:nvPr/>
      </p:nvGrpSpPr>
      <p:grpSpPr>
        <a:xfrm>
          <a:off x="0" y="0"/>
          <a:ext cx="0" cy="0"/>
          <a:chOff x="0" y="0"/>
          <a:chExt cx="0" cy="0"/>
        </a:xfrm>
      </p:grpSpPr>
      <p:pic>
        <p:nvPicPr>
          <p:cNvPr id="1628" name="Google Shape;1628;p57"/>
          <p:cNvPicPr preferRelativeResize="0"/>
          <p:nvPr/>
        </p:nvPicPr>
        <p:blipFill rotWithShape="1">
          <a:blip r:embed="rId3">
            <a:alphaModFix/>
          </a:blip>
          <a:srcRect b="0" l="0" r="0" t="0"/>
          <a:stretch/>
        </p:blipFill>
        <p:spPr>
          <a:xfrm>
            <a:off x="3046954" y="1884100"/>
            <a:ext cx="6095038" cy="4762706"/>
          </a:xfrm>
          <a:prstGeom prst="rect">
            <a:avLst/>
          </a:prstGeom>
          <a:noFill/>
          <a:ln>
            <a:noFill/>
          </a:ln>
        </p:spPr>
      </p:pic>
      <p:sp>
        <p:nvSpPr>
          <p:cNvPr id="1629" name="Google Shape;1629;p57"/>
          <p:cNvSpPr txBox="1"/>
          <p:nvPr>
            <p:ph type="title"/>
          </p:nvPr>
        </p:nvSpPr>
        <p:spPr>
          <a:xfrm>
            <a:off x="2276850" y="657525"/>
            <a:ext cx="61872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Modeling: Decision Tree</a:t>
            </a:r>
            <a:endParaRPr sz="2800">
              <a:solidFill>
                <a:schemeClr val="accent6"/>
              </a:solidFill>
            </a:endParaRPr>
          </a:p>
        </p:txBody>
      </p:sp>
      <p:sp>
        <p:nvSpPr>
          <p:cNvPr id="1630" name="Google Shape;1630;p57"/>
          <p:cNvSpPr txBox="1"/>
          <p:nvPr>
            <p:ph idx="2" type="subTitle"/>
          </p:nvPr>
        </p:nvSpPr>
        <p:spPr>
          <a:xfrm>
            <a:off x="2279658" y="1124100"/>
            <a:ext cx="61872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631" name="Google Shape;1631;p57"/>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632" name="Google Shape;1632;p57"/>
          <p:cNvSpPr/>
          <p:nvPr/>
        </p:nvSpPr>
        <p:spPr>
          <a:xfrm>
            <a:off x="9993875" y="1254120"/>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Modeling</a:t>
            </a:r>
            <a:endParaRPr b="1" i="0" sz="1500" u="none" cap="none" strike="noStrike">
              <a:solidFill>
                <a:srgbClr val="FFFFFF"/>
              </a:solidFill>
              <a:latin typeface="Proxima Nova"/>
              <a:ea typeface="Proxima Nova"/>
              <a:cs typeface="Proxima Nova"/>
              <a:sym typeface="Proxima Nova"/>
            </a:endParaRPr>
          </a:p>
        </p:txBody>
      </p:sp>
      <p:sp>
        <p:nvSpPr>
          <p:cNvPr id="1633" name="Google Shape;1633;p57"/>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
        <p:nvSpPr>
          <p:cNvPr id="1634" name="Google Shape;1634;p57"/>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635" name="Google Shape;1635;p57"/>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636" name="Google Shape;1636;p57"/>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637" name="Google Shape;1637;p57"/>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638" name="Google Shape;1638;p57"/>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0A59"/>
        </a:solidFill>
      </p:bgPr>
    </p:bg>
    <p:spTree>
      <p:nvGrpSpPr>
        <p:cNvPr id="1642" name="Shape 1642"/>
        <p:cNvGrpSpPr/>
        <p:nvPr/>
      </p:nvGrpSpPr>
      <p:grpSpPr>
        <a:xfrm>
          <a:off x="0" y="0"/>
          <a:ext cx="0" cy="0"/>
          <a:chOff x="0" y="0"/>
          <a:chExt cx="0" cy="0"/>
        </a:xfrm>
      </p:grpSpPr>
      <p:sp>
        <p:nvSpPr>
          <p:cNvPr id="1643" name="Google Shape;1643;p58"/>
          <p:cNvSpPr txBox="1"/>
          <p:nvPr>
            <p:ph type="title"/>
          </p:nvPr>
        </p:nvSpPr>
        <p:spPr>
          <a:xfrm>
            <a:off x="0" y="3017650"/>
            <a:ext cx="12207300" cy="831300"/>
          </a:xfrm>
          <a:prstGeom prst="rect">
            <a:avLst/>
          </a:prstGeom>
        </p:spPr>
        <p:txBody>
          <a:bodyPr anchorCtr="0" anchor="ctr" bIns="121875" lIns="121875" spcFirstLastPara="1" rIns="121875" wrap="square" tIns="121875">
            <a:noAutofit/>
          </a:bodyPr>
          <a:lstStyle/>
          <a:p>
            <a:pPr indent="0" lvl="0" marL="0" rtl="0" algn="ctr">
              <a:lnSpc>
                <a:spcPct val="139988"/>
              </a:lnSpc>
              <a:spcBef>
                <a:spcPts val="0"/>
              </a:spcBef>
              <a:spcAft>
                <a:spcPts val="0"/>
              </a:spcAft>
              <a:buNone/>
            </a:pPr>
            <a:r>
              <a:rPr lang="en" sz="6000">
                <a:solidFill>
                  <a:srgbClr val="F4F7FB"/>
                </a:solidFill>
              </a:rPr>
              <a:t>Demo: Decision Tree</a:t>
            </a:r>
            <a:endParaRPr sz="6000"/>
          </a:p>
        </p:txBody>
      </p:sp>
      <p:sp>
        <p:nvSpPr>
          <p:cNvPr id="1644" name="Google Shape;1644;p58"/>
          <p:cNvSpPr txBox="1"/>
          <p:nvPr>
            <p:ph idx="1" type="subTitle"/>
          </p:nvPr>
        </p:nvSpPr>
        <p:spPr>
          <a:xfrm>
            <a:off x="0" y="3972225"/>
            <a:ext cx="12189000" cy="405300"/>
          </a:xfrm>
          <a:prstGeom prst="rect">
            <a:avLst/>
          </a:prstGeom>
        </p:spPr>
        <p:txBody>
          <a:bodyPr anchorCtr="0" anchor="ctr" bIns="0" lIns="0" spcFirstLastPara="1" rIns="0" wrap="square" tIns="0">
            <a:noAutofit/>
          </a:bodyPr>
          <a:lstStyle/>
          <a:p>
            <a:pPr indent="0" lvl="0" marL="0" rtl="0" algn="ctr">
              <a:lnSpc>
                <a:spcPct val="90000"/>
              </a:lnSpc>
              <a:spcBef>
                <a:spcPts val="1066"/>
              </a:spcBef>
              <a:spcAft>
                <a:spcPts val="0"/>
              </a:spcAft>
              <a:buClr>
                <a:srgbClr val="000000"/>
              </a:buClr>
              <a:buSzPts val="2933"/>
              <a:buFont typeface="Arial"/>
              <a:buNone/>
            </a:pPr>
            <a:r>
              <a:rPr lang="en" sz="2100" u="sng">
                <a:hlinkClick r:id="rId3"/>
              </a:rPr>
              <a:t>A visual explanation of decision tree</a:t>
            </a:r>
            <a:endParaRPr sz="2100"/>
          </a:p>
          <a:p>
            <a:pPr indent="0" lvl="0" marL="0" rtl="0" algn="ctr">
              <a:spcBef>
                <a:spcPts val="0"/>
              </a:spcBef>
              <a:spcAft>
                <a:spcPts val="0"/>
              </a:spcAft>
              <a:buNone/>
            </a:pPr>
            <a:r>
              <a:t/>
            </a:r>
            <a:endParaRPr sz="21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8" name="Shape 1648"/>
        <p:cNvGrpSpPr/>
        <p:nvPr/>
      </p:nvGrpSpPr>
      <p:grpSpPr>
        <a:xfrm>
          <a:off x="0" y="0"/>
          <a:ext cx="0" cy="0"/>
          <a:chOff x="0" y="0"/>
          <a:chExt cx="0" cy="0"/>
        </a:xfrm>
      </p:grpSpPr>
      <p:pic>
        <p:nvPicPr>
          <p:cNvPr id="1649" name="Google Shape;1649;p59"/>
          <p:cNvPicPr preferRelativeResize="0"/>
          <p:nvPr/>
        </p:nvPicPr>
        <p:blipFill rotWithShape="1">
          <a:blip r:embed="rId3">
            <a:alphaModFix/>
          </a:blip>
          <a:srcRect b="0" l="0" r="0" t="0"/>
          <a:stretch/>
        </p:blipFill>
        <p:spPr>
          <a:xfrm>
            <a:off x="2761542" y="2153707"/>
            <a:ext cx="6665832" cy="3913796"/>
          </a:xfrm>
          <a:prstGeom prst="rect">
            <a:avLst/>
          </a:prstGeom>
          <a:noFill/>
          <a:ln>
            <a:noFill/>
          </a:ln>
        </p:spPr>
      </p:pic>
      <p:sp>
        <p:nvSpPr>
          <p:cNvPr id="1650" name="Google Shape;1650;p59"/>
          <p:cNvSpPr txBox="1"/>
          <p:nvPr>
            <p:ph type="title"/>
          </p:nvPr>
        </p:nvSpPr>
        <p:spPr>
          <a:xfrm>
            <a:off x="2276850" y="657525"/>
            <a:ext cx="60237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Modeling: Neural Networks</a:t>
            </a:r>
            <a:endParaRPr sz="2800">
              <a:solidFill>
                <a:schemeClr val="accent6"/>
              </a:solidFill>
            </a:endParaRPr>
          </a:p>
        </p:txBody>
      </p:sp>
      <p:sp>
        <p:nvSpPr>
          <p:cNvPr id="1651" name="Google Shape;1651;p59"/>
          <p:cNvSpPr txBox="1"/>
          <p:nvPr>
            <p:ph idx="2" type="subTitle"/>
          </p:nvPr>
        </p:nvSpPr>
        <p:spPr>
          <a:xfrm>
            <a:off x="2279584" y="1124100"/>
            <a:ext cx="60237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652" name="Google Shape;1652;p59"/>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653" name="Google Shape;1653;p59"/>
          <p:cNvSpPr/>
          <p:nvPr/>
        </p:nvSpPr>
        <p:spPr>
          <a:xfrm>
            <a:off x="9993875" y="1254120"/>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Modeling</a:t>
            </a:r>
            <a:endParaRPr b="1" i="0" sz="1500" u="none" cap="none" strike="noStrike">
              <a:solidFill>
                <a:srgbClr val="FFFFFF"/>
              </a:solidFill>
              <a:latin typeface="Proxima Nova"/>
              <a:ea typeface="Proxima Nova"/>
              <a:cs typeface="Proxima Nova"/>
              <a:sym typeface="Proxima Nova"/>
            </a:endParaRPr>
          </a:p>
        </p:txBody>
      </p:sp>
      <p:sp>
        <p:nvSpPr>
          <p:cNvPr id="1654" name="Google Shape;1654;p59"/>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
        <p:nvSpPr>
          <p:cNvPr id="1655" name="Google Shape;1655;p59"/>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656" name="Google Shape;1656;p59"/>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657" name="Google Shape;1657;p59"/>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658" name="Google Shape;1658;p59"/>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659" name="Google Shape;1659;p59"/>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0A59"/>
        </a:solidFill>
      </p:bgPr>
    </p:bg>
    <p:spTree>
      <p:nvGrpSpPr>
        <p:cNvPr id="1663" name="Shape 1663"/>
        <p:cNvGrpSpPr/>
        <p:nvPr/>
      </p:nvGrpSpPr>
      <p:grpSpPr>
        <a:xfrm>
          <a:off x="0" y="0"/>
          <a:ext cx="0" cy="0"/>
          <a:chOff x="0" y="0"/>
          <a:chExt cx="0" cy="0"/>
        </a:xfrm>
      </p:grpSpPr>
      <p:sp>
        <p:nvSpPr>
          <p:cNvPr id="1664" name="Google Shape;1664;p60"/>
          <p:cNvSpPr txBox="1"/>
          <p:nvPr>
            <p:ph type="title"/>
          </p:nvPr>
        </p:nvSpPr>
        <p:spPr>
          <a:xfrm>
            <a:off x="0" y="3017650"/>
            <a:ext cx="12207300" cy="831300"/>
          </a:xfrm>
          <a:prstGeom prst="rect">
            <a:avLst/>
          </a:prstGeom>
        </p:spPr>
        <p:txBody>
          <a:bodyPr anchorCtr="0" anchor="ctr" bIns="121875" lIns="121875" spcFirstLastPara="1" rIns="121875" wrap="square" tIns="121875">
            <a:noAutofit/>
          </a:bodyPr>
          <a:lstStyle/>
          <a:p>
            <a:pPr indent="0" lvl="0" marL="0" rtl="0" algn="ctr">
              <a:lnSpc>
                <a:spcPct val="139988"/>
              </a:lnSpc>
              <a:spcBef>
                <a:spcPts val="0"/>
              </a:spcBef>
              <a:spcAft>
                <a:spcPts val="0"/>
              </a:spcAft>
              <a:buNone/>
            </a:pPr>
            <a:r>
              <a:rPr lang="en" sz="6000">
                <a:solidFill>
                  <a:srgbClr val="F4F7FB"/>
                </a:solidFill>
              </a:rPr>
              <a:t>Demo: Neural Networks</a:t>
            </a:r>
            <a:endParaRPr sz="6000"/>
          </a:p>
        </p:txBody>
      </p:sp>
      <p:sp>
        <p:nvSpPr>
          <p:cNvPr id="1665" name="Google Shape;1665;p60"/>
          <p:cNvSpPr txBox="1"/>
          <p:nvPr>
            <p:ph idx="1" type="subTitle"/>
          </p:nvPr>
        </p:nvSpPr>
        <p:spPr>
          <a:xfrm>
            <a:off x="0" y="3972225"/>
            <a:ext cx="12189000" cy="405300"/>
          </a:xfrm>
          <a:prstGeom prst="rect">
            <a:avLst/>
          </a:prstGeom>
        </p:spPr>
        <p:txBody>
          <a:bodyPr anchorCtr="0" anchor="ctr" bIns="0" lIns="0" spcFirstLastPara="1" rIns="0" wrap="square" tIns="0">
            <a:noAutofit/>
          </a:bodyPr>
          <a:lstStyle/>
          <a:p>
            <a:pPr indent="0" lvl="0" marL="0" rtl="0" algn="ctr">
              <a:lnSpc>
                <a:spcPct val="90000"/>
              </a:lnSpc>
              <a:spcBef>
                <a:spcPts val="1066"/>
              </a:spcBef>
              <a:spcAft>
                <a:spcPts val="0"/>
              </a:spcAft>
              <a:buClr>
                <a:srgbClr val="000000"/>
              </a:buClr>
              <a:buSzPts val="2933"/>
              <a:buFont typeface="Arial"/>
              <a:buNone/>
            </a:pPr>
            <a:r>
              <a:rPr lang="en" sz="2100" u="sng">
                <a:hlinkClick r:id="rId3"/>
              </a:rPr>
              <a:t>Neural network playground</a:t>
            </a:r>
            <a:endParaRPr sz="2100"/>
          </a:p>
          <a:p>
            <a:pPr indent="0" lvl="0" marL="0" rtl="0" algn="ctr">
              <a:spcBef>
                <a:spcPts val="0"/>
              </a:spcBef>
              <a:spcAft>
                <a:spcPts val="0"/>
              </a:spcAft>
              <a:buNone/>
            </a:pPr>
            <a:r>
              <a:t/>
            </a:r>
            <a:endParaRPr sz="21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9" name="Shape 1669"/>
        <p:cNvGrpSpPr/>
        <p:nvPr/>
      </p:nvGrpSpPr>
      <p:grpSpPr>
        <a:xfrm>
          <a:off x="0" y="0"/>
          <a:ext cx="0" cy="0"/>
          <a:chOff x="0" y="0"/>
          <a:chExt cx="0" cy="0"/>
        </a:xfrm>
      </p:grpSpPr>
      <p:sp>
        <p:nvSpPr>
          <p:cNvPr id="1670" name="Google Shape;1670;p61"/>
          <p:cNvSpPr/>
          <p:nvPr/>
        </p:nvSpPr>
        <p:spPr>
          <a:xfrm>
            <a:off x="6094475" y="2367767"/>
            <a:ext cx="5323800" cy="818100"/>
          </a:xfrm>
          <a:prstGeom prst="roundRect">
            <a:avLst>
              <a:gd fmla="val 16667" name="adj"/>
            </a:avLst>
          </a:prstGeom>
          <a:noFill/>
          <a:ln cap="flat" cmpd="sng" w="254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866"/>
              <a:buFont typeface="Arial"/>
              <a:buNone/>
            </a:pPr>
            <a:r>
              <a:t/>
            </a:r>
            <a:endParaRPr i="0" sz="1700" u="none" cap="none" strike="noStrike">
              <a:solidFill>
                <a:schemeClr val="accent3"/>
              </a:solidFill>
              <a:latin typeface="Proxima Nova"/>
              <a:ea typeface="Proxima Nova"/>
              <a:cs typeface="Proxima Nova"/>
              <a:sym typeface="Proxima Nova"/>
            </a:endParaRPr>
          </a:p>
        </p:txBody>
      </p:sp>
      <p:sp>
        <p:nvSpPr>
          <p:cNvPr id="1671" name="Google Shape;1671;p61"/>
          <p:cNvSpPr/>
          <p:nvPr/>
        </p:nvSpPr>
        <p:spPr>
          <a:xfrm>
            <a:off x="685747" y="2326633"/>
            <a:ext cx="858900" cy="413100"/>
          </a:xfrm>
          <a:prstGeom prst="roundRect">
            <a:avLst>
              <a:gd fmla="val 16667" name="adj"/>
            </a:avLst>
          </a:prstGeom>
          <a:noFill/>
          <a:ln cap="flat" cmpd="sng" w="127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chemeClr val="accent6"/>
              </a:solidFill>
              <a:latin typeface="Proxima Nova"/>
              <a:ea typeface="Proxima Nova"/>
              <a:cs typeface="Proxima Nova"/>
              <a:sym typeface="Proxima Nova"/>
            </a:endParaRPr>
          </a:p>
        </p:txBody>
      </p:sp>
      <p:sp>
        <p:nvSpPr>
          <p:cNvPr id="1672" name="Google Shape;1672;p61"/>
          <p:cNvSpPr txBox="1"/>
          <p:nvPr/>
        </p:nvSpPr>
        <p:spPr>
          <a:xfrm>
            <a:off x="685747"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Plant</a:t>
            </a:r>
            <a:endParaRPr b="1" i="0" sz="1466" u="none" cap="none" strike="noStrike">
              <a:solidFill>
                <a:schemeClr val="accent6"/>
              </a:solidFill>
              <a:latin typeface="Proxima Nova"/>
              <a:ea typeface="Proxima Nova"/>
              <a:cs typeface="Proxima Nova"/>
              <a:sym typeface="Proxima Nova"/>
            </a:endParaRPr>
          </a:p>
        </p:txBody>
      </p:sp>
      <p:sp>
        <p:nvSpPr>
          <p:cNvPr id="1673" name="Google Shape;1673;p61"/>
          <p:cNvSpPr/>
          <p:nvPr/>
        </p:nvSpPr>
        <p:spPr>
          <a:xfrm>
            <a:off x="1906491" y="2326633"/>
            <a:ext cx="858900" cy="413100"/>
          </a:xfrm>
          <a:prstGeom prst="roundRect">
            <a:avLst>
              <a:gd fmla="val 16667" name="adj"/>
            </a:avLst>
          </a:prstGeom>
          <a:noFill/>
          <a:ln cap="flat" cmpd="sng" w="12700">
            <a:solidFill>
              <a:srgbClr val="0BAC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chemeClr val="accent6"/>
              </a:solidFill>
              <a:latin typeface="Proxima Nova"/>
              <a:ea typeface="Proxima Nova"/>
              <a:cs typeface="Proxima Nova"/>
              <a:sym typeface="Proxima Nova"/>
            </a:endParaRPr>
          </a:p>
        </p:txBody>
      </p:sp>
      <p:sp>
        <p:nvSpPr>
          <p:cNvPr id="1674" name="Google Shape;1674;p61"/>
          <p:cNvSpPr txBox="1"/>
          <p:nvPr/>
        </p:nvSpPr>
        <p:spPr>
          <a:xfrm>
            <a:off x="1906508"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Harvest</a:t>
            </a:r>
            <a:endParaRPr b="1" i="0" sz="1466" u="none" cap="none" strike="noStrike">
              <a:solidFill>
                <a:schemeClr val="accent6"/>
              </a:solidFill>
              <a:latin typeface="Proxima Nova"/>
              <a:ea typeface="Proxima Nova"/>
              <a:cs typeface="Proxima Nova"/>
              <a:sym typeface="Proxima Nova"/>
            </a:endParaRPr>
          </a:p>
        </p:txBody>
      </p:sp>
      <p:sp>
        <p:nvSpPr>
          <p:cNvPr id="1675" name="Google Shape;1675;p61"/>
          <p:cNvSpPr/>
          <p:nvPr/>
        </p:nvSpPr>
        <p:spPr>
          <a:xfrm>
            <a:off x="3127236" y="2326633"/>
            <a:ext cx="858900" cy="413100"/>
          </a:xfrm>
          <a:prstGeom prst="roundRect">
            <a:avLst>
              <a:gd fmla="val 16667" name="adj"/>
            </a:avLst>
          </a:prstGeom>
          <a:noFill/>
          <a:ln cap="flat" cmpd="sng" w="12700">
            <a:solidFill>
              <a:srgbClr val="FD806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chemeClr val="accent6"/>
              </a:solidFill>
              <a:latin typeface="Proxima Nova"/>
              <a:ea typeface="Proxima Nova"/>
              <a:cs typeface="Proxima Nova"/>
              <a:sym typeface="Proxima Nova"/>
            </a:endParaRPr>
          </a:p>
        </p:txBody>
      </p:sp>
      <p:sp>
        <p:nvSpPr>
          <p:cNvPr id="1676" name="Google Shape;1676;p61"/>
          <p:cNvSpPr txBox="1"/>
          <p:nvPr/>
        </p:nvSpPr>
        <p:spPr>
          <a:xfrm>
            <a:off x="3127236"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Process</a:t>
            </a:r>
            <a:endParaRPr b="1" i="0" sz="1466" u="none" cap="none" strike="noStrike">
              <a:solidFill>
                <a:schemeClr val="accent6"/>
              </a:solidFill>
              <a:latin typeface="Proxima Nova"/>
              <a:ea typeface="Proxima Nova"/>
              <a:cs typeface="Proxima Nova"/>
              <a:sym typeface="Proxima Nova"/>
            </a:endParaRPr>
          </a:p>
        </p:txBody>
      </p:sp>
      <p:sp>
        <p:nvSpPr>
          <p:cNvPr id="1677" name="Google Shape;1677;p61"/>
          <p:cNvSpPr/>
          <p:nvPr/>
        </p:nvSpPr>
        <p:spPr>
          <a:xfrm>
            <a:off x="4347980" y="2326633"/>
            <a:ext cx="858900" cy="413100"/>
          </a:xfrm>
          <a:prstGeom prst="roundRect">
            <a:avLst>
              <a:gd fmla="val 16667" name="adj"/>
            </a:avLst>
          </a:prstGeom>
          <a:noFill/>
          <a:ln cap="flat" cmpd="sng" w="127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chemeClr val="accent6"/>
              </a:solidFill>
              <a:latin typeface="Proxima Nova"/>
              <a:ea typeface="Proxima Nova"/>
              <a:cs typeface="Proxima Nova"/>
              <a:sym typeface="Proxima Nova"/>
            </a:endParaRPr>
          </a:p>
        </p:txBody>
      </p:sp>
      <p:sp>
        <p:nvSpPr>
          <p:cNvPr id="1678" name="Google Shape;1678;p61"/>
          <p:cNvSpPr txBox="1"/>
          <p:nvPr/>
        </p:nvSpPr>
        <p:spPr>
          <a:xfrm>
            <a:off x="4347980"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Grading</a:t>
            </a:r>
            <a:endParaRPr b="1" i="0" sz="1466" u="none" cap="none" strike="noStrike">
              <a:solidFill>
                <a:schemeClr val="accent6"/>
              </a:solidFill>
              <a:latin typeface="Proxima Nova"/>
              <a:ea typeface="Proxima Nova"/>
              <a:cs typeface="Proxima Nova"/>
              <a:sym typeface="Proxima Nova"/>
            </a:endParaRPr>
          </a:p>
        </p:txBody>
      </p:sp>
      <p:sp>
        <p:nvSpPr>
          <p:cNvPr id="1679" name="Google Shape;1679;p61"/>
          <p:cNvSpPr/>
          <p:nvPr/>
        </p:nvSpPr>
        <p:spPr>
          <a:xfrm>
            <a:off x="4347969" y="2966939"/>
            <a:ext cx="858900" cy="413100"/>
          </a:xfrm>
          <a:prstGeom prst="roundRect">
            <a:avLst>
              <a:gd fmla="val 16667" name="adj"/>
            </a:avLst>
          </a:prstGeom>
          <a:noFill/>
          <a:ln cap="flat" cmpd="sng" w="1270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chemeClr val="accent6"/>
              </a:solidFill>
              <a:latin typeface="Proxima Nova"/>
              <a:ea typeface="Proxima Nova"/>
              <a:cs typeface="Proxima Nova"/>
              <a:sym typeface="Proxima Nova"/>
            </a:endParaRPr>
          </a:p>
        </p:txBody>
      </p:sp>
      <p:sp>
        <p:nvSpPr>
          <p:cNvPr id="1680" name="Google Shape;1680;p61"/>
          <p:cNvSpPr txBox="1"/>
          <p:nvPr/>
        </p:nvSpPr>
        <p:spPr>
          <a:xfrm>
            <a:off x="4347969"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Roast</a:t>
            </a:r>
            <a:endParaRPr b="1" i="0" sz="1466" u="none" cap="none" strike="noStrike">
              <a:solidFill>
                <a:schemeClr val="accent6"/>
              </a:solidFill>
              <a:latin typeface="Proxima Nova"/>
              <a:ea typeface="Proxima Nova"/>
              <a:cs typeface="Proxima Nova"/>
              <a:sym typeface="Proxima Nova"/>
            </a:endParaRPr>
          </a:p>
        </p:txBody>
      </p:sp>
      <p:sp>
        <p:nvSpPr>
          <p:cNvPr id="1681" name="Google Shape;1681;p61"/>
          <p:cNvSpPr/>
          <p:nvPr/>
        </p:nvSpPr>
        <p:spPr>
          <a:xfrm>
            <a:off x="3127225" y="2966939"/>
            <a:ext cx="858900" cy="413100"/>
          </a:xfrm>
          <a:prstGeom prst="roundRect">
            <a:avLst>
              <a:gd fmla="val 16667" name="adj"/>
            </a:avLst>
          </a:prstGeom>
          <a:noFill/>
          <a:ln cap="flat" cmpd="sng" w="127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chemeClr val="accent6"/>
              </a:solidFill>
              <a:latin typeface="Proxima Nova"/>
              <a:ea typeface="Proxima Nova"/>
              <a:cs typeface="Proxima Nova"/>
              <a:sym typeface="Proxima Nova"/>
            </a:endParaRPr>
          </a:p>
        </p:txBody>
      </p:sp>
      <p:sp>
        <p:nvSpPr>
          <p:cNvPr id="1682" name="Google Shape;1682;p61"/>
          <p:cNvSpPr txBox="1"/>
          <p:nvPr/>
        </p:nvSpPr>
        <p:spPr>
          <a:xfrm>
            <a:off x="3127225"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Grind</a:t>
            </a:r>
            <a:endParaRPr b="1" i="0" sz="1466" u="none" cap="none" strike="noStrike">
              <a:solidFill>
                <a:schemeClr val="accent6"/>
              </a:solidFill>
              <a:latin typeface="Proxima Nova"/>
              <a:ea typeface="Proxima Nova"/>
              <a:cs typeface="Proxima Nova"/>
              <a:sym typeface="Proxima Nova"/>
            </a:endParaRPr>
          </a:p>
        </p:txBody>
      </p:sp>
      <p:cxnSp>
        <p:nvCxnSpPr>
          <p:cNvPr id="1683" name="Google Shape;1683;p61"/>
          <p:cNvCxnSpPr>
            <a:stCxn id="1680" idx="1"/>
            <a:endCxn id="1682" idx="3"/>
          </p:cNvCxnSpPr>
          <p:nvPr/>
        </p:nvCxnSpPr>
        <p:spPr>
          <a:xfrm rot="10800000">
            <a:off x="3986169"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684" name="Google Shape;1684;p61"/>
          <p:cNvSpPr/>
          <p:nvPr/>
        </p:nvSpPr>
        <p:spPr>
          <a:xfrm>
            <a:off x="1906482" y="2966939"/>
            <a:ext cx="858900" cy="413100"/>
          </a:xfrm>
          <a:prstGeom prst="roundRect">
            <a:avLst>
              <a:gd fmla="val 16667" name="adj"/>
            </a:avLst>
          </a:prstGeom>
          <a:solidFill>
            <a:srgbClr val="F3CD12">
              <a:alpha val="12940"/>
            </a:srgbClr>
          </a:solidFill>
          <a:ln cap="flat" cmpd="sng" w="127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chemeClr val="accent6"/>
              </a:solidFill>
              <a:latin typeface="Proxima Nova"/>
              <a:ea typeface="Proxima Nova"/>
              <a:cs typeface="Proxima Nova"/>
              <a:sym typeface="Proxima Nova"/>
            </a:endParaRPr>
          </a:p>
        </p:txBody>
      </p:sp>
      <p:sp>
        <p:nvSpPr>
          <p:cNvPr id="1685" name="Google Shape;1685;p61"/>
          <p:cNvSpPr txBox="1"/>
          <p:nvPr/>
        </p:nvSpPr>
        <p:spPr>
          <a:xfrm>
            <a:off x="1906482"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Brew</a:t>
            </a:r>
            <a:endParaRPr b="1" i="0" sz="1466" u="none" cap="none" strike="noStrike">
              <a:solidFill>
                <a:schemeClr val="accent6"/>
              </a:solidFill>
              <a:latin typeface="Proxima Nova"/>
              <a:ea typeface="Proxima Nova"/>
              <a:cs typeface="Proxima Nova"/>
              <a:sym typeface="Proxima Nova"/>
            </a:endParaRPr>
          </a:p>
        </p:txBody>
      </p:sp>
      <p:cxnSp>
        <p:nvCxnSpPr>
          <p:cNvPr id="1686" name="Google Shape;1686;p61"/>
          <p:cNvCxnSpPr>
            <a:stCxn id="1682" idx="1"/>
            <a:endCxn id="1685" idx="3"/>
          </p:cNvCxnSpPr>
          <p:nvPr/>
        </p:nvCxnSpPr>
        <p:spPr>
          <a:xfrm rot="10800000">
            <a:off x="2765425"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687" name="Google Shape;1687;p61"/>
          <p:cNvSpPr/>
          <p:nvPr/>
        </p:nvSpPr>
        <p:spPr>
          <a:xfrm>
            <a:off x="685628" y="2966939"/>
            <a:ext cx="858900" cy="413100"/>
          </a:xfrm>
          <a:prstGeom prst="roundRect">
            <a:avLst>
              <a:gd fmla="val 16667" name="adj"/>
            </a:avLst>
          </a:prstGeom>
          <a:noFill/>
          <a:ln cap="flat" cmpd="sng" w="127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chemeClr val="accent6"/>
              </a:solidFill>
              <a:latin typeface="Proxima Nova"/>
              <a:ea typeface="Proxima Nova"/>
              <a:cs typeface="Proxima Nova"/>
              <a:sym typeface="Proxima Nova"/>
            </a:endParaRPr>
          </a:p>
        </p:txBody>
      </p:sp>
      <p:sp>
        <p:nvSpPr>
          <p:cNvPr id="1688" name="Google Shape;1688;p61"/>
          <p:cNvSpPr txBox="1"/>
          <p:nvPr/>
        </p:nvSpPr>
        <p:spPr>
          <a:xfrm>
            <a:off x="685628"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chemeClr val="accent6"/>
                </a:solidFill>
                <a:latin typeface="Proxima Nova"/>
                <a:ea typeface="Proxima Nova"/>
                <a:cs typeface="Proxima Nova"/>
                <a:sym typeface="Proxima Nova"/>
              </a:rPr>
              <a:t>Latte</a:t>
            </a:r>
            <a:endParaRPr b="1" i="0" sz="1466" u="none" cap="none" strike="noStrike">
              <a:solidFill>
                <a:schemeClr val="accent6"/>
              </a:solidFill>
              <a:latin typeface="Proxima Nova"/>
              <a:ea typeface="Proxima Nova"/>
              <a:cs typeface="Proxima Nova"/>
              <a:sym typeface="Proxima Nova"/>
            </a:endParaRPr>
          </a:p>
        </p:txBody>
      </p:sp>
      <p:cxnSp>
        <p:nvCxnSpPr>
          <p:cNvPr id="1689" name="Google Shape;1689;p61"/>
          <p:cNvCxnSpPr>
            <a:endCxn id="1688" idx="3"/>
          </p:cNvCxnSpPr>
          <p:nvPr/>
        </p:nvCxnSpPr>
        <p:spPr>
          <a:xfrm rot="10800000">
            <a:off x="1544528" y="3158008"/>
            <a:ext cx="361800" cy="0"/>
          </a:xfrm>
          <a:prstGeom prst="straightConnector1">
            <a:avLst/>
          </a:prstGeom>
          <a:noFill/>
          <a:ln cap="flat" cmpd="sng" w="12700">
            <a:solidFill>
              <a:srgbClr val="7F7F7F"/>
            </a:solidFill>
            <a:prstDash val="solid"/>
            <a:round/>
            <a:headEnd len="sm" w="sm" type="none"/>
            <a:tailEnd len="med" w="med" type="triangle"/>
          </a:ln>
        </p:spPr>
      </p:cxnSp>
      <p:pic>
        <p:nvPicPr>
          <p:cNvPr id="1690" name="Google Shape;1690;p61"/>
          <p:cNvPicPr preferRelativeResize="0"/>
          <p:nvPr/>
        </p:nvPicPr>
        <p:blipFill rotWithShape="1">
          <a:blip r:embed="rId3">
            <a:alphaModFix/>
          </a:blip>
          <a:srcRect b="0" l="0" r="0" t="0"/>
          <a:stretch/>
        </p:blipFill>
        <p:spPr>
          <a:xfrm>
            <a:off x="1034674" y="3730567"/>
            <a:ext cx="3823143" cy="2548762"/>
          </a:xfrm>
          <a:prstGeom prst="rect">
            <a:avLst/>
          </a:prstGeom>
          <a:noFill/>
          <a:ln>
            <a:noFill/>
          </a:ln>
        </p:spPr>
      </p:pic>
      <p:sp>
        <p:nvSpPr>
          <p:cNvPr id="1691" name="Google Shape;1691;p61"/>
          <p:cNvSpPr txBox="1"/>
          <p:nvPr/>
        </p:nvSpPr>
        <p:spPr>
          <a:xfrm>
            <a:off x="6094475" y="3454133"/>
            <a:ext cx="5779800" cy="24600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1733"/>
              <a:buFont typeface="Arial"/>
              <a:buNone/>
            </a:pPr>
            <a:r>
              <a:rPr b="1" i="0" lang="en" sz="1700" u="none" cap="none" strike="noStrike">
                <a:solidFill>
                  <a:schemeClr val="accent6"/>
                </a:solidFill>
                <a:latin typeface="Proxima Nova"/>
                <a:ea typeface="Proxima Nova"/>
                <a:cs typeface="Proxima Nova"/>
                <a:sym typeface="Proxima Nova"/>
              </a:rPr>
              <a:t>Model Evaluation</a:t>
            </a:r>
            <a:endParaRPr b="1" i="0" sz="1700" u="none" cap="none" strike="noStrike">
              <a:solidFill>
                <a:schemeClr val="accent6"/>
              </a:solidFill>
              <a:latin typeface="Proxima Nova"/>
              <a:ea typeface="Proxima Nova"/>
              <a:cs typeface="Proxima Nova"/>
              <a:sym typeface="Proxima Nova"/>
            </a:endParaRPr>
          </a:p>
          <a:p>
            <a:pPr indent="-374599" lvl="0" marL="609498" marR="0" rtl="0" algn="l">
              <a:lnSpc>
                <a:spcPct val="140018"/>
              </a:lnSpc>
              <a:spcBef>
                <a:spcPts val="0"/>
              </a:spcBef>
              <a:spcAft>
                <a:spcPts val="0"/>
              </a:spcAft>
              <a:buClr>
                <a:schemeClr val="accent6"/>
              </a:buClr>
              <a:buSzPts val="1100"/>
              <a:buFont typeface="Proxima Nova"/>
              <a:buChar char="●"/>
            </a:pPr>
            <a:r>
              <a:rPr i="0" lang="en" sz="1700" u="none" cap="none" strike="noStrike">
                <a:solidFill>
                  <a:schemeClr val="accent6"/>
                </a:solidFill>
                <a:latin typeface="Proxima Nova"/>
                <a:ea typeface="Proxima Nova"/>
                <a:cs typeface="Proxima Nova"/>
                <a:sym typeface="Proxima Nova"/>
              </a:rPr>
              <a:t>We need a set of metrics to benchmark the model performance</a:t>
            </a:r>
            <a:endParaRPr i="0" sz="1700" u="none" cap="none" strike="noStrike">
              <a:solidFill>
                <a:schemeClr val="accent6"/>
              </a:solidFill>
              <a:latin typeface="Proxima Nova"/>
              <a:ea typeface="Proxima Nova"/>
              <a:cs typeface="Proxima Nova"/>
              <a:sym typeface="Proxima Nova"/>
            </a:endParaRPr>
          </a:p>
          <a:p>
            <a:pPr indent="0" lvl="0" marL="0" marR="0" rtl="0" algn="l">
              <a:lnSpc>
                <a:spcPct val="140018"/>
              </a:lnSpc>
              <a:spcBef>
                <a:spcPts val="0"/>
              </a:spcBef>
              <a:spcAft>
                <a:spcPts val="0"/>
              </a:spcAft>
              <a:buClr>
                <a:srgbClr val="000000"/>
              </a:buClr>
              <a:buSzPts val="1733"/>
              <a:buFont typeface="Arial"/>
              <a:buNone/>
            </a:pPr>
            <a:r>
              <a:t/>
            </a:r>
            <a:endParaRPr i="0" sz="1700" u="none" cap="none" strike="noStrike">
              <a:solidFill>
                <a:schemeClr val="accent6"/>
              </a:solidFill>
              <a:latin typeface="Proxima Nova"/>
              <a:ea typeface="Proxima Nova"/>
              <a:cs typeface="Proxima Nova"/>
              <a:sym typeface="Proxima Nova"/>
            </a:endParaRPr>
          </a:p>
          <a:p>
            <a:pPr indent="0" lvl="0" marL="0" marR="0" rtl="0" algn="l">
              <a:lnSpc>
                <a:spcPct val="140018"/>
              </a:lnSpc>
              <a:spcBef>
                <a:spcPts val="0"/>
              </a:spcBef>
              <a:spcAft>
                <a:spcPts val="0"/>
              </a:spcAft>
              <a:buClr>
                <a:srgbClr val="000000"/>
              </a:buClr>
              <a:buSzPts val="1733"/>
              <a:buFont typeface="Arial"/>
              <a:buNone/>
            </a:pPr>
            <a:r>
              <a:rPr b="1" i="0" lang="en" sz="1700" u="none" cap="none" strike="noStrike">
                <a:solidFill>
                  <a:schemeClr val="accent6"/>
                </a:solidFill>
                <a:latin typeface="Proxima Nova"/>
                <a:ea typeface="Proxima Nova"/>
                <a:cs typeface="Proxima Nova"/>
                <a:sym typeface="Proxima Nova"/>
              </a:rPr>
              <a:t>Model Validation</a:t>
            </a:r>
            <a:endParaRPr b="1" i="0" sz="1700" u="none" cap="none" strike="noStrike">
              <a:solidFill>
                <a:schemeClr val="accent6"/>
              </a:solidFill>
              <a:latin typeface="Proxima Nova"/>
              <a:ea typeface="Proxima Nova"/>
              <a:cs typeface="Proxima Nova"/>
              <a:sym typeface="Proxima Nova"/>
            </a:endParaRPr>
          </a:p>
          <a:p>
            <a:pPr indent="-374599" lvl="0" marL="609498" marR="0" rtl="0" algn="l">
              <a:lnSpc>
                <a:spcPct val="140018"/>
              </a:lnSpc>
              <a:spcBef>
                <a:spcPts val="0"/>
              </a:spcBef>
              <a:spcAft>
                <a:spcPts val="0"/>
              </a:spcAft>
              <a:buClr>
                <a:schemeClr val="accent6"/>
              </a:buClr>
              <a:buSzPts val="1100"/>
              <a:buFont typeface="Proxima Nova"/>
              <a:buChar char="●"/>
            </a:pPr>
            <a:r>
              <a:rPr i="0" lang="en" sz="1700" u="none" cap="none" strike="noStrike">
                <a:solidFill>
                  <a:schemeClr val="accent6"/>
                </a:solidFill>
                <a:latin typeface="Proxima Nova"/>
                <a:ea typeface="Proxima Nova"/>
                <a:cs typeface="Proxima Nova"/>
                <a:sym typeface="Proxima Nova"/>
              </a:rPr>
              <a:t>We also want to know that the model is well tested and the good result is reproducible.</a:t>
            </a:r>
            <a:endParaRPr i="0" sz="1700" u="none" cap="none" strike="noStrike">
              <a:solidFill>
                <a:schemeClr val="accent6"/>
              </a:solidFill>
              <a:latin typeface="Proxima Nova"/>
              <a:ea typeface="Proxima Nova"/>
              <a:cs typeface="Proxima Nova"/>
              <a:sym typeface="Proxima Nova"/>
            </a:endParaRPr>
          </a:p>
        </p:txBody>
      </p:sp>
      <p:sp>
        <p:nvSpPr>
          <p:cNvPr id="1692" name="Google Shape;1692;p61"/>
          <p:cNvSpPr txBox="1"/>
          <p:nvPr/>
        </p:nvSpPr>
        <p:spPr>
          <a:xfrm>
            <a:off x="6170456" y="2520167"/>
            <a:ext cx="5172000" cy="513300"/>
          </a:xfrm>
          <a:prstGeom prst="rect">
            <a:avLst/>
          </a:prstGeom>
          <a:noFill/>
          <a:ln>
            <a:noFill/>
          </a:ln>
        </p:spPr>
        <p:txBody>
          <a:bodyPr anchorCtr="0" anchor="ctr" bIns="121875" lIns="121875" spcFirstLastPara="1" rIns="121875" wrap="square" tIns="121875">
            <a:noAutofit/>
          </a:bodyPr>
          <a:lstStyle/>
          <a:p>
            <a:pPr indent="0" lvl="0" marL="0" marR="0" rtl="0" algn="ctr">
              <a:lnSpc>
                <a:spcPct val="140018"/>
              </a:lnSpc>
              <a:spcBef>
                <a:spcPts val="0"/>
              </a:spcBef>
              <a:spcAft>
                <a:spcPts val="0"/>
              </a:spcAft>
              <a:buClr>
                <a:srgbClr val="000000"/>
              </a:buClr>
              <a:buSzPts val="1733"/>
              <a:buFont typeface="Arial"/>
              <a:buNone/>
            </a:pPr>
            <a:r>
              <a:rPr b="1" i="0" lang="en" sz="1700" u="none" cap="none" strike="noStrike">
                <a:solidFill>
                  <a:schemeClr val="accent6"/>
                </a:solidFill>
                <a:latin typeface="Proxima Nova"/>
                <a:ea typeface="Proxima Nova"/>
                <a:cs typeface="Proxima Nova"/>
                <a:sym typeface="Proxima Nova"/>
              </a:rPr>
              <a:t>How do we know that the model works? </a:t>
            </a:r>
            <a:endParaRPr b="1" i="0" sz="1700" u="none" cap="none" strike="noStrike">
              <a:solidFill>
                <a:schemeClr val="accent6"/>
              </a:solidFill>
              <a:latin typeface="Proxima Nova"/>
              <a:ea typeface="Proxima Nova"/>
              <a:cs typeface="Proxima Nova"/>
              <a:sym typeface="Proxima Nova"/>
            </a:endParaRPr>
          </a:p>
        </p:txBody>
      </p:sp>
      <p:sp>
        <p:nvSpPr>
          <p:cNvPr id="1693" name="Google Shape;1693;p61"/>
          <p:cNvSpPr txBox="1"/>
          <p:nvPr>
            <p:ph type="title"/>
          </p:nvPr>
        </p:nvSpPr>
        <p:spPr>
          <a:xfrm>
            <a:off x="2276850" y="657525"/>
            <a:ext cx="63915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Evaluation &amp; Validation</a:t>
            </a:r>
            <a:endParaRPr sz="2800">
              <a:solidFill>
                <a:schemeClr val="accent6"/>
              </a:solidFill>
            </a:endParaRPr>
          </a:p>
        </p:txBody>
      </p:sp>
      <p:sp>
        <p:nvSpPr>
          <p:cNvPr id="1694" name="Google Shape;1694;p61"/>
          <p:cNvSpPr txBox="1"/>
          <p:nvPr>
            <p:ph idx="2" type="subTitle"/>
          </p:nvPr>
        </p:nvSpPr>
        <p:spPr>
          <a:xfrm>
            <a:off x="2279751" y="1124100"/>
            <a:ext cx="63915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695" name="Google Shape;1695;p61"/>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696" name="Google Shape;1696;p61"/>
          <p:cNvSpPr/>
          <p:nvPr/>
        </p:nvSpPr>
        <p:spPr>
          <a:xfrm>
            <a:off x="9993875" y="1506264"/>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Validation</a:t>
            </a:r>
            <a:endParaRPr b="1" i="0" sz="1500" u="none" cap="none" strike="noStrike">
              <a:solidFill>
                <a:srgbClr val="FFFFFF"/>
              </a:solidFill>
              <a:latin typeface="Proxima Nova"/>
              <a:ea typeface="Proxima Nova"/>
              <a:cs typeface="Proxima Nova"/>
              <a:sym typeface="Proxima Nova"/>
            </a:endParaRPr>
          </a:p>
        </p:txBody>
      </p:sp>
      <p:sp>
        <p:nvSpPr>
          <p:cNvPr id="1697" name="Google Shape;1697;p61"/>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698" name="Google Shape;1698;p61"/>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699" name="Google Shape;1699;p61"/>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700" name="Google Shape;1700;p61"/>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701" name="Google Shape;1701;p61"/>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702" name="Google Shape;1702;p61"/>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6" name="Shape 1706"/>
        <p:cNvGrpSpPr/>
        <p:nvPr/>
      </p:nvGrpSpPr>
      <p:grpSpPr>
        <a:xfrm>
          <a:off x="0" y="0"/>
          <a:ext cx="0" cy="0"/>
          <a:chOff x="0" y="0"/>
          <a:chExt cx="0" cy="0"/>
        </a:xfrm>
      </p:grpSpPr>
      <p:pic>
        <p:nvPicPr>
          <p:cNvPr id="1707" name="Google Shape;1707;p62"/>
          <p:cNvPicPr preferRelativeResize="0"/>
          <p:nvPr/>
        </p:nvPicPr>
        <p:blipFill rotWithShape="1">
          <a:blip r:embed="rId3">
            <a:alphaModFix/>
          </a:blip>
          <a:srcRect b="0" l="0" r="0" t="0"/>
          <a:stretch/>
        </p:blipFill>
        <p:spPr>
          <a:xfrm>
            <a:off x="2990909" y="2563829"/>
            <a:ext cx="6207137" cy="3507925"/>
          </a:xfrm>
          <a:prstGeom prst="rect">
            <a:avLst/>
          </a:prstGeom>
          <a:noFill/>
          <a:ln>
            <a:noFill/>
          </a:ln>
        </p:spPr>
      </p:pic>
      <p:sp>
        <p:nvSpPr>
          <p:cNvPr id="1708" name="Google Shape;1708;p62"/>
          <p:cNvSpPr txBox="1"/>
          <p:nvPr/>
        </p:nvSpPr>
        <p:spPr>
          <a:xfrm>
            <a:off x="4451886" y="1898433"/>
            <a:ext cx="3285300" cy="30780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2933"/>
              <a:buFont typeface="Arial"/>
              <a:buNone/>
            </a:pPr>
            <a:r>
              <a:rPr b="1" i="0" lang="en" sz="2000" u="none" cap="none" strike="noStrike">
                <a:solidFill>
                  <a:schemeClr val="accent6"/>
                </a:solidFill>
                <a:latin typeface="Proxima Nova"/>
                <a:ea typeface="Proxima Nova"/>
                <a:cs typeface="Proxima Nova"/>
                <a:sym typeface="Proxima Nova"/>
              </a:rPr>
              <a:t>Confusion Matrix</a:t>
            </a:r>
            <a:endParaRPr b="0" i="0" sz="2000" u="none" cap="none" strike="noStrike">
              <a:solidFill>
                <a:schemeClr val="accent6"/>
              </a:solidFill>
              <a:latin typeface="Proxima Nova"/>
              <a:ea typeface="Proxima Nova"/>
              <a:cs typeface="Proxima Nova"/>
              <a:sym typeface="Proxima Nova"/>
            </a:endParaRPr>
          </a:p>
        </p:txBody>
      </p:sp>
      <p:sp>
        <p:nvSpPr>
          <p:cNvPr id="1709" name="Google Shape;1709;p62"/>
          <p:cNvSpPr txBox="1"/>
          <p:nvPr>
            <p:ph type="title"/>
          </p:nvPr>
        </p:nvSpPr>
        <p:spPr>
          <a:xfrm>
            <a:off x="2276850" y="657525"/>
            <a:ext cx="70185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Model Evaluation</a:t>
            </a:r>
            <a:endParaRPr sz="2800">
              <a:solidFill>
                <a:schemeClr val="accent6"/>
              </a:solidFill>
            </a:endParaRPr>
          </a:p>
        </p:txBody>
      </p:sp>
      <p:sp>
        <p:nvSpPr>
          <p:cNvPr id="1710" name="Google Shape;1710;p62"/>
          <p:cNvSpPr txBox="1"/>
          <p:nvPr>
            <p:ph idx="2" type="subTitle"/>
          </p:nvPr>
        </p:nvSpPr>
        <p:spPr>
          <a:xfrm>
            <a:off x="2280035" y="1124100"/>
            <a:ext cx="70185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711" name="Google Shape;1711;p62"/>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712" name="Google Shape;1712;p62"/>
          <p:cNvSpPr/>
          <p:nvPr/>
        </p:nvSpPr>
        <p:spPr>
          <a:xfrm>
            <a:off x="9993875" y="1506264"/>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Validation</a:t>
            </a:r>
            <a:endParaRPr b="1" i="0" sz="1500" u="none" cap="none" strike="noStrike">
              <a:solidFill>
                <a:srgbClr val="FFFFFF"/>
              </a:solidFill>
              <a:latin typeface="Proxima Nova"/>
              <a:ea typeface="Proxima Nova"/>
              <a:cs typeface="Proxima Nova"/>
              <a:sym typeface="Proxima Nova"/>
            </a:endParaRPr>
          </a:p>
        </p:txBody>
      </p:sp>
      <p:sp>
        <p:nvSpPr>
          <p:cNvPr id="1713" name="Google Shape;1713;p62"/>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714" name="Google Shape;1714;p62"/>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715" name="Google Shape;1715;p62"/>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716" name="Google Shape;1716;p62"/>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717" name="Google Shape;1717;p62"/>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718" name="Google Shape;1718;p62"/>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2" name="Shape 1722"/>
        <p:cNvGrpSpPr/>
        <p:nvPr/>
      </p:nvGrpSpPr>
      <p:grpSpPr>
        <a:xfrm>
          <a:off x="0" y="0"/>
          <a:ext cx="0" cy="0"/>
          <a:chOff x="0" y="0"/>
          <a:chExt cx="0" cy="0"/>
        </a:xfrm>
      </p:grpSpPr>
      <p:pic>
        <p:nvPicPr>
          <p:cNvPr id="1723" name="Google Shape;1723;p63"/>
          <p:cNvPicPr preferRelativeResize="0"/>
          <p:nvPr/>
        </p:nvPicPr>
        <p:blipFill rotWithShape="1">
          <a:blip r:embed="rId3">
            <a:alphaModFix/>
          </a:blip>
          <a:srcRect b="0" l="0" r="0" t="0"/>
          <a:stretch/>
        </p:blipFill>
        <p:spPr>
          <a:xfrm>
            <a:off x="1477850" y="2514824"/>
            <a:ext cx="4479091" cy="3880801"/>
          </a:xfrm>
          <a:prstGeom prst="rect">
            <a:avLst/>
          </a:prstGeom>
          <a:noFill/>
          <a:ln>
            <a:noFill/>
          </a:ln>
        </p:spPr>
      </p:pic>
      <p:pic>
        <p:nvPicPr>
          <p:cNvPr id="1724" name="Google Shape;1724;p63"/>
          <p:cNvPicPr preferRelativeResize="0"/>
          <p:nvPr/>
        </p:nvPicPr>
        <p:blipFill rotWithShape="1">
          <a:blip r:embed="rId4">
            <a:alphaModFix/>
          </a:blip>
          <a:srcRect b="0" l="0" r="0" t="0"/>
          <a:stretch/>
        </p:blipFill>
        <p:spPr>
          <a:xfrm>
            <a:off x="6143876" y="2514824"/>
            <a:ext cx="4432141" cy="3840122"/>
          </a:xfrm>
          <a:prstGeom prst="rect">
            <a:avLst/>
          </a:prstGeom>
          <a:noFill/>
          <a:ln>
            <a:noFill/>
          </a:ln>
        </p:spPr>
      </p:pic>
      <p:sp>
        <p:nvSpPr>
          <p:cNvPr id="1725" name="Google Shape;1725;p63"/>
          <p:cNvSpPr txBox="1"/>
          <p:nvPr/>
        </p:nvSpPr>
        <p:spPr>
          <a:xfrm>
            <a:off x="3924731" y="6355895"/>
            <a:ext cx="4204500" cy="377700"/>
          </a:xfrm>
          <a:prstGeom prst="rect">
            <a:avLst/>
          </a:prstGeom>
          <a:noFill/>
          <a:ln>
            <a:noFill/>
          </a:ln>
        </p:spPr>
        <p:txBody>
          <a:bodyPr anchorCtr="0" anchor="t" bIns="112150" lIns="112150" spcFirstLastPara="1" rIns="112150" wrap="square" tIns="112150">
            <a:spAutoFit/>
          </a:bodyPr>
          <a:lstStyle/>
          <a:p>
            <a:pPr indent="0" lvl="0" marL="0" marR="0" rtl="0" algn="ctr">
              <a:lnSpc>
                <a:spcPct val="100000"/>
              </a:lnSpc>
              <a:spcBef>
                <a:spcPts val="0"/>
              </a:spcBef>
              <a:spcAft>
                <a:spcPts val="0"/>
              </a:spcAft>
              <a:buClr>
                <a:srgbClr val="000000"/>
              </a:buClr>
              <a:buSzPts val="981"/>
              <a:buFont typeface="Arial"/>
              <a:buNone/>
            </a:pPr>
            <a:r>
              <a:rPr b="0" i="0" lang="en" sz="981" u="none" cap="none" strike="noStrike">
                <a:solidFill>
                  <a:srgbClr val="999999"/>
                </a:solidFill>
                <a:latin typeface="Proxima Nova"/>
                <a:ea typeface="Proxima Nova"/>
                <a:cs typeface="Proxima Nova"/>
                <a:sym typeface="Proxima Nova"/>
              </a:rPr>
              <a:t>Source: Precision and recall made simple (</a:t>
            </a:r>
            <a:r>
              <a:rPr b="0" i="0" lang="en" sz="981" u="sng" cap="none" strike="noStrike">
                <a:solidFill>
                  <a:srgbClr val="999999"/>
                </a:solidFill>
                <a:latin typeface="Proxima Nova"/>
                <a:ea typeface="Proxima Nova"/>
                <a:cs typeface="Proxima Nova"/>
                <a:sym typeface="Proxima Nova"/>
                <a:hlinkClick r:id="rId5">
                  <a:extLst>
                    <a:ext uri="{A12FA001-AC4F-418D-AE19-62706E023703}">
                      <ahyp:hlinkClr val="tx"/>
                    </a:ext>
                  </a:extLst>
                </a:hlinkClick>
              </a:rPr>
              <a:t>link</a:t>
            </a:r>
            <a:r>
              <a:rPr b="0" i="0" lang="en" sz="981" u="none" cap="none" strike="noStrike">
                <a:solidFill>
                  <a:srgbClr val="999999"/>
                </a:solidFill>
                <a:latin typeface="Proxima Nova"/>
                <a:ea typeface="Proxima Nova"/>
                <a:cs typeface="Proxima Nova"/>
                <a:sym typeface="Proxima Nova"/>
              </a:rPr>
              <a:t>)</a:t>
            </a:r>
            <a:endParaRPr b="0" i="0" sz="981" u="none" cap="none" strike="noStrike">
              <a:solidFill>
                <a:srgbClr val="999999"/>
              </a:solidFill>
              <a:latin typeface="Proxima Nova"/>
              <a:ea typeface="Proxima Nova"/>
              <a:cs typeface="Proxima Nova"/>
              <a:sym typeface="Proxima Nova"/>
            </a:endParaRPr>
          </a:p>
        </p:txBody>
      </p:sp>
      <p:sp>
        <p:nvSpPr>
          <p:cNvPr id="1726" name="Google Shape;1726;p63"/>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727" name="Google Shape;1727;p63"/>
          <p:cNvSpPr/>
          <p:nvPr/>
        </p:nvSpPr>
        <p:spPr>
          <a:xfrm>
            <a:off x="9993875" y="1506264"/>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Validation</a:t>
            </a:r>
            <a:endParaRPr b="1" i="0" sz="1500" u="none" cap="none" strike="noStrike">
              <a:solidFill>
                <a:srgbClr val="FFFFFF"/>
              </a:solidFill>
              <a:latin typeface="Proxima Nova"/>
              <a:ea typeface="Proxima Nova"/>
              <a:cs typeface="Proxima Nova"/>
              <a:sym typeface="Proxima Nova"/>
            </a:endParaRPr>
          </a:p>
        </p:txBody>
      </p:sp>
      <p:sp>
        <p:nvSpPr>
          <p:cNvPr id="1728" name="Google Shape;1728;p63"/>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729" name="Google Shape;1729;p63"/>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730" name="Google Shape;1730;p63"/>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731" name="Google Shape;1731;p63"/>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732" name="Google Shape;1732;p63"/>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733" name="Google Shape;1733;p63"/>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734" name="Google Shape;1734;p63"/>
          <p:cNvSpPr txBox="1"/>
          <p:nvPr>
            <p:ph type="title"/>
          </p:nvPr>
        </p:nvSpPr>
        <p:spPr>
          <a:xfrm>
            <a:off x="2276850" y="657525"/>
            <a:ext cx="70185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Model Evaluation</a:t>
            </a:r>
            <a:endParaRPr sz="2800">
              <a:solidFill>
                <a:schemeClr val="accent6"/>
              </a:solidFill>
            </a:endParaRPr>
          </a:p>
        </p:txBody>
      </p:sp>
      <p:sp>
        <p:nvSpPr>
          <p:cNvPr id="1735" name="Google Shape;1735;p63"/>
          <p:cNvSpPr txBox="1"/>
          <p:nvPr>
            <p:ph idx="2" type="subTitle"/>
          </p:nvPr>
        </p:nvSpPr>
        <p:spPr>
          <a:xfrm>
            <a:off x="2280035" y="1124100"/>
            <a:ext cx="70185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736" name="Google Shape;1736;p63"/>
          <p:cNvSpPr txBox="1"/>
          <p:nvPr/>
        </p:nvSpPr>
        <p:spPr>
          <a:xfrm>
            <a:off x="4451886" y="1898433"/>
            <a:ext cx="3285300" cy="307800"/>
          </a:xfrm>
          <a:prstGeom prst="rect">
            <a:avLst/>
          </a:prstGeom>
          <a:noFill/>
          <a:ln>
            <a:noFill/>
          </a:ln>
        </p:spPr>
        <p:txBody>
          <a:bodyPr anchorCtr="0" anchor="t" bIns="0" lIns="0" spcFirstLastPara="1" rIns="0" wrap="square" tIns="0">
            <a:spAutoFit/>
          </a:bodyPr>
          <a:lstStyle/>
          <a:p>
            <a:pPr indent="0" lvl="0" marL="0" rtl="0" algn="ctr">
              <a:lnSpc>
                <a:spcPct val="140018"/>
              </a:lnSpc>
              <a:spcBef>
                <a:spcPts val="0"/>
              </a:spcBef>
              <a:spcAft>
                <a:spcPts val="0"/>
              </a:spcAft>
              <a:buClr>
                <a:srgbClr val="000000"/>
              </a:buClr>
              <a:buSzPts val="2933"/>
              <a:buFont typeface="Arial"/>
              <a:buNone/>
            </a:pPr>
            <a:r>
              <a:rPr b="1" lang="en" sz="2000">
                <a:solidFill>
                  <a:schemeClr val="dk1"/>
                </a:solidFill>
                <a:latin typeface="Proxima Nova"/>
                <a:ea typeface="Proxima Nova"/>
                <a:cs typeface="Proxima Nova"/>
                <a:sym typeface="Proxima Nova"/>
              </a:rPr>
              <a:t>Precision &amp; Recall</a:t>
            </a:r>
            <a:endParaRPr b="1" sz="2000">
              <a:solidFill>
                <a:schemeClr val="accent6"/>
              </a:solidFill>
              <a:latin typeface="Proxima Nova"/>
              <a:ea typeface="Proxima Nova"/>
              <a:cs typeface="Proxima Nova"/>
              <a:sym typeface="Proxima Nov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0" name="Shape 1740"/>
        <p:cNvGrpSpPr/>
        <p:nvPr/>
      </p:nvGrpSpPr>
      <p:grpSpPr>
        <a:xfrm>
          <a:off x="0" y="0"/>
          <a:ext cx="0" cy="0"/>
          <a:chOff x="0" y="0"/>
          <a:chExt cx="0" cy="0"/>
        </a:xfrm>
      </p:grpSpPr>
      <p:sp>
        <p:nvSpPr>
          <p:cNvPr id="1741" name="Google Shape;1741;p64"/>
          <p:cNvSpPr txBox="1"/>
          <p:nvPr/>
        </p:nvSpPr>
        <p:spPr>
          <a:xfrm>
            <a:off x="7256851" y="2563833"/>
            <a:ext cx="3285300" cy="45150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Clr>
                <a:srgbClr val="000000"/>
              </a:buClr>
              <a:buSzPts val="2933"/>
              <a:buFont typeface="Arial"/>
              <a:buNone/>
            </a:pPr>
            <a:r>
              <a:rPr b="1" i="0" lang="en" sz="2933" u="none" cap="none" strike="noStrike">
                <a:solidFill>
                  <a:srgbClr val="000000"/>
                </a:solidFill>
                <a:latin typeface="Proxima Nova"/>
                <a:ea typeface="Proxima Nova"/>
                <a:cs typeface="Proxima Nova"/>
                <a:sym typeface="Proxima Nova"/>
              </a:rPr>
              <a:t>ROC</a:t>
            </a:r>
            <a:endParaRPr b="0" i="0" sz="2933" u="none" cap="none" strike="noStrike">
              <a:solidFill>
                <a:srgbClr val="000000"/>
              </a:solidFill>
              <a:latin typeface="Proxima Nova"/>
              <a:ea typeface="Proxima Nova"/>
              <a:cs typeface="Proxima Nova"/>
              <a:sym typeface="Proxima Nova"/>
            </a:endParaRPr>
          </a:p>
        </p:txBody>
      </p:sp>
      <p:pic>
        <p:nvPicPr>
          <p:cNvPr id="1742" name="Google Shape;1742;p64"/>
          <p:cNvPicPr preferRelativeResize="0"/>
          <p:nvPr/>
        </p:nvPicPr>
        <p:blipFill rotWithShape="1">
          <a:blip r:embed="rId3">
            <a:alphaModFix/>
          </a:blip>
          <a:srcRect b="0" l="0" r="0" t="0"/>
          <a:stretch/>
        </p:blipFill>
        <p:spPr>
          <a:xfrm>
            <a:off x="685628" y="2563833"/>
            <a:ext cx="6870614" cy="3435307"/>
          </a:xfrm>
          <a:prstGeom prst="rect">
            <a:avLst/>
          </a:prstGeom>
          <a:noFill/>
          <a:ln>
            <a:noFill/>
          </a:ln>
        </p:spPr>
      </p:pic>
      <p:sp>
        <p:nvSpPr>
          <p:cNvPr id="1743" name="Google Shape;1743;p64"/>
          <p:cNvSpPr txBox="1"/>
          <p:nvPr/>
        </p:nvSpPr>
        <p:spPr>
          <a:xfrm>
            <a:off x="1332333" y="6036967"/>
            <a:ext cx="5597400" cy="4104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066"/>
              <a:buFont typeface="Arial"/>
              <a:buNone/>
            </a:pPr>
            <a:r>
              <a:rPr b="0" i="0" lang="en" sz="1066" u="none" cap="none" strike="noStrike">
                <a:solidFill>
                  <a:srgbClr val="999999"/>
                </a:solidFill>
                <a:latin typeface="Arial"/>
                <a:ea typeface="Arial"/>
                <a:cs typeface="Arial"/>
                <a:sym typeface="Arial"/>
              </a:rPr>
              <a:t>Source: ROC, AUC, precision, and recall visually explained (</a:t>
            </a:r>
            <a:r>
              <a:rPr b="0" i="0" lang="en" sz="1066" u="sng" cap="none" strike="noStrike">
                <a:solidFill>
                  <a:srgbClr val="999999"/>
                </a:solidFill>
                <a:latin typeface="Arial"/>
                <a:ea typeface="Arial"/>
                <a:cs typeface="Arial"/>
                <a:sym typeface="Arial"/>
                <a:hlinkClick r:id="rId4">
                  <a:extLst>
                    <a:ext uri="{A12FA001-AC4F-418D-AE19-62706E023703}">
                      <ahyp:hlinkClr val="tx"/>
                    </a:ext>
                  </a:extLst>
                </a:hlinkClick>
              </a:rPr>
              <a:t>link</a:t>
            </a:r>
            <a:r>
              <a:rPr b="0" i="0" lang="en" sz="1066" u="none" cap="none" strike="noStrike">
                <a:solidFill>
                  <a:srgbClr val="999999"/>
                </a:solidFill>
                <a:latin typeface="Arial"/>
                <a:ea typeface="Arial"/>
                <a:cs typeface="Arial"/>
                <a:sym typeface="Arial"/>
              </a:rPr>
              <a:t>)</a:t>
            </a:r>
            <a:endParaRPr b="0" i="0" sz="1066" u="none" cap="none" strike="noStrike">
              <a:solidFill>
                <a:srgbClr val="999999"/>
              </a:solidFill>
              <a:latin typeface="Arial"/>
              <a:ea typeface="Arial"/>
              <a:cs typeface="Arial"/>
              <a:sym typeface="Arial"/>
            </a:endParaRPr>
          </a:p>
        </p:txBody>
      </p:sp>
      <p:sp>
        <p:nvSpPr>
          <p:cNvPr id="1744" name="Google Shape;1744;p64"/>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745" name="Google Shape;1745;p64"/>
          <p:cNvSpPr/>
          <p:nvPr/>
        </p:nvSpPr>
        <p:spPr>
          <a:xfrm>
            <a:off x="9993875" y="1506264"/>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Validation</a:t>
            </a:r>
            <a:endParaRPr b="1" i="0" sz="1500" u="none" cap="none" strike="noStrike">
              <a:solidFill>
                <a:srgbClr val="FFFFFF"/>
              </a:solidFill>
              <a:latin typeface="Proxima Nova"/>
              <a:ea typeface="Proxima Nova"/>
              <a:cs typeface="Proxima Nova"/>
              <a:sym typeface="Proxima Nova"/>
            </a:endParaRPr>
          </a:p>
        </p:txBody>
      </p:sp>
      <p:sp>
        <p:nvSpPr>
          <p:cNvPr id="1746" name="Google Shape;1746;p64"/>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747" name="Google Shape;1747;p64"/>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748" name="Google Shape;1748;p64"/>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749" name="Google Shape;1749;p64"/>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750" name="Google Shape;1750;p64"/>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751" name="Google Shape;1751;p64"/>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752" name="Google Shape;1752;p64"/>
          <p:cNvSpPr txBox="1"/>
          <p:nvPr>
            <p:ph type="title"/>
          </p:nvPr>
        </p:nvSpPr>
        <p:spPr>
          <a:xfrm>
            <a:off x="2276850" y="657525"/>
            <a:ext cx="70185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Model Evaluation</a:t>
            </a:r>
            <a:endParaRPr sz="2800">
              <a:solidFill>
                <a:schemeClr val="accent6"/>
              </a:solidFill>
            </a:endParaRPr>
          </a:p>
        </p:txBody>
      </p:sp>
      <p:sp>
        <p:nvSpPr>
          <p:cNvPr id="1753" name="Google Shape;1753;p64"/>
          <p:cNvSpPr txBox="1"/>
          <p:nvPr>
            <p:ph idx="2" type="subTitle"/>
          </p:nvPr>
        </p:nvSpPr>
        <p:spPr>
          <a:xfrm>
            <a:off x="2280035" y="1124100"/>
            <a:ext cx="70185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7" name="Shape 1757"/>
        <p:cNvGrpSpPr/>
        <p:nvPr/>
      </p:nvGrpSpPr>
      <p:grpSpPr>
        <a:xfrm>
          <a:off x="0" y="0"/>
          <a:ext cx="0" cy="0"/>
          <a:chOff x="0" y="0"/>
          <a:chExt cx="0" cy="0"/>
        </a:xfrm>
      </p:grpSpPr>
      <p:pic>
        <p:nvPicPr>
          <p:cNvPr id="1758" name="Google Shape;1758;p65"/>
          <p:cNvPicPr preferRelativeResize="0"/>
          <p:nvPr/>
        </p:nvPicPr>
        <p:blipFill rotWithShape="1">
          <a:blip r:embed="rId3">
            <a:alphaModFix/>
          </a:blip>
          <a:srcRect b="0" l="0" r="0" t="0"/>
          <a:stretch/>
        </p:blipFill>
        <p:spPr>
          <a:xfrm>
            <a:off x="2293619" y="2829072"/>
            <a:ext cx="7601738" cy="2865117"/>
          </a:xfrm>
          <a:prstGeom prst="rect">
            <a:avLst/>
          </a:prstGeom>
          <a:noFill/>
          <a:ln>
            <a:noFill/>
          </a:ln>
        </p:spPr>
      </p:pic>
      <p:sp>
        <p:nvSpPr>
          <p:cNvPr id="1759" name="Google Shape;1759;p65"/>
          <p:cNvSpPr txBox="1"/>
          <p:nvPr/>
        </p:nvSpPr>
        <p:spPr>
          <a:xfrm>
            <a:off x="4094975" y="5839467"/>
            <a:ext cx="3999000" cy="415500"/>
          </a:xfrm>
          <a:prstGeom prst="rect">
            <a:avLst/>
          </a:prstGeom>
          <a:noFill/>
          <a:ln>
            <a:noFill/>
          </a:ln>
        </p:spPr>
        <p:txBody>
          <a:bodyPr anchorCtr="0" anchor="t" bIns="121875" lIns="121875" spcFirstLastPara="1" rIns="121875" wrap="square" tIns="121875">
            <a:spAutoFit/>
          </a:bodyPr>
          <a:lstStyle/>
          <a:p>
            <a:pPr indent="0" lvl="0" marL="0" marR="0" rtl="0" algn="ctr">
              <a:lnSpc>
                <a:spcPct val="100000"/>
              </a:lnSpc>
              <a:spcBef>
                <a:spcPts val="0"/>
              </a:spcBef>
              <a:spcAft>
                <a:spcPts val="0"/>
              </a:spcAft>
              <a:buClr>
                <a:srgbClr val="000000"/>
              </a:buClr>
              <a:buSzPts val="1066"/>
              <a:buFont typeface="Arial"/>
              <a:buNone/>
            </a:pPr>
            <a:r>
              <a:rPr b="0" i="0" lang="en" sz="1100" u="none" cap="none" strike="noStrike">
                <a:solidFill>
                  <a:schemeClr val="accent6"/>
                </a:solidFill>
                <a:latin typeface="Proxima Nova"/>
                <a:ea typeface="Proxima Nova"/>
                <a:cs typeface="Proxima Nova"/>
                <a:sym typeface="Proxima Nova"/>
              </a:rPr>
              <a:t>Source: Overfitting and methods of addressing it (</a:t>
            </a:r>
            <a:r>
              <a:rPr b="0" i="0" lang="en" sz="1100" u="sng" cap="none" strike="noStrike">
                <a:solidFill>
                  <a:schemeClr val="accent6"/>
                </a:solidFill>
                <a:latin typeface="Proxima Nova"/>
                <a:ea typeface="Proxima Nova"/>
                <a:cs typeface="Proxima Nova"/>
                <a:sym typeface="Proxima Nova"/>
                <a:hlinkClick r:id="rId4">
                  <a:extLst>
                    <a:ext uri="{A12FA001-AC4F-418D-AE19-62706E023703}">
                      <ahyp:hlinkClr val="tx"/>
                    </a:ext>
                  </a:extLst>
                </a:hlinkClick>
              </a:rPr>
              <a:t>link</a:t>
            </a:r>
            <a:r>
              <a:rPr b="0" i="0" lang="en" sz="1100" u="none" cap="none" strike="noStrike">
                <a:solidFill>
                  <a:schemeClr val="accent6"/>
                </a:solidFill>
                <a:latin typeface="Proxima Nova"/>
                <a:ea typeface="Proxima Nova"/>
                <a:cs typeface="Proxima Nova"/>
                <a:sym typeface="Proxima Nova"/>
              </a:rPr>
              <a:t>)</a:t>
            </a:r>
            <a:endParaRPr b="0" i="0" sz="1100" u="none" cap="none" strike="noStrike">
              <a:solidFill>
                <a:schemeClr val="accent6"/>
              </a:solidFill>
              <a:latin typeface="Proxima Nova"/>
              <a:ea typeface="Proxima Nova"/>
              <a:cs typeface="Proxima Nova"/>
              <a:sym typeface="Proxima Nova"/>
            </a:endParaRPr>
          </a:p>
        </p:txBody>
      </p:sp>
      <p:sp>
        <p:nvSpPr>
          <p:cNvPr id="1760" name="Google Shape;1760;p65"/>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761" name="Google Shape;1761;p65"/>
          <p:cNvSpPr/>
          <p:nvPr/>
        </p:nvSpPr>
        <p:spPr>
          <a:xfrm>
            <a:off x="9993875" y="1506264"/>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Validation</a:t>
            </a:r>
            <a:endParaRPr b="1" i="0" sz="1500" u="none" cap="none" strike="noStrike">
              <a:solidFill>
                <a:srgbClr val="FFFFFF"/>
              </a:solidFill>
              <a:latin typeface="Proxima Nova"/>
              <a:ea typeface="Proxima Nova"/>
              <a:cs typeface="Proxima Nova"/>
              <a:sym typeface="Proxima Nova"/>
            </a:endParaRPr>
          </a:p>
        </p:txBody>
      </p:sp>
      <p:sp>
        <p:nvSpPr>
          <p:cNvPr id="1762" name="Google Shape;1762;p65"/>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763" name="Google Shape;1763;p65"/>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764" name="Google Shape;1764;p65"/>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765" name="Google Shape;1765;p65"/>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766" name="Google Shape;1766;p65"/>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767" name="Google Shape;1767;p65"/>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768" name="Google Shape;1768;p65"/>
          <p:cNvSpPr txBox="1"/>
          <p:nvPr>
            <p:ph type="title"/>
          </p:nvPr>
        </p:nvSpPr>
        <p:spPr>
          <a:xfrm>
            <a:off x="2276850" y="657525"/>
            <a:ext cx="70185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Model </a:t>
            </a:r>
            <a:r>
              <a:rPr lang="en" sz="2800">
                <a:solidFill>
                  <a:schemeClr val="accent6"/>
                </a:solidFill>
              </a:rPr>
              <a:t>Validation</a:t>
            </a:r>
            <a:endParaRPr sz="2800">
              <a:solidFill>
                <a:schemeClr val="accent6"/>
              </a:solidFill>
            </a:endParaRPr>
          </a:p>
        </p:txBody>
      </p:sp>
      <p:sp>
        <p:nvSpPr>
          <p:cNvPr id="1769" name="Google Shape;1769;p65"/>
          <p:cNvSpPr txBox="1"/>
          <p:nvPr>
            <p:ph idx="2" type="subTitle"/>
          </p:nvPr>
        </p:nvSpPr>
        <p:spPr>
          <a:xfrm>
            <a:off x="2280035" y="1124100"/>
            <a:ext cx="70185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770" name="Google Shape;1770;p65"/>
          <p:cNvSpPr txBox="1"/>
          <p:nvPr/>
        </p:nvSpPr>
        <p:spPr>
          <a:xfrm>
            <a:off x="4451886" y="1898433"/>
            <a:ext cx="3285300" cy="307800"/>
          </a:xfrm>
          <a:prstGeom prst="rect">
            <a:avLst/>
          </a:prstGeom>
          <a:noFill/>
          <a:ln>
            <a:noFill/>
          </a:ln>
        </p:spPr>
        <p:txBody>
          <a:bodyPr anchorCtr="0" anchor="t" bIns="0" lIns="0" spcFirstLastPara="1" rIns="0" wrap="square" tIns="0">
            <a:spAutoFit/>
          </a:bodyPr>
          <a:lstStyle/>
          <a:p>
            <a:pPr indent="0" lvl="0" marL="0" rtl="0" algn="ctr">
              <a:lnSpc>
                <a:spcPct val="140018"/>
              </a:lnSpc>
              <a:spcBef>
                <a:spcPts val="0"/>
              </a:spcBef>
              <a:spcAft>
                <a:spcPts val="0"/>
              </a:spcAft>
              <a:buClr>
                <a:srgbClr val="000000"/>
              </a:buClr>
              <a:buSzPts val="2933"/>
              <a:buFont typeface="Arial"/>
              <a:buNone/>
            </a:pPr>
            <a:r>
              <a:rPr b="1" lang="en" sz="2000">
                <a:solidFill>
                  <a:schemeClr val="accent6"/>
                </a:solidFill>
                <a:latin typeface="Proxima Nova"/>
                <a:ea typeface="Proxima Nova"/>
                <a:cs typeface="Proxima Nova"/>
                <a:sym typeface="Proxima Nova"/>
              </a:rPr>
              <a:t>Generalization &amp; Fit</a:t>
            </a:r>
            <a:endParaRPr b="1" sz="2000">
              <a:solidFill>
                <a:schemeClr val="accent6"/>
              </a:solidFill>
              <a:latin typeface="Proxima Nova"/>
              <a:ea typeface="Proxima Nova"/>
              <a:cs typeface="Proxima Nova"/>
              <a:sym typeface="Proxima Nov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4" name="Shape 1774"/>
        <p:cNvGrpSpPr/>
        <p:nvPr/>
      </p:nvGrpSpPr>
      <p:grpSpPr>
        <a:xfrm>
          <a:off x="0" y="0"/>
          <a:ext cx="0" cy="0"/>
          <a:chOff x="0" y="0"/>
          <a:chExt cx="0" cy="0"/>
        </a:xfrm>
      </p:grpSpPr>
      <p:pic>
        <p:nvPicPr>
          <p:cNvPr id="1775" name="Google Shape;1775;p66"/>
          <p:cNvPicPr preferRelativeResize="0"/>
          <p:nvPr/>
        </p:nvPicPr>
        <p:blipFill rotWithShape="1">
          <a:blip r:embed="rId3">
            <a:alphaModFix/>
          </a:blip>
          <a:srcRect b="0" l="0" r="0" t="0"/>
          <a:stretch/>
        </p:blipFill>
        <p:spPr>
          <a:xfrm>
            <a:off x="3481913" y="2663433"/>
            <a:ext cx="5225134" cy="3918851"/>
          </a:xfrm>
          <a:prstGeom prst="rect">
            <a:avLst/>
          </a:prstGeom>
          <a:noFill/>
          <a:ln>
            <a:noFill/>
          </a:ln>
        </p:spPr>
      </p:pic>
      <p:sp>
        <p:nvSpPr>
          <p:cNvPr id="1776" name="Google Shape;1776;p66"/>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777" name="Google Shape;1777;p66"/>
          <p:cNvSpPr/>
          <p:nvPr/>
        </p:nvSpPr>
        <p:spPr>
          <a:xfrm>
            <a:off x="9993875" y="1506264"/>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Validation</a:t>
            </a:r>
            <a:endParaRPr b="1" i="0" sz="1500" u="none" cap="none" strike="noStrike">
              <a:solidFill>
                <a:srgbClr val="FFFFFF"/>
              </a:solidFill>
              <a:latin typeface="Proxima Nova"/>
              <a:ea typeface="Proxima Nova"/>
              <a:cs typeface="Proxima Nova"/>
              <a:sym typeface="Proxima Nova"/>
            </a:endParaRPr>
          </a:p>
        </p:txBody>
      </p:sp>
      <p:sp>
        <p:nvSpPr>
          <p:cNvPr id="1778" name="Google Shape;1778;p66"/>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779" name="Google Shape;1779;p66"/>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780" name="Google Shape;1780;p66"/>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781" name="Google Shape;1781;p66"/>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782" name="Google Shape;1782;p66"/>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783" name="Google Shape;1783;p66"/>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784" name="Google Shape;1784;p66"/>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Model Validation</a:t>
            </a:r>
            <a:endParaRPr sz="2800">
              <a:solidFill>
                <a:schemeClr val="accent6"/>
              </a:solidFill>
            </a:endParaRPr>
          </a:p>
        </p:txBody>
      </p:sp>
      <p:sp>
        <p:nvSpPr>
          <p:cNvPr id="1785" name="Google Shape;1785;p66"/>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786" name="Google Shape;1786;p66"/>
          <p:cNvSpPr txBox="1"/>
          <p:nvPr/>
        </p:nvSpPr>
        <p:spPr>
          <a:xfrm>
            <a:off x="4451886" y="1898433"/>
            <a:ext cx="3285300" cy="307800"/>
          </a:xfrm>
          <a:prstGeom prst="rect">
            <a:avLst/>
          </a:prstGeom>
          <a:noFill/>
          <a:ln>
            <a:noFill/>
          </a:ln>
        </p:spPr>
        <p:txBody>
          <a:bodyPr anchorCtr="0" anchor="t" bIns="0" lIns="0" spcFirstLastPara="1" rIns="0" wrap="square" tIns="0">
            <a:spAutoFit/>
          </a:bodyPr>
          <a:lstStyle/>
          <a:p>
            <a:pPr indent="0" lvl="0" marL="0" rtl="0" algn="ctr">
              <a:lnSpc>
                <a:spcPct val="140018"/>
              </a:lnSpc>
              <a:spcBef>
                <a:spcPts val="0"/>
              </a:spcBef>
              <a:spcAft>
                <a:spcPts val="0"/>
              </a:spcAft>
              <a:buClr>
                <a:srgbClr val="000000"/>
              </a:buClr>
              <a:buSzPts val="2933"/>
              <a:buFont typeface="Arial"/>
              <a:buNone/>
            </a:pPr>
            <a:r>
              <a:rPr b="1" lang="en" sz="2000">
                <a:solidFill>
                  <a:schemeClr val="accent6"/>
                </a:solidFill>
                <a:latin typeface="Proxima Nova"/>
                <a:ea typeface="Proxima Nova"/>
                <a:cs typeface="Proxima Nova"/>
                <a:sym typeface="Proxima Nova"/>
              </a:rPr>
              <a:t>Learning Curves</a:t>
            </a:r>
            <a:endParaRPr b="1" sz="2000">
              <a:solidFill>
                <a:schemeClr val="accent6"/>
              </a:solidFill>
              <a:latin typeface="Proxima Nova"/>
              <a:ea typeface="Proxima Nova"/>
              <a:cs typeface="Proxima Nova"/>
              <a:sym typeface="Proxima Nov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0" name="Shape 1790"/>
        <p:cNvGrpSpPr/>
        <p:nvPr/>
      </p:nvGrpSpPr>
      <p:grpSpPr>
        <a:xfrm>
          <a:off x="0" y="0"/>
          <a:ext cx="0" cy="0"/>
          <a:chOff x="0" y="0"/>
          <a:chExt cx="0" cy="0"/>
        </a:xfrm>
      </p:grpSpPr>
      <p:sp>
        <p:nvSpPr>
          <p:cNvPr id="1791" name="Google Shape;1791;p67"/>
          <p:cNvSpPr/>
          <p:nvPr/>
        </p:nvSpPr>
        <p:spPr>
          <a:xfrm>
            <a:off x="177756" y="3916335"/>
            <a:ext cx="1773600" cy="604500"/>
          </a:xfrm>
          <a:prstGeom prst="rect">
            <a:avLst/>
          </a:prstGeom>
          <a:solidFill>
            <a:srgbClr val="D9EAD3"/>
          </a:solidFill>
          <a:ln cap="flat" cmpd="sng" w="12700">
            <a:solidFill>
              <a:srgbClr val="B7B7B7"/>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2000"/>
              <a:buFont typeface="Arial"/>
              <a:buNone/>
            </a:pPr>
            <a:r>
              <a:rPr b="0" i="0" lang="en" sz="1600" u="none" cap="none" strike="noStrike">
                <a:solidFill>
                  <a:srgbClr val="666666"/>
                </a:solidFill>
                <a:latin typeface="Proxima Nova"/>
                <a:ea typeface="Proxima Nova"/>
                <a:cs typeface="Proxima Nova"/>
                <a:sym typeface="Proxima Nova"/>
              </a:rPr>
              <a:t>Train</a:t>
            </a:r>
            <a:endParaRPr b="0" i="0" sz="1600" u="none" cap="none" strike="noStrike">
              <a:solidFill>
                <a:srgbClr val="666666"/>
              </a:solidFill>
              <a:latin typeface="Proxima Nova"/>
              <a:ea typeface="Proxima Nova"/>
              <a:cs typeface="Proxima Nova"/>
              <a:sym typeface="Proxima Nova"/>
            </a:endParaRPr>
          </a:p>
        </p:txBody>
      </p:sp>
      <p:sp>
        <p:nvSpPr>
          <p:cNvPr id="1792" name="Google Shape;1792;p67"/>
          <p:cNvSpPr/>
          <p:nvPr/>
        </p:nvSpPr>
        <p:spPr>
          <a:xfrm>
            <a:off x="1975983" y="3916335"/>
            <a:ext cx="904500" cy="604500"/>
          </a:xfrm>
          <a:prstGeom prst="rect">
            <a:avLst/>
          </a:prstGeom>
          <a:solidFill>
            <a:srgbClr val="F4CCCC"/>
          </a:solidFill>
          <a:ln cap="flat" cmpd="sng" w="12700">
            <a:solidFill>
              <a:srgbClr val="B7B7B7"/>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2000"/>
              <a:buFont typeface="Arial"/>
              <a:buNone/>
            </a:pPr>
            <a:r>
              <a:rPr b="0" i="0" lang="en" sz="1600" u="none" cap="none" strike="noStrike">
                <a:solidFill>
                  <a:srgbClr val="666666"/>
                </a:solidFill>
                <a:latin typeface="Proxima Nova"/>
                <a:ea typeface="Proxima Nova"/>
                <a:cs typeface="Proxima Nova"/>
                <a:sym typeface="Proxima Nova"/>
              </a:rPr>
              <a:t>Test</a:t>
            </a:r>
            <a:endParaRPr b="0" i="0" sz="1600" u="none" cap="none" strike="noStrike">
              <a:solidFill>
                <a:srgbClr val="666666"/>
              </a:solidFill>
              <a:latin typeface="Proxima Nova"/>
              <a:ea typeface="Proxima Nova"/>
              <a:cs typeface="Proxima Nova"/>
              <a:sym typeface="Proxima Nova"/>
            </a:endParaRPr>
          </a:p>
        </p:txBody>
      </p:sp>
      <p:sp>
        <p:nvSpPr>
          <p:cNvPr id="1793" name="Google Shape;1793;p67"/>
          <p:cNvSpPr/>
          <p:nvPr/>
        </p:nvSpPr>
        <p:spPr>
          <a:xfrm>
            <a:off x="3948545" y="2610568"/>
            <a:ext cx="1773600" cy="604500"/>
          </a:xfrm>
          <a:prstGeom prst="rect">
            <a:avLst/>
          </a:prstGeom>
          <a:solidFill>
            <a:srgbClr val="D9EAD3"/>
          </a:solidFill>
          <a:ln cap="flat" cmpd="sng" w="12700">
            <a:solidFill>
              <a:srgbClr val="B7B7B7"/>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2000"/>
              <a:buFont typeface="Arial"/>
              <a:buNone/>
            </a:pPr>
            <a:r>
              <a:rPr b="0" i="0" lang="en" sz="1600" u="none" cap="none" strike="noStrike">
                <a:solidFill>
                  <a:srgbClr val="666666"/>
                </a:solidFill>
                <a:latin typeface="Proxima Nova"/>
                <a:ea typeface="Proxima Nova"/>
                <a:cs typeface="Proxima Nova"/>
                <a:sym typeface="Proxima Nova"/>
              </a:rPr>
              <a:t>Train</a:t>
            </a:r>
            <a:endParaRPr b="0" i="0" sz="1600" u="none" cap="none" strike="noStrike">
              <a:solidFill>
                <a:srgbClr val="666666"/>
              </a:solidFill>
              <a:latin typeface="Proxima Nova"/>
              <a:ea typeface="Proxima Nova"/>
              <a:cs typeface="Proxima Nova"/>
              <a:sym typeface="Proxima Nova"/>
            </a:endParaRPr>
          </a:p>
        </p:txBody>
      </p:sp>
      <p:sp>
        <p:nvSpPr>
          <p:cNvPr id="1794" name="Google Shape;1794;p67"/>
          <p:cNvSpPr/>
          <p:nvPr/>
        </p:nvSpPr>
        <p:spPr>
          <a:xfrm>
            <a:off x="4383047" y="5174901"/>
            <a:ext cx="904500" cy="604500"/>
          </a:xfrm>
          <a:prstGeom prst="rect">
            <a:avLst/>
          </a:prstGeom>
          <a:solidFill>
            <a:srgbClr val="F4CCCC"/>
          </a:solidFill>
          <a:ln cap="flat" cmpd="sng" w="12700">
            <a:solidFill>
              <a:srgbClr val="B7B7B7"/>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2000"/>
              <a:buFont typeface="Arial"/>
              <a:buNone/>
            </a:pPr>
            <a:r>
              <a:rPr b="0" i="0" lang="en" sz="1600" u="none" cap="none" strike="noStrike">
                <a:solidFill>
                  <a:srgbClr val="666666"/>
                </a:solidFill>
                <a:latin typeface="Proxima Nova"/>
                <a:ea typeface="Proxima Nova"/>
                <a:cs typeface="Proxima Nova"/>
                <a:sym typeface="Proxima Nova"/>
              </a:rPr>
              <a:t>Test</a:t>
            </a:r>
            <a:endParaRPr b="0" i="0" sz="1600" u="none" cap="none" strike="noStrike">
              <a:solidFill>
                <a:srgbClr val="666666"/>
              </a:solidFill>
              <a:latin typeface="Proxima Nova"/>
              <a:ea typeface="Proxima Nova"/>
              <a:cs typeface="Proxima Nova"/>
              <a:sym typeface="Proxima Nova"/>
            </a:endParaRPr>
          </a:p>
        </p:txBody>
      </p:sp>
      <p:sp>
        <p:nvSpPr>
          <p:cNvPr id="1795" name="Google Shape;1795;p67"/>
          <p:cNvSpPr/>
          <p:nvPr/>
        </p:nvSpPr>
        <p:spPr>
          <a:xfrm>
            <a:off x="6938388" y="2425575"/>
            <a:ext cx="2022600" cy="1003500"/>
          </a:xfrm>
          <a:prstGeom prst="roundRect">
            <a:avLst>
              <a:gd fmla="val 0" name="adj"/>
            </a:avLst>
          </a:prstGeom>
          <a:noFill/>
          <a:ln cap="flat" cmpd="sng" w="50800">
            <a:solidFill>
              <a:srgbClr val="000000"/>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2400"/>
              <a:buFont typeface="Arial"/>
              <a:buNone/>
            </a:pPr>
            <a:r>
              <a:rPr b="0" i="0" lang="en" sz="1700" u="none" cap="none" strike="noStrike">
                <a:solidFill>
                  <a:schemeClr val="accent6"/>
                </a:solidFill>
                <a:latin typeface="Proxima Nova"/>
                <a:ea typeface="Proxima Nova"/>
                <a:cs typeface="Proxima Nova"/>
                <a:sym typeface="Proxima Nova"/>
              </a:rPr>
              <a:t>Classification</a:t>
            </a:r>
            <a:endParaRPr b="0" i="0" sz="1700" u="none" cap="none" strike="noStrike">
              <a:solidFill>
                <a:schemeClr val="accent6"/>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2400"/>
              <a:buFont typeface="Arial"/>
              <a:buNone/>
            </a:pPr>
            <a:r>
              <a:rPr b="0" i="0" lang="en" sz="1700" u="none" cap="none" strike="noStrike">
                <a:solidFill>
                  <a:schemeClr val="accent6"/>
                </a:solidFill>
                <a:latin typeface="Proxima Nova"/>
                <a:ea typeface="Proxima Nova"/>
                <a:cs typeface="Proxima Nova"/>
                <a:sym typeface="Proxima Nova"/>
              </a:rPr>
              <a:t>Model</a:t>
            </a:r>
            <a:endParaRPr b="0" i="0" sz="1700" u="none" cap="none" strike="noStrike">
              <a:solidFill>
                <a:schemeClr val="accent6"/>
              </a:solidFill>
              <a:latin typeface="Proxima Nova"/>
              <a:ea typeface="Proxima Nova"/>
              <a:cs typeface="Proxima Nova"/>
              <a:sym typeface="Proxima Nova"/>
            </a:endParaRPr>
          </a:p>
        </p:txBody>
      </p:sp>
      <p:cxnSp>
        <p:nvCxnSpPr>
          <p:cNvPr id="1796" name="Google Shape;1796;p67"/>
          <p:cNvCxnSpPr>
            <a:stCxn id="1791" idx="0"/>
            <a:endCxn id="1793" idx="1"/>
          </p:cNvCxnSpPr>
          <p:nvPr/>
        </p:nvCxnSpPr>
        <p:spPr>
          <a:xfrm rot="-5400000">
            <a:off x="2004756" y="1972635"/>
            <a:ext cx="1003500" cy="2883900"/>
          </a:xfrm>
          <a:prstGeom prst="curvedConnector2">
            <a:avLst/>
          </a:prstGeom>
          <a:noFill/>
          <a:ln cap="flat" cmpd="sng" w="12700">
            <a:solidFill>
              <a:schemeClr val="dk2"/>
            </a:solidFill>
            <a:prstDash val="solid"/>
            <a:round/>
            <a:headEnd len="sm" w="sm" type="none"/>
            <a:tailEnd len="med" w="med" type="triangle"/>
          </a:ln>
        </p:spPr>
      </p:cxnSp>
      <p:cxnSp>
        <p:nvCxnSpPr>
          <p:cNvPr id="1797" name="Google Shape;1797;p67"/>
          <p:cNvCxnSpPr>
            <a:stCxn id="1792" idx="2"/>
            <a:endCxn id="1794" idx="1"/>
          </p:cNvCxnSpPr>
          <p:nvPr/>
        </p:nvCxnSpPr>
        <p:spPr>
          <a:xfrm flipH="1" rot="-5400000">
            <a:off x="2927433" y="4021635"/>
            <a:ext cx="956400" cy="1954800"/>
          </a:xfrm>
          <a:prstGeom prst="curvedConnector2">
            <a:avLst/>
          </a:prstGeom>
          <a:noFill/>
          <a:ln cap="flat" cmpd="sng" w="12700">
            <a:solidFill>
              <a:schemeClr val="dk2"/>
            </a:solidFill>
            <a:prstDash val="solid"/>
            <a:round/>
            <a:headEnd len="sm" w="sm" type="none"/>
            <a:tailEnd len="med" w="med" type="triangle"/>
          </a:ln>
        </p:spPr>
      </p:cxnSp>
      <p:cxnSp>
        <p:nvCxnSpPr>
          <p:cNvPr id="1798" name="Google Shape;1798;p67"/>
          <p:cNvCxnSpPr>
            <a:stCxn id="1793" idx="3"/>
            <a:endCxn id="1795" idx="1"/>
          </p:cNvCxnSpPr>
          <p:nvPr/>
        </p:nvCxnSpPr>
        <p:spPr>
          <a:xfrm>
            <a:off x="5722145" y="2912818"/>
            <a:ext cx="1216200" cy="14400"/>
          </a:xfrm>
          <a:prstGeom prst="curvedConnector3">
            <a:avLst>
              <a:gd fmla="val 50001" name="adj1"/>
            </a:avLst>
          </a:prstGeom>
          <a:noFill/>
          <a:ln cap="flat" cmpd="sng" w="12700">
            <a:solidFill>
              <a:schemeClr val="dk2"/>
            </a:solidFill>
            <a:prstDash val="solid"/>
            <a:round/>
            <a:headEnd len="sm" w="sm" type="none"/>
            <a:tailEnd len="med" w="med" type="triangle"/>
          </a:ln>
        </p:spPr>
      </p:cxnSp>
      <p:cxnSp>
        <p:nvCxnSpPr>
          <p:cNvPr id="1799" name="Google Shape;1799;p67"/>
          <p:cNvCxnSpPr>
            <a:stCxn id="1795" idx="2"/>
            <a:endCxn id="1800" idx="0"/>
          </p:cNvCxnSpPr>
          <p:nvPr/>
        </p:nvCxnSpPr>
        <p:spPr>
          <a:xfrm flipH="1" rot="-5400000">
            <a:off x="7106088" y="4272675"/>
            <a:ext cx="1692900" cy="5700"/>
          </a:xfrm>
          <a:prstGeom prst="curvedConnector3">
            <a:avLst>
              <a:gd fmla="val 50004" name="adj1"/>
            </a:avLst>
          </a:prstGeom>
          <a:noFill/>
          <a:ln cap="flat" cmpd="sng" w="12700">
            <a:solidFill>
              <a:schemeClr val="dk2"/>
            </a:solidFill>
            <a:prstDash val="solid"/>
            <a:round/>
            <a:headEnd len="sm" w="sm" type="none"/>
            <a:tailEnd len="med" w="med" type="triangle"/>
          </a:ln>
        </p:spPr>
      </p:cxnSp>
      <p:cxnSp>
        <p:nvCxnSpPr>
          <p:cNvPr id="1801" name="Google Shape;1801;p67"/>
          <p:cNvCxnSpPr>
            <a:stCxn id="1794" idx="3"/>
            <a:endCxn id="1800" idx="1"/>
          </p:cNvCxnSpPr>
          <p:nvPr/>
        </p:nvCxnSpPr>
        <p:spPr>
          <a:xfrm>
            <a:off x="5287547" y="5477151"/>
            <a:ext cx="2032500" cy="600"/>
          </a:xfrm>
          <a:prstGeom prst="curvedConnector3">
            <a:avLst>
              <a:gd fmla="val 50001" name="adj1"/>
            </a:avLst>
          </a:prstGeom>
          <a:noFill/>
          <a:ln cap="flat" cmpd="sng" w="12700">
            <a:solidFill>
              <a:schemeClr val="dk2"/>
            </a:solidFill>
            <a:prstDash val="solid"/>
            <a:round/>
            <a:headEnd len="sm" w="sm" type="none"/>
            <a:tailEnd len="med" w="med" type="triangle"/>
          </a:ln>
        </p:spPr>
      </p:cxnSp>
      <p:sp>
        <p:nvSpPr>
          <p:cNvPr id="1800" name="Google Shape;1800;p67"/>
          <p:cNvSpPr/>
          <p:nvPr/>
        </p:nvSpPr>
        <p:spPr>
          <a:xfrm>
            <a:off x="7320099" y="5122100"/>
            <a:ext cx="1270800" cy="710100"/>
          </a:xfrm>
          <a:prstGeom prst="roundRect">
            <a:avLst>
              <a:gd fmla="val 0" name="adj"/>
            </a:avLst>
          </a:prstGeom>
          <a:noFill/>
          <a:ln cap="flat" cmpd="sng" w="50800">
            <a:solidFill>
              <a:srgbClr val="000000"/>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600"/>
              <a:buFont typeface="Arial"/>
              <a:buNone/>
            </a:pPr>
            <a:r>
              <a:rPr b="0" i="0" lang="en" sz="1700" u="none" cap="none" strike="noStrike">
                <a:solidFill>
                  <a:schemeClr val="accent6"/>
                </a:solidFill>
                <a:latin typeface="Proxima Nova"/>
                <a:ea typeface="Proxima Nova"/>
                <a:cs typeface="Proxima Nova"/>
                <a:sym typeface="Proxima Nova"/>
              </a:rPr>
              <a:t>Prediction</a:t>
            </a:r>
            <a:endParaRPr b="0" i="0" sz="1700" u="none" cap="none" strike="noStrike">
              <a:solidFill>
                <a:schemeClr val="accent6"/>
              </a:solidFill>
              <a:latin typeface="Proxima Nova"/>
              <a:ea typeface="Proxima Nova"/>
              <a:cs typeface="Proxima Nova"/>
              <a:sym typeface="Proxima Nova"/>
            </a:endParaRPr>
          </a:p>
        </p:txBody>
      </p:sp>
      <p:pic>
        <p:nvPicPr>
          <p:cNvPr id="1802" name="Google Shape;1802;p67"/>
          <p:cNvPicPr preferRelativeResize="0"/>
          <p:nvPr/>
        </p:nvPicPr>
        <p:blipFill rotWithShape="1">
          <a:blip r:embed="rId3">
            <a:alphaModFix/>
          </a:blip>
          <a:srcRect b="0" l="0" r="0" t="0"/>
          <a:stretch/>
        </p:blipFill>
        <p:spPr>
          <a:xfrm>
            <a:off x="9594265" y="4776899"/>
            <a:ext cx="1866726" cy="1400052"/>
          </a:xfrm>
          <a:prstGeom prst="rect">
            <a:avLst/>
          </a:prstGeom>
          <a:noFill/>
          <a:ln>
            <a:noFill/>
          </a:ln>
        </p:spPr>
      </p:pic>
      <p:cxnSp>
        <p:nvCxnSpPr>
          <p:cNvPr id="1803" name="Google Shape;1803;p67"/>
          <p:cNvCxnSpPr>
            <a:stCxn id="1800" idx="3"/>
            <a:endCxn id="1802" idx="1"/>
          </p:cNvCxnSpPr>
          <p:nvPr/>
        </p:nvCxnSpPr>
        <p:spPr>
          <a:xfrm>
            <a:off x="8590899" y="5477150"/>
            <a:ext cx="1003500" cy="600"/>
          </a:xfrm>
          <a:prstGeom prst="curvedConnector3">
            <a:avLst>
              <a:gd fmla="val 49994" name="adj1"/>
            </a:avLst>
          </a:prstGeom>
          <a:noFill/>
          <a:ln cap="flat" cmpd="sng" w="12700">
            <a:solidFill>
              <a:schemeClr val="dk2"/>
            </a:solidFill>
            <a:prstDash val="solid"/>
            <a:round/>
            <a:headEnd len="sm" w="sm" type="none"/>
            <a:tailEnd len="med" w="med" type="triangle"/>
          </a:ln>
        </p:spPr>
      </p:cxnSp>
      <p:sp>
        <p:nvSpPr>
          <p:cNvPr id="1804" name="Google Shape;1804;p67"/>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805" name="Google Shape;1805;p67"/>
          <p:cNvSpPr/>
          <p:nvPr/>
        </p:nvSpPr>
        <p:spPr>
          <a:xfrm>
            <a:off x="9993875" y="1506264"/>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Validation</a:t>
            </a:r>
            <a:endParaRPr b="1" i="0" sz="1500" u="none" cap="none" strike="noStrike">
              <a:solidFill>
                <a:srgbClr val="FFFFFF"/>
              </a:solidFill>
              <a:latin typeface="Proxima Nova"/>
              <a:ea typeface="Proxima Nova"/>
              <a:cs typeface="Proxima Nova"/>
              <a:sym typeface="Proxima Nova"/>
            </a:endParaRPr>
          </a:p>
        </p:txBody>
      </p:sp>
      <p:sp>
        <p:nvSpPr>
          <p:cNvPr id="1806" name="Google Shape;1806;p67"/>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
        <p:nvSpPr>
          <p:cNvPr id="1807" name="Google Shape;1807;p67"/>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808" name="Google Shape;1808;p67"/>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809" name="Google Shape;1809;p67"/>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810" name="Google Shape;1810;p67"/>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811" name="Google Shape;1811;p67"/>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812" name="Google Shape;1812;p67"/>
          <p:cNvSpPr txBox="1"/>
          <p:nvPr>
            <p:ph type="title"/>
          </p:nvPr>
        </p:nvSpPr>
        <p:spPr>
          <a:xfrm>
            <a:off x="2276850" y="657525"/>
            <a:ext cx="99150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Model Validation</a:t>
            </a:r>
            <a:endParaRPr sz="2800">
              <a:solidFill>
                <a:schemeClr val="accent6"/>
              </a:solidFill>
            </a:endParaRPr>
          </a:p>
        </p:txBody>
      </p:sp>
      <p:sp>
        <p:nvSpPr>
          <p:cNvPr id="1813" name="Google Shape;1813;p67"/>
          <p:cNvSpPr txBox="1"/>
          <p:nvPr>
            <p:ph idx="2" type="subTitle"/>
          </p:nvPr>
        </p:nvSpPr>
        <p:spPr>
          <a:xfrm>
            <a:off x="2281350" y="1124100"/>
            <a:ext cx="99150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814" name="Google Shape;1814;p67"/>
          <p:cNvSpPr txBox="1"/>
          <p:nvPr/>
        </p:nvSpPr>
        <p:spPr>
          <a:xfrm>
            <a:off x="4451886" y="1898433"/>
            <a:ext cx="3285300" cy="307800"/>
          </a:xfrm>
          <a:prstGeom prst="rect">
            <a:avLst/>
          </a:prstGeom>
          <a:noFill/>
          <a:ln>
            <a:noFill/>
          </a:ln>
        </p:spPr>
        <p:txBody>
          <a:bodyPr anchorCtr="0" anchor="t" bIns="0" lIns="0" spcFirstLastPara="1" rIns="0" wrap="square" tIns="0">
            <a:spAutoFit/>
          </a:bodyPr>
          <a:lstStyle/>
          <a:p>
            <a:pPr indent="0" lvl="0" marL="0" rtl="0" algn="ctr">
              <a:lnSpc>
                <a:spcPct val="140018"/>
              </a:lnSpc>
              <a:spcBef>
                <a:spcPts val="0"/>
              </a:spcBef>
              <a:spcAft>
                <a:spcPts val="0"/>
              </a:spcAft>
              <a:buClr>
                <a:srgbClr val="000000"/>
              </a:buClr>
              <a:buSzPts val="2933"/>
              <a:buFont typeface="Arial"/>
              <a:buNone/>
            </a:pPr>
            <a:r>
              <a:rPr b="1" lang="en" sz="2000">
                <a:solidFill>
                  <a:schemeClr val="accent6"/>
                </a:solidFill>
                <a:latin typeface="Proxima Nova"/>
                <a:ea typeface="Proxima Nova"/>
                <a:cs typeface="Proxima Nova"/>
                <a:sym typeface="Proxima Nova"/>
              </a:rPr>
              <a:t>Data Splitting</a:t>
            </a:r>
            <a:endParaRPr b="1" sz="2000">
              <a:solidFill>
                <a:schemeClr val="accent6"/>
              </a:solidFill>
              <a:latin typeface="Proxima Nova"/>
              <a:ea typeface="Proxima Nova"/>
              <a:cs typeface="Proxima Nova"/>
              <a:sym typeface="Proxima Nov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0A59"/>
        </a:solidFill>
      </p:bgPr>
    </p:bg>
    <p:spTree>
      <p:nvGrpSpPr>
        <p:cNvPr id="1818" name="Shape 1818"/>
        <p:cNvGrpSpPr/>
        <p:nvPr/>
      </p:nvGrpSpPr>
      <p:grpSpPr>
        <a:xfrm>
          <a:off x="0" y="0"/>
          <a:ext cx="0" cy="0"/>
          <a:chOff x="0" y="0"/>
          <a:chExt cx="0" cy="0"/>
        </a:xfrm>
      </p:grpSpPr>
      <p:sp>
        <p:nvSpPr>
          <p:cNvPr id="1819" name="Google Shape;1819;p68"/>
          <p:cNvSpPr txBox="1"/>
          <p:nvPr>
            <p:ph type="title"/>
          </p:nvPr>
        </p:nvSpPr>
        <p:spPr>
          <a:xfrm>
            <a:off x="0" y="3017650"/>
            <a:ext cx="12207300" cy="831300"/>
          </a:xfrm>
          <a:prstGeom prst="rect">
            <a:avLst/>
          </a:prstGeom>
        </p:spPr>
        <p:txBody>
          <a:bodyPr anchorCtr="0" anchor="ctr" bIns="121875" lIns="121875" spcFirstLastPara="1" rIns="121875" wrap="square" tIns="121875">
            <a:noAutofit/>
          </a:bodyPr>
          <a:lstStyle/>
          <a:p>
            <a:pPr indent="0" lvl="0" marL="0" rtl="0" algn="ctr">
              <a:lnSpc>
                <a:spcPct val="139988"/>
              </a:lnSpc>
              <a:spcBef>
                <a:spcPts val="0"/>
              </a:spcBef>
              <a:spcAft>
                <a:spcPts val="0"/>
              </a:spcAft>
              <a:buNone/>
            </a:pPr>
            <a:r>
              <a:rPr lang="en" sz="6000">
                <a:solidFill>
                  <a:srgbClr val="F4F7FB"/>
                </a:solidFill>
              </a:rPr>
              <a:t>Demo: Evaluation &amp; Validation</a:t>
            </a:r>
            <a:endParaRPr sz="6000"/>
          </a:p>
        </p:txBody>
      </p:sp>
      <p:sp>
        <p:nvSpPr>
          <p:cNvPr id="1820" name="Google Shape;1820;p68"/>
          <p:cNvSpPr txBox="1"/>
          <p:nvPr>
            <p:ph idx="1" type="subTitle"/>
          </p:nvPr>
        </p:nvSpPr>
        <p:spPr>
          <a:xfrm>
            <a:off x="0" y="3972225"/>
            <a:ext cx="12189000" cy="405300"/>
          </a:xfrm>
          <a:prstGeom prst="rect">
            <a:avLst/>
          </a:prstGeom>
        </p:spPr>
        <p:txBody>
          <a:bodyPr anchorCtr="0" anchor="t" bIns="0" lIns="0" spcFirstLastPara="1" rIns="0" wrap="square" tIns="0">
            <a:noAutofit/>
          </a:bodyPr>
          <a:lstStyle/>
          <a:p>
            <a:pPr indent="0" lvl="0" marL="0" rtl="0" algn="ctr">
              <a:spcBef>
                <a:spcPts val="0"/>
              </a:spcBef>
              <a:spcAft>
                <a:spcPts val="0"/>
              </a:spcAft>
              <a:buClr>
                <a:srgbClr val="000000"/>
              </a:buClr>
              <a:buSzPts val="3199"/>
              <a:buFont typeface="Arial"/>
              <a:buNone/>
            </a:pPr>
            <a:r>
              <a:rPr lang="en" sz="2100" u="sng">
                <a:hlinkClick r:id="rId3"/>
              </a:rPr>
              <a:t>https://mlu-explain.github.io/train-test-validation</a:t>
            </a:r>
            <a:endParaRPr sz="2100"/>
          </a:p>
          <a:p>
            <a:pPr indent="0" lvl="0" marL="0" rtl="0" algn="l">
              <a:spcBef>
                <a:spcPts val="0"/>
              </a:spcBef>
              <a:spcAft>
                <a:spcPts val="0"/>
              </a:spcAft>
              <a:buNone/>
            </a:pPr>
            <a:r>
              <a:t/>
            </a:r>
            <a:endParaRPr sz="21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4" name="Shape 1824"/>
        <p:cNvGrpSpPr/>
        <p:nvPr/>
      </p:nvGrpSpPr>
      <p:grpSpPr>
        <a:xfrm>
          <a:off x="0" y="0"/>
          <a:ext cx="0" cy="0"/>
          <a:chOff x="0" y="0"/>
          <a:chExt cx="0" cy="0"/>
        </a:xfrm>
      </p:grpSpPr>
      <p:sp>
        <p:nvSpPr>
          <p:cNvPr id="1825" name="Google Shape;1825;p69"/>
          <p:cNvSpPr/>
          <p:nvPr/>
        </p:nvSpPr>
        <p:spPr>
          <a:xfrm>
            <a:off x="685747" y="2326633"/>
            <a:ext cx="858900" cy="413100"/>
          </a:xfrm>
          <a:prstGeom prst="roundRect">
            <a:avLst>
              <a:gd fmla="val 16667" name="adj"/>
            </a:avLst>
          </a:prstGeom>
          <a:noFill/>
          <a:ln cap="flat" cmpd="sng" w="127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26" name="Google Shape;1826;p69"/>
          <p:cNvSpPr txBox="1"/>
          <p:nvPr/>
        </p:nvSpPr>
        <p:spPr>
          <a:xfrm>
            <a:off x="685747"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Plant</a:t>
            </a:r>
            <a:endParaRPr b="1" i="0" sz="1466" u="none" cap="none" strike="noStrike">
              <a:solidFill>
                <a:srgbClr val="000000"/>
              </a:solidFill>
              <a:latin typeface="Proxima Nova"/>
              <a:ea typeface="Proxima Nova"/>
              <a:cs typeface="Proxima Nova"/>
              <a:sym typeface="Proxima Nova"/>
            </a:endParaRPr>
          </a:p>
        </p:txBody>
      </p:sp>
      <p:sp>
        <p:nvSpPr>
          <p:cNvPr id="1827" name="Google Shape;1827;p69"/>
          <p:cNvSpPr/>
          <p:nvPr/>
        </p:nvSpPr>
        <p:spPr>
          <a:xfrm>
            <a:off x="1906491" y="2326633"/>
            <a:ext cx="858900" cy="413100"/>
          </a:xfrm>
          <a:prstGeom prst="roundRect">
            <a:avLst>
              <a:gd fmla="val 16667" name="adj"/>
            </a:avLst>
          </a:prstGeom>
          <a:noFill/>
          <a:ln cap="flat" cmpd="sng" w="12700">
            <a:solidFill>
              <a:srgbClr val="0BAC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28" name="Google Shape;1828;p69"/>
          <p:cNvSpPr txBox="1"/>
          <p:nvPr/>
        </p:nvSpPr>
        <p:spPr>
          <a:xfrm>
            <a:off x="1906508"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Harvest</a:t>
            </a:r>
            <a:endParaRPr b="1" i="0" sz="1466" u="none" cap="none" strike="noStrike">
              <a:solidFill>
                <a:srgbClr val="000000"/>
              </a:solidFill>
              <a:latin typeface="Proxima Nova"/>
              <a:ea typeface="Proxima Nova"/>
              <a:cs typeface="Proxima Nova"/>
              <a:sym typeface="Proxima Nova"/>
            </a:endParaRPr>
          </a:p>
        </p:txBody>
      </p:sp>
      <p:sp>
        <p:nvSpPr>
          <p:cNvPr id="1829" name="Google Shape;1829;p69"/>
          <p:cNvSpPr/>
          <p:nvPr/>
        </p:nvSpPr>
        <p:spPr>
          <a:xfrm>
            <a:off x="3127236" y="2326633"/>
            <a:ext cx="858900" cy="413100"/>
          </a:xfrm>
          <a:prstGeom prst="roundRect">
            <a:avLst>
              <a:gd fmla="val 16667" name="adj"/>
            </a:avLst>
          </a:prstGeom>
          <a:noFill/>
          <a:ln cap="flat" cmpd="sng" w="12700">
            <a:solidFill>
              <a:srgbClr val="FD806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30" name="Google Shape;1830;p69"/>
          <p:cNvSpPr txBox="1"/>
          <p:nvPr/>
        </p:nvSpPr>
        <p:spPr>
          <a:xfrm>
            <a:off x="3127236"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Process</a:t>
            </a:r>
            <a:endParaRPr b="1" i="0" sz="1466" u="none" cap="none" strike="noStrike">
              <a:solidFill>
                <a:srgbClr val="000000"/>
              </a:solidFill>
              <a:latin typeface="Proxima Nova"/>
              <a:ea typeface="Proxima Nova"/>
              <a:cs typeface="Proxima Nova"/>
              <a:sym typeface="Proxima Nova"/>
            </a:endParaRPr>
          </a:p>
        </p:txBody>
      </p:sp>
      <p:sp>
        <p:nvSpPr>
          <p:cNvPr id="1831" name="Google Shape;1831;p69"/>
          <p:cNvSpPr/>
          <p:nvPr/>
        </p:nvSpPr>
        <p:spPr>
          <a:xfrm>
            <a:off x="4347980" y="2326633"/>
            <a:ext cx="858900" cy="413100"/>
          </a:xfrm>
          <a:prstGeom prst="roundRect">
            <a:avLst>
              <a:gd fmla="val 16667" name="adj"/>
            </a:avLst>
          </a:prstGeom>
          <a:noFill/>
          <a:ln cap="flat" cmpd="sng" w="127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32" name="Google Shape;1832;p69"/>
          <p:cNvSpPr txBox="1"/>
          <p:nvPr/>
        </p:nvSpPr>
        <p:spPr>
          <a:xfrm>
            <a:off x="4347980" y="23125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Grading</a:t>
            </a:r>
            <a:endParaRPr b="1" i="0" sz="1466" u="none" cap="none" strike="noStrike">
              <a:solidFill>
                <a:srgbClr val="000000"/>
              </a:solidFill>
              <a:latin typeface="Proxima Nova"/>
              <a:ea typeface="Proxima Nova"/>
              <a:cs typeface="Proxima Nova"/>
              <a:sym typeface="Proxima Nova"/>
            </a:endParaRPr>
          </a:p>
        </p:txBody>
      </p:sp>
      <p:sp>
        <p:nvSpPr>
          <p:cNvPr id="1833" name="Google Shape;1833;p69"/>
          <p:cNvSpPr/>
          <p:nvPr/>
        </p:nvSpPr>
        <p:spPr>
          <a:xfrm>
            <a:off x="4347969" y="2966939"/>
            <a:ext cx="858900" cy="413100"/>
          </a:xfrm>
          <a:prstGeom prst="roundRect">
            <a:avLst>
              <a:gd fmla="val 16667" name="adj"/>
            </a:avLst>
          </a:prstGeom>
          <a:noFill/>
          <a:ln cap="flat" cmpd="sng" w="1270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34" name="Google Shape;1834;p69"/>
          <p:cNvSpPr txBox="1"/>
          <p:nvPr/>
        </p:nvSpPr>
        <p:spPr>
          <a:xfrm>
            <a:off x="4347969"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Roast</a:t>
            </a:r>
            <a:endParaRPr b="1" i="0" sz="1466" u="none" cap="none" strike="noStrike">
              <a:solidFill>
                <a:srgbClr val="000000"/>
              </a:solidFill>
              <a:latin typeface="Proxima Nova"/>
              <a:ea typeface="Proxima Nova"/>
              <a:cs typeface="Proxima Nova"/>
              <a:sym typeface="Proxima Nova"/>
            </a:endParaRPr>
          </a:p>
        </p:txBody>
      </p:sp>
      <p:sp>
        <p:nvSpPr>
          <p:cNvPr id="1835" name="Google Shape;1835;p69"/>
          <p:cNvSpPr/>
          <p:nvPr/>
        </p:nvSpPr>
        <p:spPr>
          <a:xfrm>
            <a:off x="3127225" y="2966939"/>
            <a:ext cx="858900" cy="413100"/>
          </a:xfrm>
          <a:prstGeom prst="roundRect">
            <a:avLst>
              <a:gd fmla="val 16667" name="adj"/>
            </a:avLst>
          </a:prstGeom>
          <a:noFill/>
          <a:ln cap="flat" cmpd="sng" w="127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36" name="Google Shape;1836;p69"/>
          <p:cNvSpPr txBox="1"/>
          <p:nvPr/>
        </p:nvSpPr>
        <p:spPr>
          <a:xfrm>
            <a:off x="3127225"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Grind</a:t>
            </a:r>
            <a:endParaRPr b="1" i="0" sz="1466" u="none" cap="none" strike="noStrike">
              <a:solidFill>
                <a:srgbClr val="000000"/>
              </a:solidFill>
              <a:latin typeface="Proxima Nova"/>
              <a:ea typeface="Proxima Nova"/>
              <a:cs typeface="Proxima Nova"/>
              <a:sym typeface="Proxima Nova"/>
            </a:endParaRPr>
          </a:p>
        </p:txBody>
      </p:sp>
      <p:cxnSp>
        <p:nvCxnSpPr>
          <p:cNvPr id="1837" name="Google Shape;1837;p69"/>
          <p:cNvCxnSpPr>
            <a:stCxn id="1834" idx="1"/>
            <a:endCxn id="1836" idx="3"/>
          </p:cNvCxnSpPr>
          <p:nvPr/>
        </p:nvCxnSpPr>
        <p:spPr>
          <a:xfrm rot="10800000">
            <a:off x="3986169"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838" name="Google Shape;1838;p69"/>
          <p:cNvSpPr/>
          <p:nvPr/>
        </p:nvSpPr>
        <p:spPr>
          <a:xfrm>
            <a:off x="1906482" y="2966939"/>
            <a:ext cx="858900" cy="413100"/>
          </a:xfrm>
          <a:prstGeom prst="roundRect">
            <a:avLst>
              <a:gd fmla="val 16667" name="adj"/>
            </a:avLst>
          </a:prstGeom>
          <a:noFill/>
          <a:ln cap="flat" cmpd="sng" w="127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39" name="Google Shape;1839;p69"/>
          <p:cNvSpPr txBox="1"/>
          <p:nvPr/>
        </p:nvSpPr>
        <p:spPr>
          <a:xfrm>
            <a:off x="1906482"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Brew</a:t>
            </a:r>
            <a:endParaRPr b="1" i="0" sz="1466" u="none" cap="none" strike="noStrike">
              <a:solidFill>
                <a:srgbClr val="000000"/>
              </a:solidFill>
              <a:latin typeface="Proxima Nova"/>
              <a:ea typeface="Proxima Nova"/>
              <a:cs typeface="Proxima Nova"/>
              <a:sym typeface="Proxima Nova"/>
            </a:endParaRPr>
          </a:p>
        </p:txBody>
      </p:sp>
      <p:cxnSp>
        <p:nvCxnSpPr>
          <p:cNvPr id="1840" name="Google Shape;1840;p69"/>
          <p:cNvCxnSpPr>
            <a:stCxn id="1836" idx="1"/>
            <a:endCxn id="1839" idx="3"/>
          </p:cNvCxnSpPr>
          <p:nvPr/>
        </p:nvCxnSpPr>
        <p:spPr>
          <a:xfrm rot="10800000">
            <a:off x="2765425" y="31580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841" name="Google Shape;1841;p69"/>
          <p:cNvSpPr/>
          <p:nvPr/>
        </p:nvSpPr>
        <p:spPr>
          <a:xfrm>
            <a:off x="685628" y="2966939"/>
            <a:ext cx="858900" cy="413100"/>
          </a:xfrm>
          <a:prstGeom prst="roundRect">
            <a:avLst>
              <a:gd fmla="val 16667" name="adj"/>
            </a:avLst>
          </a:prstGeom>
          <a:solidFill>
            <a:srgbClr val="3C78D8">
              <a:alpha val="29020"/>
            </a:srgbClr>
          </a:solidFill>
          <a:ln cap="flat" cmpd="sng" w="127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42" name="Google Shape;1842;p69"/>
          <p:cNvSpPr txBox="1"/>
          <p:nvPr/>
        </p:nvSpPr>
        <p:spPr>
          <a:xfrm>
            <a:off x="685628" y="29528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Latte</a:t>
            </a:r>
            <a:endParaRPr b="1" i="0" sz="1466" u="none" cap="none" strike="noStrike">
              <a:solidFill>
                <a:srgbClr val="000000"/>
              </a:solidFill>
              <a:latin typeface="Proxima Nova"/>
              <a:ea typeface="Proxima Nova"/>
              <a:cs typeface="Proxima Nova"/>
              <a:sym typeface="Proxima Nova"/>
            </a:endParaRPr>
          </a:p>
        </p:txBody>
      </p:sp>
      <p:cxnSp>
        <p:nvCxnSpPr>
          <p:cNvPr id="1843" name="Google Shape;1843;p69"/>
          <p:cNvCxnSpPr>
            <a:endCxn id="1842" idx="3"/>
          </p:cNvCxnSpPr>
          <p:nvPr/>
        </p:nvCxnSpPr>
        <p:spPr>
          <a:xfrm rot="10800000">
            <a:off x="1544528" y="3158008"/>
            <a:ext cx="361800" cy="0"/>
          </a:xfrm>
          <a:prstGeom prst="straightConnector1">
            <a:avLst/>
          </a:prstGeom>
          <a:noFill/>
          <a:ln cap="flat" cmpd="sng" w="12700">
            <a:solidFill>
              <a:srgbClr val="7F7F7F"/>
            </a:solidFill>
            <a:prstDash val="solid"/>
            <a:round/>
            <a:headEnd len="sm" w="sm" type="none"/>
            <a:tailEnd len="med" w="med" type="triangle"/>
          </a:ln>
        </p:spPr>
      </p:cxnSp>
      <p:pic>
        <p:nvPicPr>
          <p:cNvPr id="1844" name="Google Shape;1844;p69"/>
          <p:cNvPicPr preferRelativeResize="0"/>
          <p:nvPr/>
        </p:nvPicPr>
        <p:blipFill rotWithShape="1">
          <a:blip r:embed="rId3">
            <a:alphaModFix/>
          </a:blip>
          <a:srcRect b="0" l="0" r="0" t="0"/>
          <a:stretch/>
        </p:blipFill>
        <p:spPr>
          <a:xfrm>
            <a:off x="820463" y="3831531"/>
            <a:ext cx="3823146" cy="2501568"/>
          </a:xfrm>
          <a:prstGeom prst="rect">
            <a:avLst/>
          </a:prstGeom>
          <a:noFill/>
          <a:ln>
            <a:noFill/>
          </a:ln>
        </p:spPr>
      </p:pic>
      <p:pic>
        <p:nvPicPr>
          <p:cNvPr id="1845" name="Google Shape;1845;p69"/>
          <p:cNvPicPr preferRelativeResize="0"/>
          <p:nvPr/>
        </p:nvPicPr>
        <p:blipFill rotWithShape="1">
          <a:blip r:embed="rId4">
            <a:alphaModFix/>
          </a:blip>
          <a:srcRect b="0" l="0" r="0" t="0"/>
          <a:stretch/>
        </p:blipFill>
        <p:spPr>
          <a:xfrm>
            <a:off x="6757212" y="3869996"/>
            <a:ext cx="3998398" cy="2424660"/>
          </a:xfrm>
          <a:prstGeom prst="rect">
            <a:avLst/>
          </a:prstGeom>
          <a:noFill/>
          <a:ln>
            <a:noFill/>
          </a:ln>
        </p:spPr>
      </p:pic>
      <p:sp>
        <p:nvSpPr>
          <p:cNvPr id="1846" name="Google Shape;1846;p69"/>
          <p:cNvSpPr/>
          <p:nvPr/>
        </p:nvSpPr>
        <p:spPr>
          <a:xfrm>
            <a:off x="6094475" y="2367767"/>
            <a:ext cx="5323800" cy="818100"/>
          </a:xfrm>
          <a:prstGeom prst="roundRect">
            <a:avLst>
              <a:gd fmla="val 16667" name="adj"/>
            </a:avLst>
          </a:prstGeom>
          <a:noFill/>
          <a:ln cap="flat" cmpd="sng" w="25400">
            <a:solidFill>
              <a:schemeClr val="accent3"/>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866"/>
              <a:buFont typeface="Arial"/>
              <a:buNone/>
            </a:pPr>
            <a:r>
              <a:t/>
            </a:r>
            <a:endParaRPr b="1" i="0" sz="1700" u="none" cap="none" strike="noStrike">
              <a:solidFill>
                <a:srgbClr val="000000"/>
              </a:solidFill>
              <a:latin typeface="Proxima Nova"/>
              <a:ea typeface="Proxima Nova"/>
              <a:cs typeface="Proxima Nova"/>
              <a:sym typeface="Proxima Nova"/>
            </a:endParaRPr>
          </a:p>
        </p:txBody>
      </p:sp>
      <p:sp>
        <p:nvSpPr>
          <p:cNvPr id="1847" name="Google Shape;1847;p69"/>
          <p:cNvSpPr txBox="1"/>
          <p:nvPr/>
        </p:nvSpPr>
        <p:spPr>
          <a:xfrm>
            <a:off x="6170456" y="2520167"/>
            <a:ext cx="5172000" cy="513300"/>
          </a:xfrm>
          <a:prstGeom prst="rect">
            <a:avLst/>
          </a:prstGeom>
          <a:noFill/>
          <a:ln>
            <a:noFill/>
          </a:ln>
        </p:spPr>
        <p:txBody>
          <a:bodyPr anchorCtr="0" anchor="ctr" bIns="121875" lIns="121875" spcFirstLastPara="1" rIns="121875" wrap="square" tIns="121875">
            <a:noAutofit/>
          </a:bodyPr>
          <a:lstStyle/>
          <a:p>
            <a:pPr indent="0" lvl="0" marL="0" marR="0" rtl="0" algn="ctr">
              <a:lnSpc>
                <a:spcPct val="140018"/>
              </a:lnSpc>
              <a:spcBef>
                <a:spcPts val="0"/>
              </a:spcBef>
              <a:spcAft>
                <a:spcPts val="0"/>
              </a:spcAft>
              <a:buClr>
                <a:srgbClr val="000000"/>
              </a:buClr>
              <a:buSzPts val="1733"/>
              <a:buFont typeface="Arial"/>
              <a:buNone/>
            </a:pPr>
            <a:r>
              <a:rPr b="1" i="0" lang="en" sz="1700" u="none" cap="none" strike="noStrike">
                <a:solidFill>
                  <a:schemeClr val="dk1"/>
                </a:solidFill>
                <a:latin typeface="Proxima Nova"/>
                <a:ea typeface="Proxima Nova"/>
                <a:cs typeface="Proxima Nova"/>
                <a:sym typeface="Proxima Nova"/>
              </a:rPr>
              <a:t>How do we use the model? What features influence the model prediction?</a:t>
            </a:r>
            <a:endParaRPr b="1" i="0" sz="1700" u="none" cap="none" strike="noStrike">
              <a:solidFill>
                <a:schemeClr val="dk1"/>
              </a:solidFill>
              <a:latin typeface="Proxima Nova"/>
              <a:ea typeface="Proxima Nova"/>
              <a:cs typeface="Proxima Nova"/>
              <a:sym typeface="Proxima Nova"/>
            </a:endParaRPr>
          </a:p>
        </p:txBody>
      </p:sp>
      <p:sp>
        <p:nvSpPr>
          <p:cNvPr id="1848" name="Google Shape;1848;p69"/>
          <p:cNvSpPr txBox="1"/>
          <p:nvPr>
            <p:ph type="title"/>
          </p:nvPr>
        </p:nvSpPr>
        <p:spPr>
          <a:xfrm>
            <a:off x="2276850" y="657525"/>
            <a:ext cx="63507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Interpretation</a:t>
            </a:r>
            <a:endParaRPr sz="2800">
              <a:solidFill>
                <a:schemeClr val="accent6"/>
              </a:solidFill>
            </a:endParaRPr>
          </a:p>
        </p:txBody>
      </p:sp>
      <p:sp>
        <p:nvSpPr>
          <p:cNvPr id="1849" name="Google Shape;1849;p69"/>
          <p:cNvSpPr txBox="1"/>
          <p:nvPr>
            <p:ph idx="2" type="subTitle"/>
          </p:nvPr>
        </p:nvSpPr>
        <p:spPr>
          <a:xfrm>
            <a:off x="2279732" y="1124100"/>
            <a:ext cx="63507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850" name="Google Shape;1850;p69"/>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851" name="Google Shape;1851;p69"/>
          <p:cNvSpPr/>
          <p:nvPr/>
        </p:nvSpPr>
        <p:spPr>
          <a:xfrm>
            <a:off x="9993875" y="1758407"/>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Interpretation</a:t>
            </a:r>
            <a:endParaRPr b="1" i="0" sz="1500" u="none" cap="none" strike="noStrike">
              <a:solidFill>
                <a:srgbClr val="FFFFFF"/>
              </a:solidFill>
              <a:latin typeface="Proxima Nova"/>
              <a:ea typeface="Proxima Nova"/>
              <a:cs typeface="Proxima Nova"/>
              <a:sym typeface="Proxima Nova"/>
            </a:endParaRPr>
          </a:p>
        </p:txBody>
      </p:sp>
      <p:sp>
        <p:nvSpPr>
          <p:cNvPr id="1852" name="Google Shape;1852;p69"/>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853" name="Google Shape;1853;p69"/>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854" name="Google Shape;1854;p69"/>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855" name="Google Shape;1855;p69"/>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856" name="Google Shape;1856;p69"/>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857" name="Google Shape;1857;p69"/>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1" name="Shape 1861"/>
        <p:cNvGrpSpPr/>
        <p:nvPr/>
      </p:nvGrpSpPr>
      <p:grpSpPr>
        <a:xfrm>
          <a:off x="0" y="0"/>
          <a:ext cx="0" cy="0"/>
          <a:chOff x="0" y="0"/>
          <a:chExt cx="0" cy="0"/>
        </a:xfrm>
      </p:grpSpPr>
      <p:pic>
        <p:nvPicPr>
          <p:cNvPr id="1862" name="Google Shape;1862;p70"/>
          <p:cNvPicPr preferRelativeResize="0"/>
          <p:nvPr/>
        </p:nvPicPr>
        <p:blipFill rotWithShape="1">
          <a:blip r:embed="rId3">
            <a:alphaModFix/>
          </a:blip>
          <a:srcRect b="0" l="0" r="0" t="0"/>
          <a:stretch/>
        </p:blipFill>
        <p:spPr>
          <a:xfrm>
            <a:off x="2807082" y="2055793"/>
            <a:ext cx="6574788" cy="4365381"/>
          </a:xfrm>
          <a:prstGeom prst="rect">
            <a:avLst/>
          </a:prstGeom>
          <a:noFill/>
          <a:ln>
            <a:noFill/>
          </a:ln>
        </p:spPr>
      </p:pic>
      <p:sp>
        <p:nvSpPr>
          <p:cNvPr id="1863" name="Google Shape;1863;p70"/>
          <p:cNvSpPr txBox="1"/>
          <p:nvPr>
            <p:ph type="title"/>
          </p:nvPr>
        </p:nvSpPr>
        <p:spPr>
          <a:xfrm>
            <a:off x="2276850" y="657525"/>
            <a:ext cx="72774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Interpretation - Feature Importance</a:t>
            </a:r>
            <a:endParaRPr sz="2800">
              <a:solidFill>
                <a:schemeClr val="accent6"/>
              </a:solidFill>
            </a:endParaRPr>
          </a:p>
        </p:txBody>
      </p:sp>
      <p:sp>
        <p:nvSpPr>
          <p:cNvPr id="1864" name="Google Shape;1864;p70"/>
          <p:cNvSpPr txBox="1"/>
          <p:nvPr>
            <p:ph idx="2" type="subTitle"/>
          </p:nvPr>
        </p:nvSpPr>
        <p:spPr>
          <a:xfrm>
            <a:off x="2280153" y="1124100"/>
            <a:ext cx="72774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865" name="Google Shape;1865;p70"/>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866" name="Google Shape;1866;p70"/>
          <p:cNvSpPr/>
          <p:nvPr/>
        </p:nvSpPr>
        <p:spPr>
          <a:xfrm>
            <a:off x="9993875" y="1758407"/>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Interpretation</a:t>
            </a:r>
            <a:endParaRPr b="1" i="0" sz="1500" u="none" cap="none" strike="noStrike">
              <a:solidFill>
                <a:srgbClr val="FFFFFF"/>
              </a:solidFill>
              <a:latin typeface="Proxima Nova"/>
              <a:ea typeface="Proxima Nova"/>
              <a:cs typeface="Proxima Nova"/>
              <a:sym typeface="Proxima Nova"/>
            </a:endParaRPr>
          </a:p>
        </p:txBody>
      </p:sp>
      <p:sp>
        <p:nvSpPr>
          <p:cNvPr id="1867" name="Google Shape;1867;p70"/>
          <p:cNvSpPr/>
          <p:nvPr/>
        </p:nvSpPr>
        <p:spPr>
          <a:xfrm>
            <a:off x="9993875" y="201055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Deployment</a:t>
            </a:r>
            <a:endParaRPr i="0" sz="1500" u="none" cap="none" strike="noStrike">
              <a:solidFill>
                <a:srgbClr val="D9D9D9"/>
              </a:solidFill>
              <a:latin typeface="Proxima Nova"/>
              <a:ea typeface="Proxima Nova"/>
              <a:cs typeface="Proxima Nova"/>
              <a:sym typeface="Proxima Nova"/>
            </a:endParaRPr>
          </a:p>
        </p:txBody>
      </p:sp>
      <p:sp>
        <p:nvSpPr>
          <p:cNvPr id="1868" name="Google Shape;1868;p70"/>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869" name="Google Shape;1869;p70"/>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870" name="Google Shape;1870;p70"/>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871" name="Google Shape;1871;p70"/>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872" name="Google Shape;1872;p70"/>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6" name="Shape 1876"/>
        <p:cNvGrpSpPr/>
        <p:nvPr/>
      </p:nvGrpSpPr>
      <p:grpSpPr>
        <a:xfrm>
          <a:off x="0" y="0"/>
          <a:ext cx="0" cy="0"/>
          <a:chOff x="0" y="0"/>
          <a:chExt cx="0" cy="0"/>
        </a:xfrm>
      </p:grpSpPr>
      <p:sp>
        <p:nvSpPr>
          <p:cNvPr id="1877" name="Google Shape;1877;p71"/>
          <p:cNvSpPr/>
          <p:nvPr/>
        </p:nvSpPr>
        <p:spPr>
          <a:xfrm>
            <a:off x="3932068" y="2069333"/>
            <a:ext cx="858900" cy="413100"/>
          </a:xfrm>
          <a:prstGeom prst="roundRect">
            <a:avLst>
              <a:gd fmla="val 16667" name="adj"/>
            </a:avLst>
          </a:prstGeom>
          <a:noFill/>
          <a:ln cap="flat" cmpd="sng" w="127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78" name="Google Shape;1878;p71"/>
          <p:cNvSpPr txBox="1"/>
          <p:nvPr/>
        </p:nvSpPr>
        <p:spPr>
          <a:xfrm>
            <a:off x="3932068" y="20552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Plant</a:t>
            </a:r>
            <a:endParaRPr b="1" i="0" sz="1466" u="none" cap="none" strike="noStrike">
              <a:solidFill>
                <a:srgbClr val="000000"/>
              </a:solidFill>
              <a:latin typeface="Proxima Nova"/>
              <a:ea typeface="Proxima Nova"/>
              <a:cs typeface="Proxima Nova"/>
              <a:sym typeface="Proxima Nova"/>
            </a:endParaRPr>
          </a:p>
        </p:txBody>
      </p:sp>
      <p:sp>
        <p:nvSpPr>
          <p:cNvPr id="1879" name="Google Shape;1879;p71"/>
          <p:cNvSpPr/>
          <p:nvPr/>
        </p:nvSpPr>
        <p:spPr>
          <a:xfrm>
            <a:off x="5152812" y="2069333"/>
            <a:ext cx="858900" cy="413100"/>
          </a:xfrm>
          <a:prstGeom prst="roundRect">
            <a:avLst>
              <a:gd fmla="val 16667" name="adj"/>
            </a:avLst>
          </a:prstGeom>
          <a:noFill/>
          <a:ln cap="flat" cmpd="sng" w="12700">
            <a:solidFill>
              <a:srgbClr val="0BAC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80" name="Google Shape;1880;p71"/>
          <p:cNvSpPr txBox="1"/>
          <p:nvPr/>
        </p:nvSpPr>
        <p:spPr>
          <a:xfrm>
            <a:off x="5152829" y="20552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Harvest</a:t>
            </a:r>
            <a:endParaRPr b="1" i="0" sz="1466" u="none" cap="none" strike="noStrike">
              <a:solidFill>
                <a:srgbClr val="000000"/>
              </a:solidFill>
              <a:latin typeface="Proxima Nova"/>
              <a:ea typeface="Proxima Nova"/>
              <a:cs typeface="Proxima Nova"/>
              <a:sym typeface="Proxima Nova"/>
            </a:endParaRPr>
          </a:p>
        </p:txBody>
      </p:sp>
      <p:sp>
        <p:nvSpPr>
          <p:cNvPr id="1881" name="Google Shape;1881;p71"/>
          <p:cNvSpPr/>
          <p:nvPr/>
        </p:nvSpPr>
        <p:spPr>
          <a:xfrm>
            <a:off x="6373557" y="2069333"/>
            <a:ext cx="858900" cy="413100"/>
          </a:xfrm>
          <a:prstGeom prst="roundRect">
            <a:avLst>
              <a:gd fmla="val 16667" name="adj"/>
            </a:avLst>
          </a:prstGeom>
          <a:noFill/>
          <a:ln cap="flat" cmpd="sng" w="12700">
            <a:solidFill>
              <a:srgbClr val="FD806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82" name="Google Shape;1882;p71"/>
          <p:cNvSpPr txBox="1"/>
          <p:nvPr/>
        </p:nvSpPr>
        <p:spPr>
          <a:xfrm>
            <a:off x="6373557" y="20552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Process</a:t>
            </a:r>
            <a:endParaRPr b="1" i="0" sz="1466" u="none" cap="none" strike="noStrike">
              <a:solidFill>
                <a:srgbClr val="000000"/>
              </a:solidFill>
              <a:latin typeface="Proxima Nova"/>
              <a:ea typeface="Proxima Nova"/>
              <a:cs typeface="Proxima Nova"/>
              <a:sym typeface="Proxima Nova"/>
            </a:endParaRPr>
          </a:p>
        </p:txBody>
      </p:sp>
      <p:sp>
        <p:nvSpPr>
          <p:cNvPr id="1883" name="Google Shape;1883;p71"/>
          <p:cNvSpPr/>
          <p:nvPr/>
        </p:nvSpPr>
        <p:spPr>
          <a:xfrm>
            <a:off x="7594301" y="2069333"/>
            <a:ext cx="858900" cy="413100"/>
          </a:xfrm>
          <a:prstGeom prst="roundRect">
            <a:avLst>
              <a:gd fmla="val 16667" name="adj"/>
            </a:avLst>
          </a:prstGeom>
          <a:noFill/>
          <a:ln cap="flat" cmpd="sng" w="127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1" i="0" sz="1466" u="none" cap="none" strike="noStrike">
              <a:solidFill>
                <a:srgbClr val="000000"/>
              </a:solidFill>
              <a:latin typeface="Proxima Nova"/>
              <a:ea typeface="Proxima Nova"/>
              <a:cs typeface="Proxima Nova"/>
              <a:sym typeface="Proxima Nova"/>
            </a:endParaRPr>
          </a:p>
        </p:txBody>
      </p:sp>
      <p:sp>
        <p:nvSpPr>
          <p:cNvPr id="1884" name="Google Shape;1884;p71"/>
          <p:cNvSpPr txBox="1"/>
          <p:nvPr/>
        </p:nvSpPr>
        <p:spPr>
          <a:xfrm>
            <a:off x="7594301" y="2055201"/>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Grading</a:t>
            </a:r>
            <a:endParaRPr b="1" i="0" sz="1466" u="none" cap="none" strike="noStrike">
              <a:solidFill>
                <a:srgbClr val="000000"/>
              </a:solidFill>
              <a:latin typeface="Proxima Nova"/>
              <a:ea typeface="Proxima Nova"/>
              <a:cs typeface="Proxima Nova"/>
              <a:sym typeface="Proxima Nova"/>
            </a:endParaRPr>
          </a:p>
        </p:txBody>
      </p:sp>
      <p:sp>
        <p:nvSpPr>
          <p:cNvPr id="1885" name="Google Shape;1885;p71"/>
          <p:cNvSpPr/>
          <p:nvPr/>
        </p:nvSpPr>
        <p:spPr>
          <a:xfrm>
            <a:off x="7594290" y="2709639"/>
            <a:ext cx="858900" cy="413100"/>
          </a:xfrm>
          <a:prstGeom prst="roundRect">
            <a:avLst>
              <a:gd fmla="val 16667" name="adj"/>
            </a:avLst>
          </a:prstGeom>
          <a:noFill/>
          <a:ln cap="flat" cmpd="sng" w="1270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886" name="Google Shape;1886;p71"/>
          <p:cNvSpPr txBox="1"/>
          <p:nvPr/>
        </p:nvSpPr>
        <p:spPr>
          <a:xfrm>
            <a:off x="7594290" y="26955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Roast</a:t>
            </a:r>
            <a:endParaRPr b="1" i="0" sz="1466" u="none" cap="none" strike="noStrike">
              <a:solidFill>
                <a:srgbClr val="000000"/>
              </a:solidFill>
              <a:latin typeface="Proxima Nova"/>
              <a:ea typeface="Proxima Nova"/>
              <a:cs typeface="Proxima Nova"/>
              <a:sym typeface="Proxima Nova"/>
            </a:endParaRPr>
          </a:p>
        </p:txBody>
      </p:sp>
      <p:sp>
        <p:nvSpPr>
          <p:cNvPr id="1887" name="Google Shape;1887;p71"/>
          <p:cNvSpPr/>
          <p:nvPr/>
        </p:nvSpPr>
        <p:spPr>
          <a:xfrm>
            <a:off x="6373547" y="2709639"/>
            <a:ext cx="858900" cy="413100"/>
          </a:xfrm>
          <a:prstGeom prst="roundRect">
            <a:avLst>
              <a:gd fmla="val 16667" name="adj"/>
            </a:avLst>
          </a:prstGeom>
          <a:noFill/>
          <a:ln cap="flat" cmpd="sng" w="12700">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888" name="Google Shape;1888;p71"/>
          <p:cNvSpPr txBox="1"/>
          <p:nvPr/>
        </p:nvSpPr>
        <p:spPr>
          <a:xfrm>
            <a:off x="6373547" y="26955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Grind</a:t>
            </a:r>
            <a:endParaRPr b="1" i="0" sz="1466" u="none" cap="none" strike="noStrike">
              <a:solidFill>
                <a:srgbClr val="000000"/>
              </a:solidFill>
              <a:latin typeface="Proxima Nova"/>
              <a:ea typeface="Proxima Nova"/>
              <a:cs typeface="Proxima Nova"/>
              <a:sym typeface="Proxima Nova"/>
            </a:endParaRPr>
          </a:p>
        </p:txBody>
      </p:sp>
      <p:cxnSp>
        <p:nvCxnSpPr>
          <p:cNvPr id="1889" name="Google Shape;1889;p71"/>
          <p:cNvCxnSpPr>
            <a:stCxn id="1886" idx="1"/>
            <a:endCxn id="1888" idx="3"/>
          </p:cNvCxnSpPr>
          <p:nvPr/>
        </p:nvCxnSpPr>
        <p:spPr>
          <a:xfrm rot="10800000">
            <a:off x="7232490" y="29007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890" name="Google Shape;1890;p71"/>
          <p:cNvSpPr/>
          <p:nvPr/>
        </p:nvSpPr>
        <p:spPr>
          <a:xfrm>
            <a:off x="5152803" y="2709639"/>
            <a:ext cx="858900" cy="413100"/>
          </a:xfrm>
          <a:prstGeom prst="roundRect">
            <a:avLst>
              <a:gd fmla="val 16667" name="adj"/>
            </a:avLst>
          </a:prstGeom>
          <a:noFill/>
          <a:ln cap="flat" cmpd="sng" w="127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891" name="Google Shape;1891;p71"/>
          <p:cNvSpPr txBox="1"/>
          <p:nvPr/>
        </p:nvSpPr>
        <p:spPr>
          <a:xfrm>
            <a:off x="5152803" y="26955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Brew</a:t>
            </a:r>
            <a:endParaRPr b="1" i="0" sz="1466" u="none" cap="none" strike="noStrike">
              <a:solidFill>
                <a:srgbClr val="000000"/>
              </a:solidFill>
              <a:latin typeface="Proxima Nova"/>
              <a:ea typeface="Proxima Nova"/>
              <a:cs typeface="Proxima Nova"/>
              <a:sym typeface="Proxima Nova"/>
            </a:endParaRPr>
          </a:p>
        </p:txBody>
      </p:sp>
      <p:cxnSp>
        <p:nvCxnSpPr>
          <p:cNvPr id="1892" name="Google Shape;1892;p71"/>
          <p:cNvCxnSpPr>
            <a:stCxn id="1888" idx="1"/>
            <a:endCxn id="1891" idx="3"/>
          </p:cNvCxnSpPr>
          <p:nvPr/>
        </p:nvCxnSpPr>
        <p:spPr>
          <a:xfrm rot="10800000">
            <a:off x="6011747" y="2900708"/>
            <a:ext cx="361800" cy="0"/>
          </a:xfrm>
          <a:prstGeom prst="straightConnector1">
            <a:avLst/>
          </a:prstGeom>
          <a:noFill/>
          <a:ln cap="flat" cmpd="sng" w="12700">
            <a:solidFill>
              <a:srgbClr val="7F7F7F"/>
            </a:solidFill>
            <a:prstDash val="solid"/>
            <a:round/>
            <a:headEnd len="sm" w="sm" type="none"/>
            <a:tailEnd len="med" w="med" type="triangle"/>
          </a:ln>
        </p:spPr>
      </p:cxnSp>
      <p:sp>
        <p:nvSpPr>
          <p:cNvPr id="1893" name="Google Shape;1893;p71"/>
          <p:cNvSpPr/>
          <p:nvPr/>
        </p:nvSpPr>
        <p:spPr>
          <a:xfrm>
            <a:off x="3931949" y="2709639"/>
            <a:ext cx="858900" cy="413100"/>
          </a:xfrm>
          <a:prstGeom prst="roundRect">
            <a:avLst>
              <a:gd fmla="val 16667" name="adj"/>
            </a:avLst>
          </a:prstGeom>
          <a:solidFill>
            <a:srgbClr val="3C78D8">
              <a:alpha val="29020"/>
            </a:srgbClr>
          </a:solidFill>
          <a:ln cap="flat" cmpd="sng" w="127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Arial"/>
              <a:ea typeface="Arial"/>
              <a:cs typeface="Arial"/>
              <a:sym typeface="Arial"/>
            </a:endParaRPr>
          </a:p>
        </p:txBody>
      </p:sp>
      <p:sp>
        <p:nvSpPr>
          <p:cNvPr id="1894" name="Google Shape;1894;p71"/>
          <p:cNvSpPr txBox="1"/>
          <p:nvPr/>
        </p:nvSpPr>
        <p:spPr>
          <a:xfrm>
            <a:off x="3931949" y="2695508"/>
            <a:ext cx="858900" cy="41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66"/>
              <a:buFont typeface="Arial"/>
              <a:buNone/>
            </a:pPr>
            <a:r>
              <a:rPr b="1" i="0" lang="en" sz="1466" u="none" cap="none" strike="noStrike">
                <a:solidFill>
                  <a:srgbClr val="000000"/>
                </a:solidFill>
                <a:latin typeface="Proxima Nova"/>
                <a:ea typeface="Proxima Nova"/>
                <a:cs typeface="Proxima Nova"/>
                <a:sym typeface="Proxima Nova"/>
              </a:rPr>
              <a:t>Latte</a:t>
            </a:r>
            <a:endParaRPr b="1" i="0" sz="1466" u="none" cap="none" strike="noStrike">
              <a:solidFill>
                <a:srgbClr val="000000"/>
              </a:solidFill>
              <a:latin typeface="Proxima Nova"/>
              <a:ea typeface="Proxima Nova"/>
              <a:cs typeface="Proxima Nova"/>
              <a:sym typeface="Proxima Nova"/>
            </a:endParaRPr>
          </a:p>
        </p:txBody>
      </p:sp>
      <p:cxnSp>
        <p:nvCxnSpPr>
          <p:cNvPr id="1895" name="Google Shape;1895;p71"/>
          <p:cNvCxnSpPr>
            <a:endCxn id="1894" idx="3"/>
          </p:cNvCxnSpPr>
          <p:nvPr/>
        </p:nvCxnSpPr>
        <p:spPr>
          <a:xfrm rot="10800000">
            <a:off x="4790849" y="2900708"/>
            <a:ext cx="361800" cy="0"/>
          </a:xfrm>
          <a:prstGeom prst="straightConnector1">
            <a:avLst/>
          </a:prstGeom>
          <a:noFill/>
          <a:ln cap="flat" cmpd="sng" w="12700">
            <a:solidFill>
              <a:srgbClr val="7F7F7F"/>
            </a:solidFill>
            <a:prstDash val="solid"/>
            <a:round/>
            <a:headEnd len="sm" w="sm" type="none"/>
            <a:tailEnd len="med" w="med" type="triangle"/>
          </a:ln>
        </p:spPr>
      </p:cxnSp>
      <p:pic>
        <p:nvPicPr>
          <p:cNvPr id="1896" name="Google Shape;1896;p71"/>
          <p:cNvPicPr preferRelativeResize="0"/>
          <p:nvPr/>
        </p:nvPicPr>
        <p:blipFill rotWithShape="1">
          <a:blip r:embed="rId3">
            <a:alphaModFix/>
          </a:blip>
          <a:srcRect b="0" l="0" r="0" t="0"/>
          <a:stretch/>
        </p:blipFill>
        <p:spPr>
          <a:xfrm>
            <a:off x="4066784" y="3574231"/>
            <a:ext cx="3823146" cy="2501568"/>
          </a:xfrm>
          <a:prstGeom prst="rect">
            <a:avLst/>
          </a:prstGeom>
          <a:noFill/>
          <a:ln>
            <a:noFill/>
          </a:ln>
        </p:spPr>
      </p:pic>
      <p:sp>
        <p:nvSpPr>
          <p:cNvPr id="1897" name="Google Shape;1897;p71"/>
          <p:cNvSpPr txBox="1"/>
          <p:nvPr>
            <p:ph type="title"/>
          </p:nvPr>
        </p:nvSpPr>
        <p:spPr>
          <a:xfrm>
            <a:off x="2276850" y="657525"/>
            <a:ext cx="72774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solidFill>
                  <a:schemeClr val="accent6"/>
                </a:solidFill>
              </a:rPr>
              <a:t>Deployment</a:t>
            </a:r>
            <a:endParaRPr sz="2800">
              <a:solidFill>
                <a:schemeClr val="accent6"/>
              </a:solidFill>
            </a:endParaRPr>
          </a:p>
        </p:txBody>
      </p:sp>
      <p:sp>
        <p:nvSpPr>
          <p:cNvPr id="1898" name="Google Shape;1898;p71"/>
          <p:cNvSpPr txBox="1"/>
          <p:nvPr>
            <p:ph idx="2" type="subTitle"/>
          </p:nvPr>
        </p:nvSpPr>
        <p:spPr>
          <a:xfrm>
            <a:off x="2280153" y="1124100"/>
            <a:ext cx="72774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100"/>
              <a:t>Understanding the ML Workflow</a:t>
            </a:r>
            <a:endParaRPr/>
          </a:p>
        </p:txBody>
      </p:sp>
      <p:sp>
        <p:nvSpPr>
          <p:cNvPr id="1899" name="Google Shape;1899;p71"/>
          <p:cNvSpPr/>
          <p:nvPr/>
        </p:nvSpPr>
        <p:spPr>
          <a:xfrm>
            <a:off x="9993875" y="24542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CCCCCC"/>
                </a:solidFill>
                <a:latin typeface="Proxima Nova"/>
                <a:ea typeface="Proxima Nova"/>
                <a:cs typeface="Proxima Nova"/>
                <a:sym typeface="Proxima Nova"/>
              </a:rPr>
              <a:t>Data Collection</a:t>
            </a:r>
            <a:endParaRPr i="0" sz="1500" u="none" cap="none" strike="noStrike">
              <a:solidFill>
                <a:srgbClr val="CCCCCC"/>
              </a:solidFill>
              <a:latin typeface="Proxima Nova"/>
              <a:ea typeface="Proxima Nova"/>
              <a:cs typeface="Proxima Nova"/>
              <a:sym typeface="Proxima Nova"/>
            </a:endParaRPr>
          </a:p>
        </p:txBody>
      </p:sp>
      <p:sp>
        <p:nvSpPr>
          <p:cNvPr id="1900" name="Google Shape;1900;p71"/>
          <p:cNvSpPr/>
          <p:nvPr/>
        </p:nvSpPr>
        <p:spPr>
          <a:xfrm>
            <a:off x="9993875" y="2010550"/>
            <a:ext cx="2194800" cy="228300"/>
          </a:xfrm>
          <a:prstGeom prst="rect">
            <a:avLst/>
          </a:prstGeom>
          <a:solidFill>
            <a:schemeClr val="accent6"/>
          </a:solidFill>
          <a:ln>
            <a:noFill/>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b="1" i="0" lang="en" sz="1500" u="none" cap="none" strike="noStrike">
                <a:solidFill>
                  <a:srgbClr val="FFFFFF"/>
                </a:solidFill>
                <a:latin typeface="Proxima Nova"/>
                <a:ea typeface="Proxima Nova"/>
                <a:cs typeface="Proxima Nova"/>
                <a:sym typeface="Proxima Nova"/>
              </a:rPr>
              <a:t>Deployment</a:t>
            </a:r>
            <a:endParaRPr b="1" i="0" sz="1500" u="none" cap="none" strike="noStrike">
              <a:solidFill>
                <a:srgbClr val="FFFFFF"/>
              </a:solidFill>
              <a:latin typeface="Proxima Nova"/>
              <a:ea typeface="Proxima Nova"/>
              <a:cs typeface="Proxima Nova"/>
              <a:sym typeface="Proxima Nova"/>
            </a:endParaRPr>
          </a:p>
        </p:txBody>
      </p:sp>
      <p:sp>
        <p:nvSpPr>
          <p:cNvPr id="1901" name="Google Shape;1901;p71"/>
          <p:cNvSpPr/>
          <p:nvPr/>
        </p:nvSpPr>
        <p:spPr>
          <a:xfrm>
            <a:off x="9993875" y="497598"/>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Preparation</a:t>
            </a:r>
            <a:endParaRPr i="0" sz="1500" u="none" cap="none" strike="noStrike">
              <a:solidFill>
                <a:srgbClr val="D9D9D9"/>
              </a:solidFill>
              <a:latin typeface="Proxima Nova"/>
              <a:ea typeface="Proxima Nova"/>
              <a:cs typeface="Proxima Nova"/>
              <a:sym typeface="Proxima Nova"/>
            </a:endParaRPr>
          </a:p>
        </p:txBody>
      </p:sp>
      <p:sp>
        <p:nvSpPr>
          <p:cNvPr id="1902" name="Google Shape;1902;p71"/>
          <p:cNvSpPr/>
          <p:nvPr/>
        </p:nvSpPr>
        <p:spPr>
          <a:xfrm>
            <a:off x="9993875" y="749772"/>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Data Exploration</a:t>
            </a:r>
            <a:endParaRPr i="0" sz="1500" u="none" cap="none" strike="noStrike">
              <a:solidFill>
                <a:srgbClr val="D9D9D9"/>
              </a:solidFill>
              <a:latin typeface="Proxima Nova"/>
              <a:ea typeface="Proxima Nova"/>
              <a:cs typeface="Proxima Nova"/>
              <a:sym typeface="Proxima Nova"/>
            </a:endParaRPr>
          </a:p>
        </p:txBody>
      </p:sp>
      <p:sp>
        <p:nvSpPr>
          <p:cNvPr id="1903" name="Google Shape;1903;p71"/>
          <p:cNvSpPr/>
          <p:nvPr/>
        </p:nvSpPr>
        <p:spPr>
          <a:xfrm>
            <a:off x="9993875" y="1001945"/>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Feature Engineering</a:t>
            </a:r>
            <a:endParaRPr i="0" sz="1500" u="none" cap="none" strike="noStrike">
              <a:solidFill>
                <a:srgbClr val="D9D9D9"/>
              </a:solidFill>
              <a:latin typeface="Proxima Nova"/>
              <a:ea typeface="Proxima Nova"/>
              <a:cs typeface="Proxima Nova"/>
              <a:sym typeface="Proxima Nova"/>
            </a:endParaRPr>
          </a:p>
        </p:txBody>
      </p:sp>
      <p:sp>
        <p:nvSpPr>
          <p:cNvPr id="1904" name="Google Shape;1904;p71"/>
          <p:cNvSpPr/>
          <p:nvPr/>
        </p:nvSpPr>
        <p:spPr>
          <a:xfrm>
            <a:off x="9993875" y="1254120"/>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Modeling</a:t>
            </a:r>
            <a:endParaRPr i="0" sz="1500" u="none" cap="none" strike="noStrike">
              <a:solidFill>
                <a:srgbClr val="D9D9D9"/>
              </a:solidFill>
              <a:latin typeface="Proxima Nova"/>
              <a:ea typeface="Proxima Nova"/>
              <a:cs typeface="Proxima Nova"/>
              <a:sym typeface="Proxima Nova"/>
            </a:endParaRPr>
          </a:p>
        </p:txBody>
      </p:sp>
      <p:sp>
        <p:nvSpPr>
          <p:cNvPr id="1905" name="Google Shape;1905;p71"/>
          <p:cNvSpPr/>
          <p:nvPr/>
        </p:nvSpPr>
        <p:spPr>
          <a:xfrm>
            <a:off x="9993875" y="1506264"/>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Validation</a:t>
            </a:r>
            <a:endParaRPr i="0" sz="1500" u="none" cap="none" strike="noStrike">
              <a:solidFill>
                <a:srgbClr val="D9D9D9"/>
              </a:solidFill>
              <a:latin typeface="Proxima Nova"/>
              <a:ea typeface="Proxima Nova"/>
              <a:cs typeface="Proxima Nova"/>
              <a:sym typeface="Proxima Nova"/>
            </a:endParaRPr>
          </a:p>
        </p:txBody>
      </p:sp>
      <p:sp>
        <p:nvSpPr>
          <p:cNvPr id="1906" name="Google Shape;1906;p71"/>
          <p:cNvSpPr/>
          <p:nvPr/>
        </p:nvSpPr>
        <p:spPr>
          <a:xfrm>
            <a:off x="9993875" y="1758407"/>
            <a:ext cx="2194800" cy="228300"/>
          </a:xfrm>
          <a:prstGeom prst="rect">
            <a:avLst/>
          </a:prstGeom>
          <a:noFill/>
          <a:ln cap="flat" cmpd="sng" w="12700">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ctr">
              <a:lnSpc>
                <a:spcPct val="100000"/>
              </a:lnSpc>
              <a:spcBef>
                <a:spcPts val="0"/>
              </a:spcBef>
              <a:spcAft>
                <a:spcPts val="0"/>
              </a:spcAft>
              <a:buClr>
                <a:srgbClr val="000000"/>
              </a:buClr>
              <a:buSzPts val="1333"/>
              <a:buFont typeface="Arial"/>
              <a:buNone/>
            </a:pPr>
            <a:r>
              <a:rPr i="0" lang="en" sz="1500" u="none" cap="none" strike="noStrike">
                <a:solidFill>
                  <a:srgbClr val="D9D9D9"/>
                </a:solidFill>
                <a:latin typeface="Proxima Nova"/>
                <a:ea typeface="Proxima Nova"/>
                <a:cs typeface="Proxima Nova"/>
                <a:sym typeface="Proxima Nova"/>
              </a:rPr>
              <a:t>Interpretation</a:t>
            </a:r>
            <a:endParaRPr i="0" sz="1500" u="none" cap="none" strike="noStrike">
              <a:solidFill>
                <a:srgbClr val="D9D9D9"/>
              </a:solidFill>
              <a:latin typeface="Proxima Nova"/>
              <a:ea typeface="Proxima Nova"/>
              <a:cs typeface="Proxima Nova"/>
              <a:sym typeface="Proxima Nova"/>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0" name="Shape 191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clouddata">
  <a:themeElements>
    <a:clrScheme name="Simple Light">
      <a:dk1>
        <a:srgbClr val="120A59"/>
      </a:dk1>
      <a:lt1>
        <a:srgbClr val="FFFFFF"/>
      </a:lt1>
      <a:dk2>
        <a:srgbClr val="595959"/>
      </a:dk2>
      <a:lt2>
        <a:srgbClr val="EEEEEE"/>
      </a:lt2>
      <a:accent1>
        <a:srgbClr val="D6356C"/>
      </a:accent1>
      <a:accent2>
        <a:srgbClr val="AB46A5"/>
      </a:accent2>
      <a:accent3>
        <a:srgbClr val="5BB5E3"/>
      </a:accent3>
      <a:accent4>
        <a:srgbClr val="6D72CC"/>
      </a:accent4>
      <a:accent5>
        <a:srgbClr val="7765B2"/>
      </a:accent5>
      <a:accent6>
        <a:srgbClr val="120A59"/>
      </a:accent6>
      <a:hlink>
        <a:srgbClr val="0078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